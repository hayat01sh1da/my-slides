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7" r:id="rId3"/>
    <p:sldId id="388" r:id="rId4"/>
    <p:sldId id="434" r:id="rId5"/>
    <p:sldId id="436" r:id="rId6"/>
    <p:sldId id="435" r:id="rId7"/>
    <p:sldId id="280" r:id="rId8"/>
    <p:sldId id="421" r:id="rId9"/>
    <p:sldId id="259" r:id="rId10"/>
    <p:sldId id="408" r:id="rId11"/>
    <p:sldId id="425" r:id="rId12"/>
    <p:sldId id="325" r:id="rId13"/>
    <p:sldId id="410" r:id="rId14"/>
    <p:sldId id="429" r:id="rId15"/>
    <p:sldId id="430" r:id="rId16"/>
    <p:sldId id="426" r:id="rId17"/>
    <p:sldId id="326" r:id="rId18"/>
    <p:sldId id="427" r:id="rId19"/>
    <p:sldId id="432" r:id="rId20"/>
    <p:sldId id="428" r:id="rId21"/>
    <p:sldId id="433" r:id="rId22"/>
    <p:sldId id="357" r:id="rId23"/>
    <p:sldId id="358" r:id="rId24"/>
    <p:sldId id="328" r:id="rId25"/>
    <p:sldId id="423" r:id="rId26"/>
    <p:sldId id="431" r:id="rId27"/>
    <p:sldId id="424"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56737DEC-A12D-4052-99F9-176D6147A5E3}"/>
    <pc:docChg chg="undo redo custSel addSld modSld">
      <pc:chgData name="Hayato Ishida" userId="585fa0fa6384767c" providerId="LiveId" clId="{56737DEC-A12D-4052-99F9-176D6147A5E3}" dt="2025-05-15T04:00:12.368" v="2398"/>
      <pc:docMkLst>
        <pc:docMk/>
      </pc:docMkLst>
      <pc:sldChg chg="modSp mod">
        <pc:chgData name="Hayato Ishida" userId="585fa0fa6384767c" providerId="LiveId" clId="{56737DEC-A12D-4052-99F9-176D6147A5E3}" dt="2025-05-15T03:59:00.897" v="2350" actId="20577"/>
        <pc:sldMkLst>
          <pc:docMk/>
          <pc:sldMk cId="3878715192" sldId="256"/>
        </pc:sldMkLst>
      </pc:sldChg>
      <pc:sldChg chg="modSp">
        <pc:chgData name="Hayato Ishida" userId="585fa0fa6384767c" providerId="LiveId" clId="{56737DEC-A12D-4052-99F9-176D6147A5E3}" dt="2025-05-09T12:48:27.716" v="369"/>
        <pc:sldMkLst>
          <pc:docMk/>
          <pc:sldMk cId="1611154314" sldId="325"/>
        </pc:sldMkLst>
      </pc:sldChg>
      <pc:sldChg chg="modSp">
        <pc:chgData name="Hayato Ishida" userId="585fa0fa6384767c" providerId="LiveId" clId="{56737DEC-A12D-4052-99F9-176D6147A5E3}" dt="2025-05-06T03:36:01.606" v="20"/>
        <pc:sldMkLst>
          <pc:docMk/>
          <pc:sldMk cId="4021934138" sldId="326"/>
        </pc:sldMkLst>
      </pc:sldChg>
      <pc:sldChg chg="modSp">
        <pc:chgData name="Hayato Ishida" userId="585fa0fa6384767c" providerId="LiveId" clId="{56737DEC-A12D-4052-99F9-176D6147A5E3}" dt="2025-05-06T03:36:01.606" v="20"/>
        <pc:sldMkLst>
          <pc:docMk/>
          <pc:sldMk cId="2302870219" sldId="336"/>
        </pc:sldMkLst>
      </pc:sldChg>
      <pc:sldChg chg="modSp">
        <pc:chgData name="Hayato Ishida" userId="585fa0fa6384767c" providerId="LiveId" clId="{56737DEC-A12D-4052-99F9-176D6147A5E3}" dt="2025-05-09T12:48:27.716" v="369"/>
        <pc:sldMkLst>
          <pc:docMk/>
          <pc:sldMk cId="1235012594" sldId="354"/>
        </pc:sldMkLst>
      </pc:sldChg>
      <pc:sldChg chg="modSp">
        <pc:chgData name="Hayato Ishida" userId="585fa0fa6384767c" providerId="LiveId" clId="{56737DEC-A12D-4052-99F9-176D6147A5E3}" dt="2025-05-09T12:48:27.716" v="369"/>
        <pc:sldMkLst>
          <pc:docMk/>
          <pc:sldMk cId="3349711410" sldId="410"/>
        </pc:sldMkLst>
      </pc:sldChg>
      <pc:sldChg chg="modSp mod">
        <pc:chgData name="Hayato Ishida" userId="585fa0fa6384767c" providerId="LiveId" clId="{56737DEC-A12D-4052-99F9-176D6147A5E3}" dt="2025-05-09T12:48:59.162" v="372"/>
        <pc:sldMkLst>
          <pc:docMk/>
          <pc:sldMk cId="576098997" sldId="411"/>
        </pc:sldMkLst>
      </pc:sldChg>
      <pc:sldChg chg="modSp">
        <pc:chgData name="Hayato Ishida" userId="585fa0fa6384767c" providerId="LiveId" clId="{56737DEC-A12D-4052-99F9-176D6147A5E3}" dt="2025-05-09T12:48:27.716" v="369"/>
        <pc:sldMkLst>
          <pc:docMk/>
          <pc:sldMk cId="3465021867" sldId="412"/>
        </pc:sldMkLst>
      </pc:sldChg>
      <pc:sldChg chg="modSp">
        <pc:chgData name="Hayato Ishida" userId="585fa0fa6384767c" providerId="LiveId" clId="{56737DEC-A12D-4052-99F9-176D6147A5E3}" dt="2025-05-09T12:48:27.716" v="369"/>
        <pc:sldMkLst>
          <pc:docMk/>
          <pc:sldMk cId="3384255611" sldId="413"/>
        </pc:sldMkLst>
      </pc:sldChg>
      <pc:sldChg chg="modSp">
        <pc:chgData name="Hayato Ishida" userId="585fa0fa6384767c" providerId="LiveId" clId="{56737DEC-A12D-4052-99F9-176D6147A5E3}" dt="2025-05-09T12:48:27.716" v="369"/>
        <pc:sldMkLst>
          <pc:docMk/>
          <pc:sldMk cId="2586666217" sldId="414"/>
        </pc:sldMkLst>
      </pc:sldChg>
      <pc:sldChg chg="modSp">
        <pc:chgData name="Hayato Ishida" userId="585fa0fa6384767c" providerId="LiveId" clId="{56737DEC-A12D-4052-99F9-176D6147A5E3}" dt="2025-05-09T12:48:27.716" v="369"/>
        <pc:sldMkLst>
          <pc:docMk/>
          <pc:sldMk cId="3597829660" sldId="415"/>
        </pc:sldMkLst>
      </pc:sldChg>
      <pc:sldChg chg="modSp mod">
        <pc:chgData name="Hayato Ishida" userId="585fa0fa6384767c" providerId="LiveId" clId="{56737DEC-A12D-4052-99F9-176D6147A5E3}" dt="2025-05-09T12:48:48.009" v="371" actId="27636"/>
        <pc:sldMkLst>
          <pc:docMk/>
          <pc:sldMk cId="3320955932" sldId="416"/>
        </pc:sldMkLst>
      </pc:sldChg>
      <pc:sldChg chg="modSp">
        <pc:chgData name="Hayato Ishida" userId="585fa0fa6384767c" providerId="LiveId" clId="{56737DEC-A12D-4052-99F9-176D6147A5E3}" dt="2025-05-06T03:36:01.606" v="20"/>
        <pc:sldMkLst>
          <pc:docMk/>
          <pc:sldMk cId="829368001" sldId="417"/>
        </pc:sldMkLst>
      </pc:sldChg>
      <pc:sldChg chg="modSp">
        <pc:chgData name="Hayato Ishida" userId="585fa0fa6384767c" providerId="LiveId" clId="{56737DEC-A12D-4052-99F9-176D6147A5E3}" dt="2025-05-06T03:36:01.606" v="20"/>
        <pc:sldMkLst>
          <pc:docMk/>
          <pc:sldMk cId="4289303656" sldId="418"/>
        </pc:sldMkLst>
      </pc:sldChg>
      <pc:sldChg chg="modSp mod">
        <pc:chgData name="Hayato Ishida" userId="585fa0fa6384767c" providerId="LiveId" clId="{56737DEC-A12D-4052-99F9-176D6147A5E3}" dt="2025-05-14T05:15:01.109" v="1392" actId="114"/>
        <pc:sldMkLst>
          <pc:docMk/>
          <pc:sldMk cId="3557255328" sldId="419"/>
        </pc:sldMkLst>
      </pc:sldChg>
      <pc:sldChg chg="delSp modSp mod">
        <pc:chgData name="Hayato Ishida" userId="585fa0fa6384767c" providerId="LiveId" clId="{56737DEC-A12D-4052-99F9-176D6147A5E3}" dt="2025-05-15T04:00:12.368" v="2398"/>
        <pc:sldMkLst>
          <pc:docMk/>
          <pc:sldMk cId="3216369774" sldId="420"/>
        </pc:sldMkLst>
      </pc:sldChg>
      <pc:sldChg chg="modSp">
        <pc:chgData name="Hayato Ishida" userId="585fa0fa6384767c" providerId="LiveId" clId="{56737DEC-A12D-4052-99F9-176D6147A5E3}" dt="2025-05-09T12:48:27.716" v="369"/>
        <pc:sldMkLst>
          <pc:docMk/>
          <pc:sldMk cId="2197824765" sldId="421"/>
        </pc:sldMkLst>
      </pc:sldChg>
      <pc:sldChg chg="modSp mod">
        <pc:chgData name="Hayato Ishida" userId="585fa0fa6384767c" providerId="LiveId" clId="{56737DEC-A12D-4052-99F9-176D6147A5E3}" dt="2025-05-05T14:01:14.566" v="15" actId="179"/>
        <pc:sldMkLst>
          <pc:docMk/>
          <pc:sldMk cId="4133839959" sldId="423"/>
        </pc:sldMkLst>
      </pc:sldChg>
      <pc:sldChg chg="addSp delSp modSp mod">
        <pc:chgData name="Hayato Ishida" userId="585fa0fa6384767c" providerId="LiveId" clId="{56737DEC-A12D-4052-99F9-176D6147A5E3}" dt="2025-05-14T05:00:45.221" v="976" actId="1076"/>
        <pc:sldMkLst>
          <pc:docMk/>
          <pc:sldMk cId="2513049136" sldId="425"/>
        </pc:sldMkLst>
      </pc:sldChg>
      <pc:sldChg chg="modSp mod">
        <pc:chgData name="Hayato Ishida" userId="585fa0fa6384767c" providerId="LiveId" clId="{56737DEC-A12D-4052-99F9-176D6147A5E3}" dt="2025-05-05T14:01:43.766" v="16"/>
        <pc:sldMkLst>
          <pc:docMk/>
          <pc:sldMk cId="3696088745" sldId="426"/>
        </pc:sldMkLst>
      </pc:sldChg>
      <pc:sldChg chg="addSp delSp modSp add mod">
        <pc:chgData name="Hayato Ishida" userId="585fa0fa6384767c" providerId="LiveId" clId="{56737DEC-A12D-4052-99F9-176D6147A5E3}" dt="2025-05-09T16:04:48.992" v="764"/>
        <pc:sldMkLst>
          <pc:docMk/>
          <pc:sldMk cId="2358728378" sldId="430"/>
        </pc:sldMkLst>
      </pc:sldChg>
      <pc:sldChg chg="add">
        <pc:chgData name="Hayato Ishida" userId="585fa0fa6384767c" providerId="LiveId" clId="{56737DEC-A12D-4052-99F9-176D6147A5E3}" dt="2025-05-14T05:03:26.416" v="977" actId="2890"/>
        <pc:sldMkLst>
          <pc:docMk/>
          <pc:sldMk cId="995418674" sldId="431"/>
        </pc:sldMkLst>
      </pc:sldChg>
    </pc:docChg>
  </pc:docChgLst>
  <pc:docChgLst>
    <pc:chgData name="Hayato Ishida" userId="585fa0fa6384767c" providerId="LiveId" clId="{02F1B565-0EE6-49B6-8A4B-0E13D368A9AE}"/>
    <pc:docChg chg="undo redo custSel addSld delSld modSld">
      <pc:chgData name="Hayato Ishida" userId="585fa0fa6384767c" providerId="LiveId" clId="{02F1B565-0EE6-49B6-8A4B-0E13D368A9AE}" dt="2025-06-06T05:05:35.707" v="8797" actId="20577"/>
      <pc:docMkLst>
        <pc:docMk/>
      </pc:docMkLst>
      <pc:sldChg chg="addSp modSp mod">
        <pc:chgData name="Hayato Ishida" userId="585fa0fa6384767c" providerId="LiveId" clId="{02F1B565-0EE6-49B6-8A4B-0E13D368A9AE}" dt="2025-06-05T16:08:11.280" v="300" actId="20577"/>
        <pc:sldMkLst>
          <pc:docMk/>
          <pc:sldMk cId="3878715192" sldId="256"/>
        </pc:sldMkLst>
      </pc:sldChg>
      <pc:sldChg chg="modSp">
        <pc:chgData name="Hayato Ishida" userId="585fa0fa6384767c" providerId="LiveId" clId="{02F1B565-0EE6-49B6-8A4B-0E13D368A9AE}" dt="2025-06-05T16:09:22.519" v="301"/>
        <pc:sldMkLst>
          <pc:docMk/>
          <pc:sldMk cId="1023418167" sldId="259"/>
        </pc:sldMkLst>
      </pc:sldChg>
      <pc:sldChg chg="del">
        <pc:chgData name="Hayato Ishida" userId="585fa0fa6384767c" providerId="LiveId" clId="{02F1B565-0EE6-49B6-8A4B-0E13D368A9AE}" dt="2025-06-05T15:27:51.254" v="40" actId="47"/>
        <pc:sldMkLst>
          <pc:docMk/>
          <pc:sldMk cId="3041246571" sldId="295"/>
        </pc:sldMkLst>
      </pc:sldChg>
      <pc:sldChg chg="modSp mod">
        <pc:chgData name="Hayato Ishida" userId="585fa0fa6384767c" providerId="LiveId" clId="{02F1B565-0EE6-49B6-8A4B-0E13D368A9AE}" dt="2025-06-05T17:06:37.429" v="1749" actId="403"/>
        <pc:sldMkLst>
          <pc:docMk/>
          <pc:sldMk cId="1611154314" sldId="325"/>
        </pc:sldMkLst>
      </pc:sldChg>
      <pc:sldChg chg="modSp mod">
        <pc:chgData name="Hayato Ishida" userId="585fa0fa6384767c" providerId="LiveId" clId="{02F1B565-0EE6-49B6-8A4B-0E13D368A9AE}" dt="2025-06-05T17:06:44.898" v="1751" actId="403"/>
        <pc:sldMkLst>
          <pc:docMk/>
          <pc:sldMk cId="4021934138" sldId="326"/>
        </pc:sldMkLst>
      </pc:sldChg>
      <pc:sldChg chg="modSp del">
        <pc:chgData name="Hayato Ishida" userId="585fa0fa6384767c" providerId="LiveId" clId="{02F1B565-0EE6-49B6-8A4B-0E13D368A9AE}" dt="2025-06-05T15:22:57.478" v="22" actId="47"/>
        <pc:sldMkLst>
          <pc:docMk/>
          <pc:sldMk cId="3715280376" sldId="330"/>
        </pc:sldMkLst>
      </pc:sldChg>
      <pc:sldChg chg="modSp del">
        <pc:chgData name="Hayato Ishida" userId="585fa0fa6384767c" providerId="LiveId" clId="{02F1B565-0EE6-49B6-8A4B-0E13D368A9AE}" dt="2025-06-05T15:27:26.928" v="31" actId="47"/>
        <pc:sldMkLst>
          <pc:docMk/>
          <pc:sldMk cId="2302870219" sldId="336"/>
        </pc:sldMkLst>
      </pc:sldChg>
      <pc:sldChg chg="modSp del">
        <pc:chgData name="Hayato Ishida" userId="585fa0fa6384767c" providerId="LiveId" clId="{02F1B565-0EE6-49B6-8A4B-0E13D368A9AE}" dt="2025-06-05T15:24:29.208" v="26" actId="47"/>
        <pc:sldMkLst>
          <pc:docMk/>
          <pc:sldMk cId="1235012594" sldId="354"/>
        </pc:sldMkLst>
      </pc:sldChg>
      <pc:sldChg chg="modSp">
        <pc:chgData name="Hayato Ishida" userId="585fa0fa6384767c" providerId="LiveId" clId="{02F1B565-0EE6-49B6-8A4B-0E13D368A9AE}" dt="2025-06-05T15:22:50.364" v="21"/>
        <pc:sldMkLst>
          <pc:docMk/>
          <pc:sldMk cId="1076303486" sldId="357"/>
        </pc:sldMkLst>
      </pc:sldChg>
      <pc:sldChg chg="modSp mod">
        <pc:chgData name="Hayato Ishida" userId="585fa0fa6384767c" providerId="LiveId" clId="{02F1B565-0EE6-49B6-8A4B-0E13D368A9AE}" dt="2025-06-06T05:05:35.707" v="8797" actId="20577"/>
        <pc:sldMkLst>
          <pc:docMk/>
          <pc:sldMk cId="3698040718" sldId="358"/>
        </pc:sldMkLst>
      </pc:sldChg>
      <pc:sldChg chg="modSp mod">
        <pc:chgData name="Hayato Ishida" userId="585fa0fa6384767c" providerId="LiveId" clId="{02F1B565-0EE6-49B6-8A4B-0E13D368A9AE}" dt="2025-06-06T02:39:29.413" v="4511" actId="113"/>
        <pc:sldMkLst>
          <pc:docMk/>
          <pc:sldMk cId="338585644" sldId="408"/>
        </pc:sldMkLst>
      </pc:sldChg>
      <pc:sldChg chg="modSp del">
        <pc:chgData name="Hayato Ishida" userId="585fa0fa6384767c" providerId="LiveId" clId="{02F1B565-0EE6-49B6-8A4B-0E13D368A9AE}" dt="2025-06-05T15:23:07.275" v="23" actId="47"/>
        <pc:sldMkLst>
          <pc:docMk/>
          <pc:sldMk cId="3745997300" sldId="409"/>
        </pc:sldMkLst>
      </pc:sldChg>
      <pc:sldChg chg="addSp delSp modSp mod">
        <pc:chgData name="Hayato Ishida" userId="585fa0fa6384767c" providerId="LiveId" clId="{02F1B565-0EE6-49B6-8A4B-0E13D368A9AE}" dt="2025-06-05T20:37:39.277" v="3464" actId="20577"/>
        <pc:sldMkLst>
          <pc:docMk/>
          <pc:sldMk cId="3349711410" sldId="410"/>
        </pc:sldMkLst>
      </pc:sldChg>
      <pc:sldChg chg="modSp del">
        <pc:chgData name="Hayato Ishida" userId="585fa0fa6384767c" providerId="LiveId" clId="{02F1B565-0EE6-49B6-8A4B-0E13D368A9AE}" dt="2025-06-05T15:24:40.123" v="27" actId="47"/>
        <pc:sldMkLst>
          <pc:docMk/>
          <pc:sldMk cId="576098997" sldId="411"/>
        </pc:sldMkLst>
      </pc:sldChg>
      <pc:sldChg chg="modSp del">
        <pc:chgData name="Hayato Ishida" userId="585fa0fa6384767c" providerId="LiveId" clId="{02F1B565-0EE6-49B6-8A4B-0E13D368A9AE}" dt="2025-06-05T15:24:40.123" v="27" actId="47"/>
        <pc:sldMkLst>
          <pc:docMk/>
          <pc:sldMk cId="3465021867" sldId="412"/>
        </pc:sldMkLst>
      </pc:sldChg>
      <pc:sldChg chg="modSp del">
        <pc:chgData name="Hayato Ishida" userId="585fa0fa6384767c" providerId="LiveId" clId="{02F1B565-0EE6-49B6-8A4B-0E13D368A9AE}" dt="2025-06-05T15:24:40.123" v="27" actId="47"/>
        <pc:sldMkLst>
          <pc:docMk/>
          <pc:sldMk cId="3384255611" sldId="413"/>
        </pc:sldMkLst>
      </pc:sldChg>
      <pc:sldChg chg="modSp del">
        <pc:chgData name="Hayato Ishida" userId="585fa0fa6384767c" providerId="LiveId" clId="{02F1B565-0EE6-49B6-8A4B-0E13D368A9AE}" dt="2025-06-05T15:24:40.123" v="27" actId="47"/>
        <pc:sldMkLst>
          <pc:docMk/>
          <pc:sldMk cId="2586666217" sldId="414"/>
        </pc:sldMkLst>
      </pc:sldChg>
      <pc:sldChg chg="modSp del">
        <pc:chgData name="Hayato Ishida" userId="585fa0fa6384767c" providerId="LiveId" clId="{02F1B565-0EE6-49B6-8A4B-0E13D368A9AE}" dt="2025-06-05T15:24:40.123" v="27" actId="47"/>
        <pc:sldMkLst>
          <pc:docMk/>
          <pc:sldMk cId="3597829660" sldId="415"/>
        </pc:sldMkLst>
      </pc:sldChg>
      <pc:sldChg chg="modSp del">
        <pc:chgData name="Hayato Ishida" userId="585fa0fa6384767c" providerId="LiveId" clId="{02F1B565-0EE6-49B6-8A4B-0E13D368A9AE}" dt="2025-06-05T15:24:40.123" v="27" actId="47"/>
        <pc:sldMkLst>
          <pc:docMk/>
          <pc:sldMk cId="3320955932" sldId="416"/>
        </pc:sldMkLst>
      </pc:sldChg>
      <pc:sldChg chg="modSp del">
        <pc:chgData name="Hayato Ishida" userId="585fa0fa6384767c" providerId="LiveId" clId="{02F1B565-0EE6-49B6-8A4B-0E13D368A9AE}" dt="2025-06-05T15:27:22.959" v="30" actId="47"/>
        <pc:sldMkLst>
          <pc:docMk/>
          <pc:sldMk cId="829368001" sldId="417"/>
        </pc:sldMkLst>
      </pc:sldChg>
      <pc:sldChg chg="modSp del">
        <pc:chgData name="Hayato Ishida" userId="585fa0fa6384767c" providerId="LiveId" clId="{02F1B565-0EE6-49B6-8A4B-0E13D368A9AE}" dt="2025-06-05T15:27:22.959" v="30" actId="47"/>
        <pc:sldMkLst>
          <pc:docMk/>
          <pc:sldMk cId="4289303656" sldId="418"/>
        </pc:sldMkLst>
      </pc:sldChg>
      <pc:sldChg chg="modSp del">
        <pc:chgData name="Hayato Ishida" userId="585fa0fa6384767c" providerId="LiveId" clId="{02F1B565-0EE6-49B6-8A4B-0E13D368A9AE}" dt="2025-06-05T15:27:22.959" v="30" actId="47"/>
        <pc:sldMkLst>
          <pc:docMk/>
          <pc:sldMk cId="3557255328" sldId="419"/>
        </pc:sldMkLst>
      </pc:sldChg>
      <pc:sldChg chg="modSp del mod">
        <pc:chgData name="Hayato Ishida" userId="585fa0fa6384767c" providerId="LiveId" clId="{02F1B565-0EE6-49B6-8A4B-0E13D368A9AE}" dt="2025-06-05T17:07:48.101" v="1779" actId="47"/>
        <pc:sldMkLst>
          <pc:docMk/>
          <pc:sldMk cId="3216369774" sldId="420"/>
        </pc:sldMkLst>
      </pc:sldChg>
      <pc:sldChg chg="modSp">
        <pc:chgData name="Hayato Ishida" userId="585fa0fa6384767c" providerId="LiveId" clId="{02F1B565-0EE6-49B6-8A4B-0E13D368A9AE}" dt="2025-06-05T17:06:25.978" v="1747"/>
        <pc:sldMkLst>
          <pc:docMk/>
          <pc:sldMk cId="2197824765" sldId="421"/>
        </pc:sldMkLst>
      </pc:sldChg>
      <pc:sldChg chg="modSp mod">
        <pc:chgData name="Hayato Ishida" userId="585fa0fa6384767c" providerId="LiveId" clId="{02F1B565-0EE6-49B6-8A4B-0E13D368A9AE}" dt="2025-06-06T02:54:20.496" v="4822" actId="20577"/>
        <pc:sldMkLst>
          <pc:docMk/>
          <pc:sldMk cId="4133839959" sldId="423"/>
        </pc:sldMkLst>
      </pc:sldChg>
      <pc:sldChg chg="del">
        <pc:chgData name="Hayato Ishida" userId="585fa0fa6384767c" providerId="LiveId" clId="{02F1B565-0EE6-49B6-8A4B-0E13D368A9AE}" dt="2025-06-05T15:27:51.254" v="40" actId="47"/>
        <pc:sldMkLst>
          <pc:docMk/>
          <pc:sldMk cId="3356094221" sldId="424"/>
        </pc:sldMkLst>
      </pc:sldChg>
      <pc:sldChg chg="modSp add mod">
        <pc:chgData name="Hayato Ishida" userId="585fa0fa6384767c" providerId="LiveId" clId="{02F1B565-0EE6-49B6-8A4B-0E13D368A9AE}" dt="2025-06-06T02:55:41.303" v="4831" actId="21"/>
        <pc:sldMkLst>
          <pc:docMk/>
          <pc:sldMk cId="3767970116" sldId="424"/>
        </pc:sldMkLst>
      </pc:sldChg>
      <pc:sldChg chg="addSp delSp modSp add mod">
        <pc:chgData name="Hayato Ishida" userId="585fa0fa6384767c" providerId="LiveId" clId="{02F1B565-0EE6-49B6-8A4B-0E13D368A9AE}" dt="2025-06-05T17:29:05.182" v="1853" actId="113"/>
        <pc:sldMkLst>
          <pc:docMk/>
          <pc:sldMk cId="2013124192" sldId="425"/>
        </pc:sldMkLst>
      </pc:sldChg>
      <pc:sldChg chg="modSp del">
        <pc:chgData name="Hayato Ishida" userId="585fa0fa6384767c" providerId="LiveId" clId="{02F1B565-0EE6-49B6-8A4B-0E13D368A9AE}" dt="2025-06-05T15:27:22.959" v="30" actId="47"/>
        <pc:sldMkLst>
          <pc:docMk/>
          <pc:sldMk cId="2513049136" sldId="425"/>
        </pc:sldMkLst>
      </pc:sldChg>
      <pc:sldChg chg="modSp add mod">
        <pc:chgData name="Hayato Ishida" userId="585fa0fa6384767c" providerId="LiveId" clId="{02F1B565-0EE6-49B6-8A4B-0E13D368A9AE}" dt="2025-06-06T03:16:00.071" v="5607" actId="113"/>
        <pc:sldMkLst>
          <pc:docMk/>
          <pc:sldMk cId="2583363301" sldId="426"/>
        </pc:sldMkLst>
      </pc:sldChg>
      <pc:sldChg chg="del">
        <pc:chgData name="Hayato Ishida" userId="585fa0fa6384767c" providerId="LiveId" clId="{02F1B565-0EE6-49B6-8A4B-0E13D368A9AE}" dt="2025-06-05T15:27:51.254" v="40" actId="47"/>
        <pc:sldMkLst>
          <pc:docMk/>
          <pc:sldMk cId="3696088745" sldId="426"/>
        </pc:sldMkLst>
      </pc:sldChg>
      <pc:sldChg chg="modSp add mod">
        <pc:chgData name="Hayato Ishida" userId="585fa0fa6384767c" providerId="LiveId" clId="{02F1B565-0EE6-49B6-8A4B-0E13D368A9AE}" dt="2025-06-06T03:23:18.167" v="5930" actId="113"/>
        <pc:sldMkLst>
          <pc:docMk/>
          <pc:sldMk cId="2260340210" sldId="427"/>
        </pc:sldMkLst>
      </pc:sldChg>
      <pc:sldChg chg="addSp modSp add mod">
        <pc:chgData name="Hayato Ishida" userId="585fa0fa6384767c" providerId="LiveId" clId="{02F1B565-0EE6-49B6-8A4B-0E13D368A9AE}" dt="2025-06-06T04:57:41.271" v="8166" actId="1076"/>
        <pc:sldMkLst>
          <pc:docMk/>
          <pc:sldMk cId="2943454733" sldId="428"/>
        </pc:sldMkLst>
      </pc:sldChg>
      <pc:sldChg chg="addSp delSp modSp add mod">
        <pc:chgData name="Hayato Ishida" userId="585fa0fa6384767c" providerId="LiveId" clId="{02F1B565-0EE6-49B6-8A4B-0E13D368A9AE}" dt="2025-06-06T04:57:13.469" v="8162" actId="1076"/>
        <pc:sldMkLst>
          <pc:docMk/>
          <pc:sldMk cId="459301529" sldId="429"/>
        </pc:sldMkLst>
      </pc:sldChg>
      <pc:sldChg chg="modSp del">
        <pc:chgData name="Hayato Ishida" userId="585fa0fa6384767c" providerId="LiveId" clId="{02F1B565-0EE6-49B6-8A4B-0E13D368A9AE}" dt="2025-06-05T15:24:40.123" v="27" actId="47"/>
        <pc:sldMkLst>
          <pc:docMk/>
          <pc:sldMk cId="2358728378" sldId="430"/>
        </pc:sldMkLst>
      </pc:sldChg>
      <pc:sldChg chg="addSp delSp modSp add mod">
        <pc:chgData name="Hayato Ishida" userId="585fa0fa6384767c" providerId="LiveId" clId="{02F1B565-0EE6-49B6-8A4B-0E13D368A9AE}" dt="2025-06-06T04:57:26.979" v="8164" actId="1076"/>
        <pc:sldMkLst>
          <pc:docMk/>
          <pc:sldMk cId="2370692564" sldId="430"/>
        </pc:sldMkLst>
      </pc:sldChg>
      <pc:sldChg chg="modSp add mod">
        <pc:chgData name="Hayato Ishida" userId="585fa0fa6384767c" providerId="LiveId" clId="{02F1B565-0EE6-49B6-8A4B-0E13D368A9AE}" dt="2025-06-06T02:55:47.920" v="4834" actId="20577"/>
        <pc:sldMkLst>
          <pc:docMk/>
          <pc:sldMk cId="398832387" sldId="431"/>
        </pc:sldMkLst>
      </pc:sldChg>
      <pc:sldChg chg="modSp del">
        <pc:chgData name="Hayato Ishida" userId="585fa0fa6384767c" providerId="LiveId" clId="{02F1B565-0EE6-49B6-8A4B-0E13D368A9AE}" dt="2025-06-05T15:27:29.787" v="32" actId="47"/>
        <pc:sldMkLst>
          <pc:docMk/>
          <pc:sldMk cId="995418674" sldId="431"/>
        </pc:sldMkLst>
      </pc:sldChg>
      <pc:sldChg chg="addSp delSp modSp add del mod">
        <pc:chgData name="Hayato Ishida" userId="585fa0fa6384767c" providerId="LiveId" clId="{02F1B565-0EE6-49B6-8A4B-0E13D368A9AE}" dt="2025-06-06T02:29:47.065" v="4011" actId="47"/>
        <pc:sldMkLst>
          <pc:docMk/>
          <pc:sldMk cId="1673667208" sldId="431"/>
        </pc:sldMkLst>
      </pc:sldChg>
      <pc:sldChg chg="modSp add mod">
        <pc:chgData name="Hayato Ishida" userId="585fa0fa6384767c" providerId="LiveId" clId="{02F1B565-0EE6-49B6-8A4B-0E13D368A9AE}" dt="2025-06-06T03:33:34.699" v="6705" actId="20577"/>
        <pc:sldMkLst>
          <pc:docMk/>
          <pc:sldMk cId="1277894446" sldId="432"/>
        </pc:sldMkLst>
      </pc:sldChg>
      <pc:sldChg chg="addSp delSp modSp add del mod">
        <pc:chgData name="Hayato Ishida" userId="585fa0fa6384767c" providerId="LiveId" clId="{02F1B565-0EE6-49B6-8A4B-0E13D368A9AE}" dt="2025-06-06T02:29:47.065" v="4011" actId="47"/>
        <pc:sldMkLst>
          <pc:docMk/>
          <pc:sldMk cId="3681410001" sldId="432"/>
        </pc:sldMkLst>
      </pc:sldChg>
      <pc:sldChg chg="delSp modSp add mod">
        <pc:chgData name="Hayato Ishida" userId="585fa0fa6384767c" providerId="LiveId" clId="{02F1B565-0EE6-49B6-8A4B-0E13D368A9AE}" dt="2025-06-06T05:00:17.566" v="8342" actId="20577"/>
        <pc:sldMkLst>
          <pc:docMk/>
          <pc:sldMk cId="3731261927" sldId="433"/>
        </pc:sldMkLst>
      </pc:sldChg>
    </pc:docChg>
  </pc:docChgLst>
  <pc:docChgLst>
    <pc:chgData name="Hayato Ishida" userId="585fa0fa6384767c" providerId="LiveId" clId="{B49293EB-8B8D-4808-B569-E52DFBD5EE4D}"/>
    <pc:docChg chg="undo custSel addSld delSld modSld sldOrd">
      <pc:chgData name="Hayato Ishida" userId="585fa0fa6384767c" providerId="LiveId" clId="{B49293EB-8B8D-4808-B569-E52DFBD5EE4D}" dt="2025-09-01T03:33:47.736" v="14"/>
      <pc:docMkLst>
        <pc:docMk/>
      </pc:docMkLst>
      <pc:sldChg chg="del">
        <pc:chgData name="Hayato Ishida" userId="585fa0fa6384767c" providerId="LiveId" clId="{B49293EB-8B8D-4808-B569-E52DFBD5EE4D}" dt="2025-08-31T18:00:23.068" v="2" actId="47"/>
        <pc:sldMkLst>
          <pc:docMk/>
          <pc:sldMk cId="155858466" sldId="286"/>
        </pc:sldMkLst>
      </pc:sldChg>
      <pc:sldChg chg="addSp delSp modSp mod">
        <pc:chgData name="Hayato Ishida" userId="585fa0fa6384767c" providerId="LiveId" clId="{B49293EB-8B8D-4808-B569-E52DFBD5EE4D}" dt="2025-08-31T18:03:33.814" v="10"/>
        <pc:sldMkLst>
          <pc:docMk/>
          <pc:sldMk cId="654251065" sldId="287"/>
        </pc:sldMkLst>
        <pc:spChg chg="del">
          <ac:chgData name="Hayato Ishida" userId="585fa0fa6384767c" providerId="LiveId" clId="{B49293EB-8B8D-4808-B569-E52DFBD5EE4D}" dt="2025-08-31T18:00:18.625" v="0" actId="478"/>
          <ac:spMkLst>
            <pc:docMk/>
            <pc:sldMk cId="654251065" sldId="287"/>
            <ac:spMk id="2" creationId="{6E8C9544-8492-7049-EBB8-B905A9824E76}"/>
          </ac:spMkLst>
        </pc:spChg>
        <pc:spChg chg="add del mod">
          <ac:chgData name="Hayato Ishida" userId="585fa0fa6384767c" providerId="LiveId" clId="{B49293EB-8B8D-4808-B569-E52DFBD5EE4D}" dt="2025-08-31T18:00:19.826" v="1" actId="478"/>
          <ac:spMkLst>
            <pc:docMk/>
            <pc:sldMk cId="654251065" sldId="287"/>
            <ac:spMk id="4" creationId="{6D649EFF-63E2-5164-9341-B5B1BC8533C7}"/>
          </ac:spMkLst>
        </pc:spChg>
        <pc:spChg chg="del">
          <ac:chgData name="Hayato Ishida" userId="585fa0fa6384767c" providerId="LiveId" clId="{B49293EB-8B8D-4808-B569-E52DFBD5EE4D}" dt="2025-08-31T18:00:18.625" v="0" actId="478"/>
          <ac:spMkLst>
            <pc:docMk/>
            <pc:sldMk cId="654251065" sldId="287"/>
            <ac:spMk id="6" creationId="{3C7F9C4B-DAAF-1B5F-C72A-FAA4599E739C}"/>
          </ac:spMkLst>
        </pc:spChg>
        <pc:spChg chg="del">
          <ac:chgData name="Hayato Ishida" userId="585fa0fa6384767c" providerId="LiveId" clId="{B49293EB-8B8D-4808-B569-E52DFBD5EE4D}" dt="2025-08-31T18:00:18.625" v="0" actId="478"/>
          <ac:spMkLst>
            <pc:docMk/>
            <pc:sldMk cId="654251065" sldId="287"/>
            <ac:spMk id="7" creationId="{DDCDB7E3-42A5-B3A7-E3E8-B2F58B8B703A}"/>
          </ac:spMkLst>
        </pc:spChg>
        <pc:spChg chg="add del mod">
          <ac:chgData name="Hayato Ishida" userId="585fa0fa6384767c" providerId="LiveId" clId="{B49293EB-8B8D-4808-B569-E52DFBD5EE4D}" dt="2025-08-31T18:00:19.826" v="1" actId="478"/>
          <ac:spMkLst>
            <pc:docMk/>
            <pc:sldMk cId="654251065" sldId="287"/>
            <ac:spMk id="8" creationId="{BEADA661-45C6-1C1C-0A95-7C422DCAE5AC}"/>
          </ac:spMkLst>
        </pc:spChg>
        <pc:spChg chg="add mod">
          <ac:chgData name="Hayato Ishida" userId="585fa0fa6384767c" providerId="LiveId" clId="{B49293EB-8B8D-4808-B569-E52DFBD5EE4D}" dt="2025-08-31T18:03:33.814" v="10"/>
          <ac:spMkLst>
            <pc:docMk/>
            <pc:sldMk cId="654251065" sldId="287"/>
            <ac:spMk id="9" creationId="{6D516BB5-CCBE-3860-18EE-5D79156B46E4}"/>
          </ac:spMkLst>
        </pc:spChg>
        <pc:spChg chg="add mod">
          <ac:chgData name="Hayato Ishida" userId="585fa0fa6384767c" providerId="LiveId" clId="{B49293EB-8B8D-4808-B569-E52DFBD5EE4D}" dt="2025-08-31T18:03:33.814" v="10"/>
          <ac:spMkLst>
            <pc:docMk/>
            <pc:sldMk cId="654251065" sldId="287"/>
            <ac:spMk id="10" creationId="{1C081F59-CFD7-6686-A7D0-2A773A34BDD1}"/>
          </ac:spMkLst>
        </pc:spChg>
        <pc:spChg chg="add mod">
          <ac:chgData name="Hayato Ishida" userId="585fa0fa6384767c" providerId="LiveId" clId="{B49293EB-8B8D-4808-B569-E52DFBD5EE4D}" dt="2025-08-31T18:03:33.814" v="10"/>
          <ac:spMkLst>
            <pc:docMk/>
            <pc:sldMk cId="654251065" sldId="287"/>
            <ac:spMk id="11" creationId="{20E3EB1C-1D70-BA7C-308C-8FF00E751833}"/>
          </ac:spMkLst>
        </pc:spChg>
        <pc:picChg chg="del">
          <ac:chgData name="Hayato Ishida" userId="585fa0fa6384767c" providerId="LiveId" clId="{B49293EB-8B8D-4808-B569-E52DFBD5EE4D}" dt="2025-08-31T18:00:18.625" v="0" actId="478"/>
          <ac:picMkLst>
            <pc:docMk/>
            <pc:sldMk cId="654251065" sldId="287"/>
            <ac:picMk id="12" creationId="{5153A7F6-F1EE-57FF-46F7-30814F888C83}"/>
          </ac:picMkLst>
        </pc:picChg>
        <pc:picChg chg="add mod">
          <ac:chgData name="Hayato Ishida" userId="585fa0fa6384767c" providerId="LiveId" clId="{B49293EB-8B8D-4808-B569-E52DFBD5EE4D}" dt="2025-08-31T18:03:33.814" v="10"/>
          <ac:picMkLst>
            <pc:docMk/>
            <pc:sldMk cId="654251065" sldId="287"/>
            <ac:picMk id="13" creationId="{C442C247-C5B0-89CA-03D2-E26A52392266}"/>
          </ac:picMkLst>
        </pc:picChg>
      </pc:sldChg>
      <pc:sldChg chg="del">
        <pc:chgData name="Hayato Ishida" userId="585fa0fa6384767c" providerId="LiveId" clId="{B49293EB-8B8D-4808-B569-E52DFBD5EE4D}" dt="2025-08-31T18:00:23.068" v="2" actId="47"/>
        <pc:sldMkLst>
          <pc:docMk/>
          <pc:sldMk cId="3064566856" sldId="387"/>
        </pc:sldMkLst>
      </pc:sldChg>
      <pc:sldChg chg="addSp modSp add del ord">
        <pc:chgData name="Hayato Ishida" userId="585fa0fa6384767c" providerId="LiveId" clId="{B49293EB-8B8D-4808-B569-E52DFBD5EE4D}" dt="2025-08-31T18:05:31.036" v="11"/>
        <pc:sldMkLst>
          <pc:docMk/>
          <pc:sldMk cId="2214455020" sldId="434"/>
        </pc:sldMkLst>
        <pc:spChg chg="add mod">
          <ac:chgData name="Hayato Ishida" userId="585fa0fa6384767c" providerId="LiveId" clId="{B49293EB-8B8D-4808-B569-E52DFBD5EE4D}" dt="2025-08-31T18:05:31.036" v="11"/>
          <ac:spMkLst>
            <pc:docMk/>
            <pc:sldMk cId="2214455020" sldId="434"/>
            <ac:spMk id="2" creationId="{2A5DE78D-D4B6-6B88-2133-D0705F266C2D}"/>
          </ac:spMkLst>
        </pc:spChg>
        <pc:spChg chg="add mod">
          <ac:chgData name="Hayato Ishida" userId="585fa0fa6384767c" providerId="LiveId" clId="{B49293EB-8B8D-4808-B569-E52DFBD5EE4D}" dt="2025-08-31T18:05:31.036" v="11"/>
          <ac:spMkLst>
            <pc:docMk/>
            <pc:sldMk cId="2214455020" sldId="434"/>
            <ac:spMk id="3" creationId="{5D975BC6-0BC5-326D-F2B7-2C87A4DBB850}"/>
          </ac:spMkLst>
        </pc:spChg>
        <pc:spChg chg="add mod">
          <ac:chgData name="Hayato Ishida" userId="585fa0fa6384767c" providerId="LiveId" clId="{B49293EB-8B8D-4808-B569-E52DFBD5EE4D}" dt="2025-08-31T18:05:31.036" v="11"/>
          <ac:spMkLst>
            <pc:docMk/>
            <pc:sldMk cId="2214455020" sldId="434"/>
            <ac:spMk id="4" creationId="{D2F7649A-5584-BE56-893A-A0B47C20A8E9}"/>
          </ac:spMkLst>
        </pc:spChg>
      </pc:sldChg>
      <pc:sldChg chg="addSp modSp add">
        <pc:chgData name="Hayato Ishida" userId="585fa0fa6384767c" providerId="LiveId" clId="{B49293EB-8B8D-4808-B569-E52DFBD5EE4D}" dt="2025-09-01T03:33:47.736" v="14"/>
        <pc:sldMkLst>
          <pc:docMk/>
          <pc:sldMk cId="2694815974" sldId="435"/>
        </pc:sldMkLst>
        <pc:spChg chg="add mod">
          <ac:chgData name="Hayato Ishida" userId="585fa0fa6384767c" providerId="LiveId" clId="{B49293EB-8B8D-4808-B569-E52DFBD5EE4D}" dt="2025-08-31T18:09:27.654" v="13"/>
          <ac:spMkLst>
            <pc:docMk/>
            <pc:sldMk cId="2694815974" sldId="435"/>
            <ac:spMk id="2" creationId="{5EB8FAED-72DE-9BAD-7ED2-EC568475A00A}"/>
          </ac:spMkLst>
        </pc:spChg>
        <pc:spChg chg="add mod">
          <ac:chgData name="Hayato Ishida" userId="585fa0fa6384767c" providerId="LiveId" clId="{B49293EB-8B8D-4808-B569-E52DFBD5EE4D}" dt="2025-08-31T18:09:27.654" v="13"/>
          <ac:spMkLst>
            <pc:docMk/>
            <pc:sldMk cId="2694815974" sldId="435"/>
            <ac:spMk id="3" creationId="{BB987562-0618-4643-3DA7-4A219EE56FD8}"/>
          </ac:spMkLst>
        </pc:spChg>
        <pc:graphicFrameChg chg="add mod">
          <ac:chgData name="Hayato Ishida" userId="585fa0fa6384767c" providerId="LiveId" clId="{B49293EB-8B8D-4808-B569-E52DFBD5EE4D}" dt="2025-09-01T03:33:47.736" v="14"/>
          <ac:graphicFrameMkLst>
            <pc:docMk/>
            <pc:sldMk cId="2694815974" sldId="435"/>
            <ac:graphicFrameMk id="4" creationId="{5FBA7BD6-B3A3-7BAF-B334-405A991810A6}"/>
          </ac:graphicFrameMkLst>
        </pc:graphicFrameChg>
      </pc:sldChg>
      <pc:sldChg chg="addSp modSp add">
        <pc:chgData name="Hayato Ishida" userId="585fa0fa6384767c" providerId="LiveId" clId="{B49293EB-8B8D-4808-B569-E52DFBD5EE4D}" dt="2025-09-01T03:33:47.736" v="14"/>
        <pc:sldMkLst>
          <pc:docMk/>
          <pc:sldMk cId="3860119081" sldId="436"/>
        </pc:sldMkLst>
        <pc:spChg chg="add mod">
          <ac:chgData name="Hayato Ishida" userId="585fa0fa6384767c" providerId="LiveId" clId="{B49293EB-8B8D-4808-B569-E52DFBD5EE4D}" dt="2025-08-31T18:07:59.279" v="12"/>
          <ac:spMkLst>
            <pc:docMk/>
            <pc:sldMk cId="3860119081" sldId="436"/>
            <ac:spMk id="2" creationId="{DC61E3EC-BF8D-526A-3B0E-9DDCB87C2840}"/>
          </ac:spMkLst>
        </pc:spChg>
        <pc:spChg chg="add mod">
          <ac:chgData name="Hayato Ishida" userId="585fa0fa6384767c" providerId="LiveId" clId="{B49293EB-8B8D-4808-B569-E52DFBD5EE4D}" dt="2025-08-31T18:07:59.279" v="12"/>
          <ac:spMkLst>
            <pc:docMk/>
            <pc:sldMk cId="3860119081" sldId="436"/>
            <ac:spMk id="3" creationId="{1B682B13-B5EE-254B-1563-81BE1D9F5DA1}"/>
          </ac:spMkLst>
        </pc:spChg>
        <pc:graphicFrameChg chg="add mod">
          <ac:chgData name="Hayato Ishida" userId="585fa0fa6384767c" providerId="LiveId" clId="{B49293EB-8B8D-4808-B569-E52DFBD5EE4D}" dt="2025-09-01T03:33:47.736" v="14"/>
          <ac:graphicFrameMkLst>
            <pc:docMk/>
            <pc:sldMk cId="3860119081" sldId="436"/>
            <ac:graphicFrameMk id="4" creationId="{4DF3CFDE-0B73-47A9-830E-036F9ADAC97B}"/>
          </ac:graphicFrameMkLst>
        </pc:graphicFrameChg>
      </pc:sldChg>
    </pc:docChg>
  </pc:docChgLst>
  <pc:docChgLst>
    <pc:chgData name="Hayato Ishida" userId="585fa0fa6384767c" providerId="LiveId" clId="{93FBA58B-5BD4-4372-9672-C29D38E56271}"/>
    <pc:docChg chg="undo custSel addSld delSld modSld">
      <pc:chgData name="Hayato Ishida" userId="585fa0fa6384767c" providerId="LiveId" clId="{93FBA58B-5BD4-4372-9672-C29D38E56271}" dt="2025-06-06T07:39:07.716" v="6539" actId="47"/>
      <pc:docMkLst>
        <pc:docMk/>
      </pc:docMkLst>
      <pc:sldChg chg="addSp delSp modSp mod">
        <pc:chgData name="Hayato Ishida" userId="585fa0fa6384767c" providerId="LiveId" clId="{93FBA58B-5BD4-4372-9672-C29D38E56271}" dt="2025-06-06T05:14:05.175" v="13" actId="20577"/>
        <pc:sldMkLst>
          <pc:docMk/>
          <pc:sldMk cId="3878715192" sldId="256"/>
        </pc:sldMkLst>
      </pc:sldChg>
      <pc:sldChg chg="modSp">
        <pc:chgData name="Hayato Ishida" userId="585fa0fa6384767c" providerId="LiveId" clId="{93FBA58B-5BD4-4372-9672-C29D38E56271}" dt="2025-06-06T05:15:42.128" v="17"/>
        <pc:sldMkLst>
          <pc:docMk/>
          <pc:sldMk cId="1023418167" sldId="259"/>
        </pc:sldMkLst>
      </pc:sldChg>
      <pc:sldChg chg="add del">
        <pc:chgData name="Hayato Ishida" userId="585fa0fa6384767c" providerId="LiveId" clId="{93FBA58B-5BD4-4372-9672-C29D38E56271}" dt="2025-06-06T07:39:07.716" v="6539" actId="47"/>
        <pc:sldMkLst>
          <pc:docMk/>
          <pc:sldMk cId="2567433019" sldId="280"/>
        </pc:sldMkLst>
      </pc:sldChg>
      <pc:sldChg chg="add del">
        <pc:chgData name="Hayato Ishida" userId="585fa0fa6384767c" providerId="LiveId" clId="{93FBA58B-5BD4-4372-9672-C29D38E56271}" dt="2025-06-06T05:14:30.809" v="15"/>
        <pc:sldMkLst>
          <pc:docMk/>
          <pc:sldMk cId="155858466" sldId="286"/>
        </pc:sldMkLst>
      </pc:sldChg>
      <pc:sldChg chg="add del">
        <pc:chgData name="Hayato Ishida" userId="585fa0fa6384767c" providerId="LiveId" clId="{93FBA58B-5BD4-4372-9672-C29D38E56271}" dt="2025-06-06T05:14:30.809" v="15"/>
        <pc:sldMkLst>
          <pc:docMk/>
          <pc:sldMk cId="654251065" sldId="287"/>
        </pc:sldMkLst>
      </pc:sldChg>
      <pc:sldChg chg="del">
        <pc:chgData name="Hayato Ishida" userId="585fa0fa6384767c" providerId="LiveId" clId="{93FBA58B-5BD4-4372-9672-C29D38E56271}" dt="2025-06-06T05:14:27.619" v="14" actId="47"/>
        <pc:sldMkLst>
          <pc:docMk/>
          <pc:sldMk cId="210825285" sldId="311"/>
        </pc:sldMkLst>
      </pc:sldChg>
      <pc:sldChg chg="modSp">
        <pc:chgData name="Hayato Ishida" userId="585fa0fa6384767c" providerId="LiveId" clId="{93FBA58B-5BD4-4372-9672-C29D38E56271}" dt="2025-06-06T05:16:04.170" v="18"/>
        <pc:sldMkLst>
          <pc:docMk/>
          <pc:sldMk cId="1611154314" sldId="325"/>
        </pc:sldMkLst>
      </pc:sldChg>
      <pc:sldChg chg="modSp">
        <pc:chgData name="Hayato Ishida" userId="585fa0fa6384767c" providerId="LiveId" clId="{93FBA58B-5BD4-4372-9672-C29D38E56271}" dt="2025-06-06T05:16:20.259" v="19"/>
        <pc:sldMkLst>
          <pc:docMk/>
          <pc:sldMk cId="4021934138" sldId="326"/>
        </pc:sldMkLst>
      </pc:sldChg>
      <pc:sldChg chg="modSp">
        <pc:chgData name="Hayato Ishida" userId="585fa0fa6384767c" providerId="LiveId" clId="{93FBA58B-5BD4-4372-9672-C29D38E56271}" dt="2025-06-06T05:16:56.162" v="21"/>
        <pc:sldMkLst>
          <pc:docMk/>
          <pc:sldMk cId="3028957591" sldId="328"/>
        </pc:sldMkLst>
      </pc:sldChg>
      <pc:sldChg chg="modSp">
        <pc:chgData name="Hayato Ishida" userId="585fa0fa6384767c" providerId="LiveId" clId="{93FBA58B-5BD4-4372-9672-C29D38E56271}" dt="2025-06-06T05:16:29.796" v="20"/>
        <pc:sldMkLst>
          <pc:docMk/>
          <pc:sldMk cId="1076303486" sldId="357"/>
        </pc:sldMkLst>
      </pc:sldChg>
      <pc:sldChg chg="modSp mod">
        <pc:chgData name="Hayato Ishida" userId="585fa0fa6384767c" providerId="LiveId" clId="{93FBA58B-5BD4-4372-9672-C29D38E56271}" dt="2025-06-06T07:38:46.146" v="6537" actId="20577"/>
        <pc:sldMkLst>
          <pc:docMk/>
          <pc:sldMk cId="3698040718" sldId="358"/>
        </pc:sldMkLst>
      </pc:sldChg>
      <pc:sldChg chg="del">
        <pc:chgData name="Hayato Ishida" userId="585fa0fa6384767c" providerId="LiveId" clId="{93FBA58B-5BD4-4372-9672-C29D38E56271}" dt="2025-06-06T05:14:27.619" v="14" actId="47"/>
        <pc:sldMkLst>
          <pc:docMk/>
          <pc:sldMk cId="417452178" sldId="387"/>
        </pc:sldMkLst>
      </pc:sldChg>
      <pc:sldChg chg="add">
        <pc:chgData name="Hayato Ishida" userId="585fa0fa6384767c" providerId="LiveId" clId="{93FBA58B-5BD4-4372-9672-C29D38E56271}" dt="2025-06-06T05:14:30.809" v="15"/>
        <pc:sldMkLst>
          <pc:docMk/>
          <pc:sldMk cId="3064566856" sldId="387"/>
        </pc:sldMkLst>
      </pc:sldChg>
      <pc:sldChg chg="add">
        <pc:chgData name="Hayato Ishida" userId="585fa0fa6384767c" providerId="LiveId" clId="{93FBA58B-5BD4-4372-9672-C29D38E56271}" dt="2025-06-06T05:14:30.809" v="15"/>
        <pc:sldMkLst>
          <pc:docMk/>
          <pc:sldMk cId="2712671586" sldId="388"/>
        </pc:sldMkLst>
      </pc:sldChg>
      <pc:sldChg chg="del">
        <pc:chgData name="Hayato Ishida" userId="585fa0fa6384767c" providerId="LiveId" clId="{93FBA58B-5BD4-4372-9672-C29D38E56271}" dt="2025-06-06T05:14:27.619" v="14" actId="47"/>
        <pc:sldMkLst>
          <pc:docMk/>
          <pc:sldMk cId="2978262175" sldId="407"/>
        </pc:sldMkLst>
      </pc:sldChg>
      <pc:sldChg chg="modSp mod">
        <pc:chgData name="Hayato Ishida" userId="585fa0fa6384767c" providerId="LiveId" clId="{93FBA58B-5BD4-4372-9672-C29D38E56271}" dt="2025-06-06T05:28:45.305" v="1040" actId="20577"/>
        <pc:sldMkLst>
          <pc:docMk/>
          <pc:sldMk cId="338585644" sldId="408"/>
        </pc:sldMkLst>
      </pc:sldChg>
      <pc:sldChg chg="modSp mod">
        <pc:chgData name="Hayato Ishida" userId="585fa0fa6384767c" providerId="LiveId" clId="{93FBA58B-5BD4-4372-9672-C29D38E56271}" dt="2025-06-06T05:40:00.959" v="1868" actId="20577"/>
        <pc:sldMkLst>
          <pc:docMk/>
          <pc:sldMk cId="3349711410" sldId="410"/>
        </pc:sldMkLst>
      </pc:sldChg>
      <pc:sldChg chg="modSp">
        <pc:chgData name="Hayato Ishida" userId="585fa0fa6384767c" providerId="LiveId" clId="{93FBA58B-5BD4-4372-9672-C29D38E56271}" dt="2025-06-06T05:16:56.162" v="21"/>
        <pc:sldMkLst>
          <pc:docMk/>
          <pc:sldMk cId="2197824765" sldId="421"/>
        </pc:sldMkLst>
      </pc:sldChg>
      <pc:sldChg chg="modSp">
        <pc:chgData name="Hayato Ishida" userId="585fa0fa6384767c" providerId="LiveId" clId="{93FBA58B-5BD4-4372-9672-C29D38E56271}" dt="2025-06-06T05:29:29.930" v="1051"/>
        <pc:sldMkLst>
          <pc:docMk/>
          <pc:sldMk cId="4133839959" sldId="423"/>
        </pc:sldMkLst>
      </pc:sldChg>
      <pc:sldChg chg="modSp mod">
        <pc:chgData name="Hayato Ishida" userId="585fa0fa6384767c" providerId="LiveId" clId="{93FBA58B-5BD4-4372-9672-C29D38E56271}" dt="2025-06-06T05:19:24.400" v="153" actId="20577"/>
        <pc:sldMkLst>
          <pc:docMk/>
          <pc:sldMk cId="3767970116" sldId="424"/>
        </pc:sldMkLst>
      </pc:sldChg>
      <pc:sldChg chg="modSp mod">
        <pc:chgData name="Hayato Ishida" userId="585fa0fa6384767c" providerId="LiveId" clId="{93FBA58B-5BD4-4372-9672-C29D38E56271}" dt="2025-06-06T05:30:33.601" v="1127" actId="20577"/>
        <pc:sldMkLst>
          <pc:docMk/>
          <pc:sldMk cId="2013124192" sldId="425"/>
        </pc:sldMkLst>
      </pc:sldChg>
      <pc:sldChg chg="modSp mod">
        <pc:chgData name="Hayato Ishida" userId="585fa0fa6384767c" providerId="LiveId" clId="{93FBA58B-5BD4-4372-9672-C29D38E56271}" dt="2025-06-06T05:48:23.969" v="2613" actId="113"/>
        <pc:sldMkLst>
          <pc:docMk/>
          <pc:sldMk cId="2583363301" sldId="426"/>
        </pc:sldMkLst>
      </pc:sldChg>
      <pc:sldChg chg="modSp mod">
        <pc:chgData name="Hayato Ishida" userId="585fa0fa6384767c" providerId="LiveId" clId="{93FBA58B-5BD4-4372-9672-C29D38E56271}" dt="2025-06-06T06:29:45.234" v="3719" actId="113"/>
        <pc:sldMkLst>
          <pc:docMk/>
          <pc:sldMk cId="2260340210" sldId="427"/>
        </pc:sldMkLst>
      </pc:sldChg>
      <pc:sldChg chg="modSp mod">
        <pc:chgData name="Hayato Ishida" userId="585fa0fa6384767c" providerId="LiveId" clId="{93FBA58B-5BD4-4372-9672-C29D38E56271}" dt="2025-06-06T07:27:24.171" v="5293" actId="113"/>
        <pc:sldMkLst>
          <pc:docMk/>
          <pc:sldMk cId="2943454733" sldId="428"/>
        </pc:sldMkLst>
      </pc:sldChg>
      <pc:sldChg chg="modSp">
        <pc:chgData name="Hayato Ishida" userId="585fa0fa6384767c" providerId="LiveId" clId="{93FBA58B-5BD4-4372-9672-C29D38E56271}" dt="2025-06-06T05:40:27.161" v="1869"/>
        <pc:sldMkLst>
          <pc:docMk/>
          <pc:sldMk cId="459301529" sldId="429"/>
        </pc:sldMkLst>
      </pc:sldChg>
      <pc:sldChg chg="modSp">
        <pc:chgData name="Hayato Ishida" userId="585fa0fa6384767c" providerId="LiveId" clId="{93FBA58B-5BD4-4372-9672-C29D38E56271}" dt="2025-06-06T05:40:27.161" v="1869"/>
        <pc:sldMkLst>
          <pc:docMk/>
          <pc:sldMk cId="2370692564" sldId="430"/>
        </pc:sldMkLst>
      </pc:sldChg>
      <pc:sldChg chg="modSp">
        <pc:chgData name="Hayato Ishida" userId="585fa0fa6384767c" providerId="LiveId" clId="{93FBA58B-5BD4-4372-9672-C29D38E56271}" dt="2025-06-06T05:17:44.325" v="23"/>
        <pc:sldMkLst>
          <pc:docMk/>
          <pc:sldMk cId="398832387" sldId="431"/>
        </pc:sldMkLst>
      </pc:sldChg>
      <pc:sldChg chg="modSp mod">
        <pc:chgData name="Hayato Ishida" userId="585fa0fa6384767c" providerId="LiveId" clId="{93FBA58B-5BD4-4372-9672-C29D38E56271}" dt="2025-06-06T07:17:18.026" v="4608" actId="20577"/>
        <pc:sldMkLst>
          <pc:docMk/>
          <pc:sldMk cId="1277894446" sldId="432"/>
        </pc:sldMkLst>
      </pc:sldChg>
      <pc:sldChg chg="modSp mod">
        <pc:chgData name="Hayato Ishida" userId="585fa0fa6384767c" providerId="LiveId" clId="{93FBA58B-5BD4-4372-9672-C29D38E56271}" dt="2025-06-06T07:33:26.284" v="5975" actId="27636"/>
        <pc:sldMkLst>
          <pc:docMk/>
          <pc:sldMk cId="3731261927" sldId="433"/>
        </pc:sldMkLst>
      </pc:sldChg>
      <pc:sldChg chg="add">
        <pc:chgData name="Hayato Ishida" userId="585fa0fa6384767c" providerId="LiveId" clId="{93FBA58B-5BD4-4372-9672-C29D38E56271}" dt="2025-06-06T05:14:30.809" v="15"/>
        <pc:sldMkLst>
          <pc:docMk/>
          <pc:sldMk cId="1461080578" sldId="434"/>
        </pc:sldMkLst>
      </pc:sldChg>
    </pc:docChg>
  </pc:docChgLst>
  <pc:docChgLst>
    <pc:chgData name="Hayato Ishida" userId="585fa0fa6384767c" providerId="LiveId" clId="{CBF21B7F-709C-4A6B-844C-248CE3D5AA0B}"/>
    <pc:docChg chg="undo custSel delSld modSld">
      <pc:chgData name="Hayato Ishida" userId="585fa0fa6384767c" providerId="LiveId" clId="{CBF21B7F-709C-4A6B-844C-248CE3D5AA0B}" dt="2025-06-24T14:32:25.742" v="10" actId="47"/>
      <pc:docMkLst>
        <pc:docMk/>
      </pc:docMkLst>
      <pc:sldChg chg="modSp mod setBg">
        <pc:chgData name="Hayato Ishida" userId="585fa0fa6384767c" providerId="LiveId" clId="{CBF21B7F-709C-4A6B-844C-248CE3D5AA0B}" dt="2025-06-24T14:32:20.677" v="9"/>
        <pc:sldMkLst>
          <pc:docMk/>
          <pc:sldMk cId="3878715192" sldId="256"/>
        </pc:sldMkLst>
      </pc:sldChg>
      <pc:sldChg chg="setBg">
        <pc:chgData name="Hayato Ishida" userId="585fa0fa6384767c" providerId="LiveId" clId="{CBF21B7F-709C-4A6B-844C-248CE3D5AA0B}" dt="2025-06-24T14:32:20.677" v="9"/>
        <pc:sldMkLst>
          <pc:docMk/>
          <pc:sldMk cId="1023418167" sldId="259"/>
        </pc:sldMkLst>
      </pc:sldChg>
      <pc:sldChg chg="setBg">
        <pc:chgData name="Hayato Ishida" userId="585fa0fa6384767c" providerId="LiveId" clId="{CBF21B7F-709C-4A6B-844C-248CE3D5AA0B}" dt="2025-06-24T14:32:20.677" v="9"/>
        <pc:sldMkLst>
          <pc:docMk/>
          <pc:sldMk cId="2567433019" sldId="280"/>
        </pc:sldMkLst>
      </pc:sldChg>
      <pc:sldChg chg="setBg">
        <pc:chgData name="Hayato Ishida" userId="585fa0fa6384767c" providerId="LiveId" clId="{CBF21B7F-709C-4A6B-844C-248CE3D5AA0B}" dt="2025-06-24T14:32:20.677" v="9"/>
        <pc:sldMkLst>
          <pc:docMk/>
          <pc:sldMk cId="3831357621" sldId="285"/>
        </pc:sldMkLst>
      </pc:sldChg>
      <pc:sldChg chg="setBg">
        <pc:chgData name="Hayato Ishida" userId="585fa0fa6384767c" providerId="LiveId" clId="{CBF21B7F-709C-4A6B-844C-248CE3D5AA0B}" dt="2025-06-24T14:32:20.677" v="9"/>
        <pc:sldMkLst>
          <pc:docMk/>
          <pc:sldMk cId="155858466" sldId="286"/>
        </pc:sldMkLst>
      </pc:sldChg>
      <pc:sldChg chg="setBg">
        <pc:chgData name="Hayato Ishida" userId="585fa0fa6384767c" providerId="LiveId" clId="{CBF21B7F-709C-4A6B-844C-248CE3D5AA0B}" dt="2025-06-24T14:32:20.677" v="9"/>
        <pc:sldMkLst>
          <pc:docMk/>
          <pc:sldMk cId="654251065" sldId="287"/>
        </pc:sldMkLst>
      </pc:sldChg>
      <pc:sldChg chg="setBg">
        <pc:chgData name="Hayato Ishida" userId="585fa0fa6384767c" providerId="LiveId" clId="{CBF21B7F-709C-4A6B-844C-248CE3D5AA0B}" dt="2025-06-24T14:32:20.677" v="9"/>
        <pc:sldMkLst>
          <pc:docMk/>
          <pc:sldMk cId="1611154314" sldId="325"/>
        </pc:sldMkLst>
      </pc:sldChg>
      <pc:sldChg chg="setBg">
        <pc:chgData name="Hayato Ishida" userId="585fa0fa6384767c" providerId="LiveId" clId="{CBF21B7F-709C-4A6B-844C-248CE3D5AA0B}" dt="2025-06-24T14:32:20.677" v="9"/>
        <pc:sldMkLst>
          <pc:docMk/>
          <pc:sldMk cId="4021934138" sldId="326"/>
        </pc:sldMkLst>
      </pc:sldChg>
      <pc:sldChg chg="setBg">
        <pc:chgData name="Hayato Ishida" userId="585fa0fa6384767c" providerId="LiveId" clId="{CBF21B7F-709C-4A6B-844C-248CE3D5AA0B}" dt="2025-06-24T14:32:20.677" v="9"/>
        <pc:sldMkLst>
          <pc:docMk/>
          <pc:sldMk cId="3028957591" sldId="328"/>
        </pc:sldMkLst>
      </pc:sldChg>
      <pc:sldChg chg="setBg">
        <pc:chgData name="Hayato Ishida" userId="585fa0fa6384767c" providerId="LiveId" clId="{CBF21B7F-709C-4A6B-844C-248CE3D5AA0B}" dt="2025-06-24T14:32:20.677" v="9"/>
        <pc:sldMkLst>
          <pc:docMk/>
          <pc:sldMk cId="1076303486" sldId="357"/>
        </pc:sldMkLst>
      </pc:sldChg>
      <pc:sldChg chg="setBg">
        <pc:chgData name="Hayato Ishida" userId="585fa0fa6384767c" providerId="LiveId" clId="{CBF21B7F-709C-4A6B-844C-248CE3D5AA0B}" dt="2025-06-24T14:32:20.677" v="9"/>
        <pc:sldMkLst>
          <pc:docMk/>
          <pc:sldMk cId="3698040718" sldId="358"/>
        </pc:sldMkLst>
      </pc:sldChg>
      <pc:sldChg chg="setBg">
        <pc:chgData name="Hayato Ishida" userId="585fa0fa6384767c" providerId="LiveId" clId="{CBF21B7F-709C-4A6B-844C-248CE3D5AA0B}" dt="2025-06-24T14:32:20.677" v="9"/>
        <pc:sldMkLst>
          <pc:docMk/>
          <pc:sldMk cId="3064566856" sldId="387"/>
        </pc:sldMkLst>
      </pc:sldChg>
      <pc:sldChg chg="setBg">
        <pc:chgData name="Hayato Ishida" userId="585fa0fa6384767c" providerId="LiveId" clId="{CBF21B7F-709C-4A6B-844C-248CE3D5AA0B}" dt="2025-06-24T14:32:20.677" v="9"/>
        <pc:sldMkLst>
          <pc:docMk/>
          <pc:sldMk cId="2712671586" sldId="388"/>
        </pc:sldMkLst>
      </pc:sldChg>
      <pc:sldChg chg="setBg">
        <pc:chgData name="Hayato Ishida" userId="585fa0fa6384767c" providerId="LiveId" clId="{CBF21B7F-709C-4A6B-844C-248CE3D5AA0B}" dt="2025-06-24T14:32:20.677" v="9"/>
        <pc:sldMkLst>
          <pc:docMk/>
          <pc:sldMk cId="338585644" sldId="408"/>
        </pc:sldMkLst>
      </pc:sldChg>
      <pc:sldChg chg="setBg">
        <pc:chgData name="Hayato Ishida" userId="585fa0fa6384767c" providerId="LiveId" clId="{CBF21B7F-709C-4A6B-844C-248CE3D5AA0B}" dt="2025-06-24T14:32:20.677" v="9"/>
        <pc:sldMkLst>
          <pc:docMk/>
          <pc:sldMk cId="3349711410" sldId="410"/>
        </pc:sldMkLst>
      </pc:sldChg>
      <pc:sldChg chg="setBg">
        <pc:chgData name="Hayato Ishida" userId="585fa0fa6384767c" providerId="LiveId" clId="{CBF21B7F-709C-4A6B-844C-248CE3D5AA0B}" dt="2025-06-24T14:32:20.677" v="9"/>
        <pc:sldMkLst>
          <pc:docMk/>
          <pc:sldMk cId="2197824765" sldId="421"/>
        </pc:sldMkLst>
      </pc:sldChg>
      <pc:sldChg chg="setBg">
        <pc:chgData name="Hayato Ishida" userId="585fa0fa6384767c" providerId="LiveId" clId="{CBF21B7F-709C-4A6B-844C-248CE3D5AA0B}" dt="2025-06-24T14:32:20.677" v="9"/>
        <pc:sldMkLst>
          <pc:docMk/>
          <pc:sldMk cId="4133839959" sldId="423"/>
        </pc:sldMkLst>
      </pc:sldChg>
      <pc:sldChg chg="setBg">
        <pc:chgData name="Hayato Ishida" userId="585fa0fa6384767c" providerId="LiveId" clId="{CBF21B7F-709C-4A6B-844C-248CE3D5AA0B}" dt="2025-06-24T14:32:20.677" v="9"/>
        <pc:sldMkLst>
          <pc:docMk/>
          <pc:sldMk cId="3767970116" sldId="424"/>
        </pc:sldMkLst>
      </pc:sldChg>
      <pc:sldChg chg="setBg">
        <pc:chgData name="Hayato Ishida" userId="585fa0fa6384767c" providerId="LiveId" clId="{CBF21B7F-709C-4A6B-844C-248CE3D5AA0B}" dt="2025-06-24T14:32:20.677" v="9"/>
        <pc:sldMkLst>
          <pc:docMk/>
          <pc:sldMk cId="2013124192" sldId="425"/>
        </pc:sldMkLst>
      </pc:sldChg>
      <pc:sldChg chg="setBg">
        <pc:chgData name="Hayato Ishida" userId="585fa0fa6384767c" providerId="LiveId" clId="{CBF21B7F-709C-4A6B-844C-248CE3D5AA0B}" dt="2025-06-24T14:32:20.677" v="9"/>
        <pc:sldMkLst>
          <pc:docMk/>
          <pc:sldMk cId="2583363301" sldId="426"/>
        </pc:sldMkLst>
      </pc:sldChg>
      <pc:sldChg chg="setBg">
        <pc:chgData name="Hayato Ishida" userId="585fa0fa6384767c" providerId="LiveId" clId="{CBF21B7F-709C-4A6B-844C-248CE3D5AA0B}" dt="2025-06-24T14:32:20.677" v="9"/>
        <pc:sldMkLst>
          <pc:docMk/>
          <pc:sldMk cId="2260340210" sldId="427"/>
        </pc:sldMkLst>
      </pc:sldChg>
      <pc:sldChg chg="setBg">
        <pc:chgData name="Hayato Ishida" userId="585fa0fa6384767c" providerId="LiveId" clId="{CBF21B7F-709C-4A6B-844C-248CE3D5AA0B}" dt="2025-06-24T14:32:20.677" v="9"/>
        <pc:sldMkLst>
          <pc:docMk/>
          <pc:sldMk cId="2943454733" sldId="428"/>
        </pc:sldMkLst>
      </pc:sldChg>
      <pc:sldChg chg="setBg">
        <pc:chgData name="Hayato Ishida" userId="585fa0fa6384767c" providerId="LiveId" clId="{CBF21B7F-709C-4A6B-844C-248CE3D5AA0B}" dt="2025-06-24T14:32:20.677" v="9"/>
        <pc:sldMkLst>
          <pc:docMk/>
          <pc:sldMk cId="459301529" sldId="429"/>
        </pc:sldMkLst>
      </pc:sldChg>
      <pc:sldChg chg="setBg">
        <pc:chgData name="Hayato Ishida" userId="585fa0fa6384767c" providerId="LiveId" clId="{CBF21B7F-709C-4A6B-844C-248CE3D5AA0B}" dt="2025-06-24T14:32:20.677" v="9"/>
        <pc:sldMkLst>
          <pc:docMk/>
          <pc:sldMk cId="2370692564" sldId="430"/>
        </pc:sldMkLst>
      </pc:sldChg>
      <pc:sldChg chg="setBg">
        <pc:chgData name="Hayato Ishida" userId="585fa0fa6384767c" providerId="LiveId" clId="{CBF21B7F-709C-4A6B-844C-248CE3D5AA0B}" dt="2025-06-24T14:32:20.677" v="9"/>
        <pc:sldMkLst>
          <pc:docMk/>
          <pc:sldMk cId="398832387" sldId="431"/>
        </pc:sldMkLst>
      </pc:sldChg>
      <pc:sldChg chg="setBg">
        <pc:chgData name="Hayato Ishida" userId="585fa0fa6384767c" providerId="LiveId" clId="{CBF21B7F-709C-4A6B-844C-248CE3D5AA0B}" dt="2025-06-24T14:32:20.677" v="9"/>
        <pc:sldMkLst>
          <pc:docMk/>
          <pc:sldMk cId="1277894446" sldId="432"/>
        </pc:sldMkLst>
      </pc:sldChg>
      <pc:sldChg chg="setBg">
        <pc:chgData name="Hayato Ishida" userId="585fa0fa6384767c" providerId="LiveId" clId="{CBF21B7F-709C-4A6B-844C-248CE3D5AA0B}" dt="2025-06-24T14:32:20.677" v="9"/>
        <pc:sldMkLst>
          <pc:docMk/>
          <pc:sldMk cId="3731261927" sldId="433"/>
        </pc:sldMkLst>
      </pc:sldChg>
      <pc:sldChg chg="del setBg">
        <pc:chgData name="Hayato Ishida" userId="585fa0fa6384767c" providerId="LiveId" clId="{CBF21B7F-709C-4A6B-844C-248CE3D5AA0B}" dt="2025-06-24T14:32:25.742" v="10" actId="47"/>
        <pc:sldMkLst>
          <pc:docMk/>
          <pc:sldMk cId="1461080578" sldId="4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C0D4FFC1-860B-4EA5-8C8B-781E6F9B2EB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C530A0D7-3FB2-4954-8095-6DA3DB894CD8}"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95C7AC8D-CC31-494B-B60C-3E6028A9BC0E}"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2E00BADF-6C8A-4D0C-B8CC-3CE243760869}"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D6A915B-B778-4058-9990-8AFA0ED9C176}"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81FA6988-D269-441A-BE09-3A08C8477828}"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A1D5DBC1-9EF1-4EB3-A4AC-EA00817A2212}"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615D8BA1-5EB5-45B6-82F4-04DD7D546641}"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3730CE62-5905-4C0B-BD2A-43A35FA06526}"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6B8E3507-0B7A-4514-B3C2-4E12635F6FF5}"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BB295565-C1D1-4947-BBF9-383F6ABBC91D}"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78774-2810-4490-801D-833D2707ED54}"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philosophy-of-static-typing-ruby-vs-typescript"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4.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17.xml"/><Relationship Id="rId4" Type="http://schemas.openxmlformats.org/officeDocument/2006/relationships/slide" Target="slide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Shopify/rbi" TargetMode="External"/><Relationship Id="rId3" Type="http://schemas.openxmlformats.org/officeDocument/2006/relationships/image" Target="../media/image1.png"/><Relationship Id="rId7" Type="http://schemas.openxmlformats.org/officeDocument/2006/relationships/hyperlink" Target="https://github.com/soutaro/rbs-inline" TargetMode="Externa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hyperlink" Target="https://github.com/ruby/typeprof" TargetMode="External"/><Relationship Id="rId5" Type="http://schemas.openxmlformats.org/officeDocument/2006/relationships/hyperlink" Target="https://github.com/soutaro/steep" TargetMode="External"/><Relationship Id="rId10" Type="http://schemas.openxmlformats.org/officeDocument/2006/relationships/hyperlink" Target="https://github.com/Shopify/tapioca" TargetMode="External"/><Relationship Id="rId4" Type="http://schemas.openxmlformats.org/officeDocument/2006/relationships/hyperlink" Target="https://github.com/ruby/rbs" TargetMode="External"/><Relationship Id="rId9" Type="http://schemas.openxmlformats.org/officeDocument/2006/relationships/hyperlink" Target="https://github.com/sorbet/sorbet"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hyperlink" Target="https://findy-code.io/engineer-lab/soutaro#TypeScript&#12398;&#25104;&#21151;" TargetMode="External"/><Relationship Id="rId3" Type="http://schemas.openxmlformats.org/officeDocument/2006/relationships/image" Target="../media/image1.png"/><Relationship Id="rId7" Type="http://schemas.openxmlformats.org/officeDocument/2006/relationships/hyperlink" Target="https://x.com/soutaro" TargetMode="External"/><Relationship Id="rId2" Type="http://schemas.openxmlformats.org/officeDocument/2006/relationships/slideLayout" Target="../slideLayouts/slideLayout2.xml"/><Relationship Id="rId1" Type="http://schemas.openxmlformats.org/officeDocument/2006/relationships/themeOverride" Target="../theme/themeOverride6.xml"/><Relationship Id="rId6" Type="http://schemas.openxmlformats.org/officeDocument/2006/relationships/hyperlink" Target="https://www.typescriptlang.org/docs/handbook/interfaces.html" TargetMode="External"/><Relationship Id="rId5" Type="http://schemas.openxmlformats.org/officeDocument/2006/relationships/hyperlink" Target="https://www.typescriptlang.org/docs/handbook/2/objects.html" TargetMode="External"/><Relationship Id="rId4" Type="http://schemas.openxmlformats.org/officeDocument/2006/relationships/hyperlink" Target="http://typescriptlang.org/docs/handbook/2/generics.html"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hyperlink" Target="https://www.heroku.com/blog/ruby-3-by-3/" TargetMode="External"/><Relationship Id="rId4" Type="http://schemas.openxmlformats.org/officeDocument/2006/relationships/hyperlink" Target="https://www.heroku.com/blog/author/jonan-scheffler/"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 Id="rId5" Type="http://schemas.openxmlformats.org/officeDocument/2006/relationships/hyperlink" Target="https://github.com/soutaro/rbs-inline" TargetMode="External"/><Relationship Id="rId4" Type="http://schemas.openxmlformats.org/officeDocument/2006/relationships/hyperlink" Target="https://github.com/ruby/rb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typescriptlang.org/docs/handbook/2/generics.html" TargetMode="External"/><Relationship Id="rId7" Type="http://schemas.openxmlformats.org/officeDocument/2006/relationships/hyperlink" Target="https://github.com/Shopify/rbi"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ruby/rbs" TargetMode="External"/><Relationship Id="rId5" Type="http://schemas.openxmlformats.org/officeDocument/2006/relationships/hyperlink" Target="https://www.typescriptlang.org/docs/handbook/interfaces.html" TargetMode="External"/><Relationship Id="rId4" Type="http://schemas.openxmlformats.org/officeDocument/2006/relationships/hyperlink" Target="https://www.typescriptlang.org/docs/handbook/2/objects.html"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dev.to/aeremin/static-typing-in-ruby-its-not-a-cult-its-a-choice-you-should-probably-make-23hk" TargetMode="External"/><Relationship Id="rId3" Type="http://schemas.openxmlformats.org/officeDocument/2006/relationships/hyperlink" Target="https://findy-code.io/engineer-lab/soutaro" TargetMode="External"/><Relationship Id="rId7" Type="http://schemas.openxmlformats.org/officeDocument/2006/relationships/hyperlink" Target="https://dev.to/aeremin/why-static-typing-is-essential-for-efficient-ruby-and-rails-development-3n0d"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dev.to/aeremin/the-state-of-static-typing-in-ruby-in-2025-3o4b" TargetMode="External"/><Relationship Id="rId5" Type="http://schemas.openxmlformats.org/officeDocument/2006/relationships/hyperlink" Target="https://techblog.raksul.com/entry/2025/04/09/145226" TargetMode="External"/><Relationship Id="rId4" Type="http://schemas.openxmlformats.org/officeDocument/2006/relationships/hyperlink" Target="https://llvm.org/docs/LangRef.html"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github.com/soutaro/rbs-inline" TargetMode="External"/><Relationship Id="rId3" Type="http://schemas.openxmlformats.org/officeDocument/2006/relationships/hyperlink" Target="https://www.heroku.com/blog/ruby-3-by-3/" TargetMode="External"/><Relationship Id="rId7" Type="http://schemas.openxmlformats.org/officeDocument/2006/relationships/hyperlink" Target="https://github.com/ruby/typeprof"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soutaro/steep" TargetMode="External"/><Relationship Id="rId5" Type="http://schemas.openxmlformats.org/officeDocument/2006/relationships/hyperlink" Target="https://llvm.org/docs/LangRef.html" TargetMode="External"/><Relationship Id="rId4" Type="http://schemas.openxmlformats.org/officeDocument/2006/relationships/hyperlink" Target="https://github.com/ruby/rbs" TargetMode="External"/><Relationship Id="rId9" Type="http://schemas.openxmlformats.org/officeDocument/2006/relationships/hyperlink" Target="https://github.com/Shopify/rbi"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sorbet/sorbet" TargetMode="External"/><Relationship Id="rId7" Type="http://schemas.openxmlformats.org/officeDocument/2006/relationships/hyperlink" Target="https://dev.to/aeremin/static-typing-in-ruby-its-not-a-cult-its-a-choice-you-should-probably-make-23hk"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dev.to/hkp22/10-must-know-typescript-features-to-improve-your-coding-efficiency-396m" TargetMode="External"/><Relationship Id="rId5" Type="http://schemas.openxmlformats.org/officeDocument/2006/relationships/hyperlink" Target="https://www.typescriptlang.org/docs/" TargetMode="External"/><Relationship Id="rId4" Type="http://schemas.openxmlformats.org/officeDocument/2006/relationships/hyperlink" Target="https://github.com/Shopify/tapioca"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静的型付けの哲学</a:t>
            </a:r>
            <a:endParaRPr lang="en-GB" sz="5400" b="1" dirty="0">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6D0E1BB4-0193-0ECB-AE9C-02D0B937559E}"/>
              </a:ext>
            </a:extLst>
          </p:cNvPr>
          <p:cNvSpPr>
            <a:spLocks noGrp="1"/>
          </p:cNvSpPr>
          <p:nvPr>
            <p:ph type="sldNum" sz="quarter" idx="12"/>
          </p:nvPr>
        </p:nvSpPr>
        <p:spPr/>
        <p:txBody>
          <a:bodyPr/>
          <a:lstStyle/>
          <a:p>
            <a:fld id="{CC8B731A-DCF7-4273-BA1A-21517ACBB5E5}" type="slidenum">
              <a:rPr lang="en-GB" smtClean="0"/>
              <a:t>1</a:t>
            </a:fld>
            <a:endParaRPr lang="en-GB"/>
          </a:p>
        </p:txBody>
      </p:sp>
      <p:sp>
        <p:nvSpPr>
          <p:cNvPr id="4" name="タイトル 1">
            <a:extLst>
              <a:ext uri="{FF2B5EF4-FFF2-40B4-BE49-F238E27FC236}">
                <a16:creationId xmlns:a16="http://schemas.microsoft.com/office/drawing/2014/main" id="{99CDFC53-1D1B-1AC0-5E92-8800E64F65CA}"/>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lang="en-US" altLang="ja-JP" sz="3200" b="1" dirty="0">
                <a:solidFill>
                  <a:prstClr val="black"/>
                </a:solidFill>
                <a:effectLst>
                  <a:outerShdw blurRad="38100" dist="38100" dir="2700000" algn="tl">
                    <a:srgbClr val="000000">
                      <a:alpha val="43137"/>
                    </a:srgbClr>
                  </a:outerShdw>
                </a:effectLst>
                <a:latin typeface="+mn-lt"/>
              </a:rPr>
              <a:t>-Ruby vs. TypeScript-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endParaRPr>
          </a:p>
        </p:txBody>
      </p:sp>
      <p:sp>
        <p:nvSpPr>
          <p:cNvPr id="7" name="字幕 2">
            <a:extLst>
              <a:ext uri="{FF2B5EF4-FFF2-40B4-BE49-F238E27FC236}">
                <a16:creationId xmlns:a16="http://schemas.microsoft.com/office/drawing/2014/main" id="{0A7F20D8-35FD-720C-DEFC-592B4CBE53CC}"/>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t>作成者</a:t>
            </a:r>
            <a:r>
              <a:rPr lang="en-US" sz="3200" b="1" dirty="0"/>
              <a:t>: </a:t>
            </a:r>
            <a:r>
              <a:rPr lang="ja-JP" altLang="en-US" sz="3200" b="1" dirty="0"/>
              <a:t>石田</a:t>
            </a:r>
            <a:r>
              <a:rPr lang="en-US" sz="3200" b="1" dirty="0"/>
              <a:t> </a:t>
            </a:r>
            <a:r>
              <a:rPr lang="ja-JP" altLang="en-US" sz="3200" b="1" dirty="0"/>
              <a:t>隼人</a:t>
            </a:r>
            <a:endParaRPr lang="en-GB" sz="3200" b="1" dirty="0"/>
          </a:p>
        </p:txBody>
      </p:sp>
      <p:sp>
        <p:nvSpPr>
          <p:cNvPr id="11" name="字幕 2">
            <a:extLst>
              <a:ext uri="{FF2B5EF4-FFF2-40B4-BE49-F238E27FC236}">
                <a16:creationId xmlns:a16="http://schemas.microsoft.com/office/drawing/2014/main" id="{7729D0B6-00D8-6AF1-E8D5-94701CD94C9F}"/>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cs typeface="+mn-cs"/>
              </a:rPr>
              <a:t>最終更新日</a:t>
            </a:r>
            <a:r>
              <a:rPr kumimoji="0" lang="en-GB" altLang="ja-JP" sz="2000" b="1" i="0" u="none" strike="noStrike" kern="1200" cap="none" spc="0" normalizeH="0" baseline="0" noProof="0" dirty="0">
                <a:ln>
                  <a:noFill/>
                </a:ln>
                <a:solidFill>
                  <a:prstClr val="black"/>
                </a:solidFill>
                <a:effectLst/>
                <a:uLnTx/>
                <a:uFillTx/>
                <a:cs typeface="+mn-cs"/>
              </a:rPr>
              <a:t>: 2025</a:t>
            </a:r>
            <a:r>
              <a:rPr kumimoji="0" lang="ja-JP" altLang="en-US" sz="2000" b="1" i="0" u="none" strike="noStrike" kern="1200" cap="none" spc="0" normalizeH="0" baseline="0" noProof="0" dirty="0">
                <a:ln>
                  <a:noFill/>
                </a:ln>
                <a:solidFill>
                  <a:prstClr val="black"/>
                </a:solidFill>
                <a:effectLst/>
                <a:uLnTx/>
                <a:uFillTx/>
                <a:cs typeface="+mn-cs"/>
              </a:rPr>
              <a:t>年</a:t>
            </a:r>
            <a:r>
              <a:rPr kumimoji="0" lang="en-GB" altLang="ja-JP" sz="2000" b="1" i="0" u="none" strike="noStrike" kern="1200" cap="none" spc="0" normalizeH="0" baseline="0" noProof="0" dirty="0">
                <a:ln>
                  <a:noFill/>
                </a:ln>
                <a:solidFill>
                  <a:prstClr val="black"/>
                </a:solidFill>
                <a:effectLst/>
                <a:uLnTx/>
                <a:uFillTx/>
                <a:cs typeface="+mn-cs"/>
              </a:rPr>
              <a:t>06</a:t>
            </a:r>
            <a:r>
              <a:rPr kumimoji="0" lang="ja-JP" altLang="en-US" sz="2000" b="1" i="0" u="none" strike="noStrike" kern="1200" cap="none" spc="0" normalizeH="0" baseline="0" noProof="0" dirty="0">
                <a:ln>
                  <a:noFill/>
                </a:ln>
                <a:solidFill>
                  <a:prstClr val="black"/>
                </a:solidFill>
                <a:effectLst/>
                <a:uLnTx/>
                <a:uFillTx/>
                <a:cs typeface="+mn-cs"/>
              </a:rPr>
              <a:t>月</a:t>
            </a:r>
            <a:r>
              <a:rPr kumimoji="0" lang="en-GB" altLang="ja-JP" sz="2000" b="1" i="0" u="none" strike="noStrike" kern="1200" cap="none" spc="0" normalizeH="0" baseline="0" noProof="0" dirty="0">
                <a:ln>
                  <a:noFill/>
                </a:ln>
                <a:solidFill>
                  <a:prstClr val="black"/>
                </a:solidFill>
                <a:effectLst/>
                <a:uLnTx/>
                <a:uFillTx/>
                <a:cs typeface="+mn-cs"/>
              </a:rPr>
              <a:t>24</a:t>
            </a:r>
            <a:r>
              <a:rPr kumimoji="0" lang="ja-JP" altLang="en-US" sz="2000" b="1" i="0" u="none" strike="noStrike" kern="1200" cap="none" spc="0" normalizeH="0" baseline="0" noProof="0" dirty="0">
                <a:ln>
                  <a:noFill/>
                </a:ln>
                <a:solidFill>
                  <a:prstClr val="black"/>
                </a:solidFill>
                <a:effectLst/>
                <a:uLnTx/>
                <a:uFillTx/>
                <a:cs typeface="+mn-cs"/>
              </a:rPr>
              <a:t>日</a:t>
            </a:r>
            <a:endParaRPr kumimoji="0" lang="en-GB" sz="2000" b="1" i="0" u="none" strike="noStrike" kern="1200" cap="none" spc="0" normalizeH="0" baseline="0" noProof="0" dirty="0">
              <a:ln>
                <a:noFill/>
              </a:ln>
              <a:solidFill>
                <a:prstClr val="black"/>
              </a:solidFill>
              <a:effectLst/>
              <a:uLnTx/>
              <a:uFillTx/>
              <a:cs typeface="+mn-cs"/>
            </a:endParaRPr>
          </a:p>
        </p:txBody>
      </p:sp>
      <p:sp>
        <p:nvSpPr>
          <p:cNvPr id="12" name="字幕 2">
            <a:extLst>
              <a:ext uri="{FF2B5EF4-FFF2-40B4-BE49-F238E27FC236}">
                <a16:creationId xmlns:a16="http://schemas.microsoft.com/office/drawing/2014/main" id="{F5C1FA1E-89D2-865B-A9DD-0B7A97DB8AB2}"/>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6D516BB5-CCBE-3860-18EE-5D79156B46E4}"/>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1C081F59-CFD7-6686-A7D0-2A773A34BDD1}"/>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20E3EB1C-1D70-BA7C-308C-8FF00E7518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C442C247-C5B0-89CA-03D2-E26A523922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5" name="Slide Number Placeholder 4">
            <a:extLst>
              <a:ext uri="{FF2B5EF4-FFF2-40B4-BE49-F238E27FC236}">
                <a16:creationId xmlns:a16="http://schemas.microsoft.com/office/drawing/2014/main" id="{7276500F-DCA1-5A6B-1B32-0A957EE36F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EEB200A9-6BFD-6B1C-DD1A-CAD027196B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5DE78D-D4B6-6B88-2133-D0705F266C2D}"/>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5D975BC6-0BC5-326D-F2B7-2C87A4DBB850}"/>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D2F7649A-5584-BE56-893A-A0B47C20A8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445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9752FD06-CD3E-61A8-5164-F082627754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61E3EC-BF8D-526A-3B0E-9DDCB87C2840}"/>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1B682B13-B5EE-254B-1563-81BE1D9F5DA1}"/>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4DF3CFDE-0B73-47A9-830E-036F9ADAC97B}"/>
              </a:ext>
            </a:extLst>
          </p:cNvPr>
          <p:cNvGraphicFramePr>
            <a:graphicFrameLocks noGrp="1"/>
          </p:cNvGraphicFramePr>
          <p:nvPr>
            <p:extLst>
              <p:ext uri="{D42A27DB-BD31-4B8C-83A1-F6EECF244321}">
                <p14:modId xmlns:p14="http://schemas.microsoft.com/office/powerpoint/2010/main" val="2486530718"/>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3860119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5F531F16-8543-7636-8713-DECA2E9D7D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B8FAED-72DE-9BAD-7ED2-EC568475A00A}"/>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BB987562-0618-4643-3DA7-4A219EE56FD8}"/>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5FBA7BD6-B3A3-7BAF-B334-405A991810A6}"/>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2694815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9E94F24D-B839-DF82-75C2-4E580142E0EB}"/>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8" name="コンテンツ プレースホルダー 2">
            <a:extLst>
              <a:ext uri="{FF2B5EF4-FFF2-40B4-BE49-F238E27FC236}">
                <a16:creationId xmlns:a16="http://schemas.microsoft.com/office/drawing/2014/main" id="{BACB29C8-8EF5-BC68-B8B4-E8003B89B036}"/>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
        <p:nvSpPr>
          <p:cNvPr id="2" name="Slide Number Placeholder 1">
            <a:extLst>
              <a:ext uri="{FF2B5EF4-FFF2-40B4-BE49-F238E27FC236}">
                <a16:creationId xmlns:a16="http://schemas.microsoft.com/office/drawing/2014/main" id="{722F2B16-9DEC-2F63-3432-90EEC282FA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BC911B02-0DA1-674A-04BF-85C4FE0952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1F2B63-A65E-9A91-AC1C-59006F2424CD}"/>
              </a:ext>
            </a:extLst>
          </p:cNvPr>
          <p:cNvSpPr>
            <a:spLocks noGrp="1"/>
          </p:cNvSpPr>
          <p:nvPr>
            <p:ph type="title"/>
          </p:nvPr>
        </p:nvSpPr>
        <p:spPr/>
        <p:txBody>
          <a:bodyPr/>
          <a:lstStyle/>
          <a:p>
            <a:pPr algn="ctr"/>
            <a:r>
              <a:rPr lang="ja-JP" altLang="en-US" b="1" dirty="0"/>
              <a:t>コンテンツ</a:t>
            </a:r>
            <a:endParaRPr lang="en-GB" b="1" dirty="0"/>
          </a:p>
        </p:txBody>
      </p:sp>
      <p:sp>
        <p:nvSpPr>
          <p:cNvPr id="3" name="コンテンツ プレースホルダー 2">
            <a:extLst>
              <a:ext uri="{FF2B5EF4-FFF2-40B4-BE49-F238E27FC236}">
                <a16:creationId xmlns:a16="http://schemas.microsoft.com/office/drawing/2014/main" id="{03BF1AFB-AD80-98FC-6B95-194F91AFD034}"/>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静的型付けの基本おさらい</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型付けエコシステム</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型付けの哲学</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参考文献</a:t>
            </a:r>
            <a:endParaRPr lang="en-GB" altLang="ja-JP" sz="2400" dirty="0">
              <a:sym typeface="Arial"/>
            </a:endParaRPr>
          </a:p>
        </p:txBody>
      </p:sp>
      <p:sp>
        <p:nvSpPr>
          <p:cNvPr id="5" name="Slide Number Placeholder 4">
            <a:extLst>
              <a:ext uri="{FF2B5EF4-FFF2-40B4-BE49-F238E27FC236}">
                <a16:creationId xmlns:a16="http://schemas.microsoft.com/office/drawing/2014/main" id="{3D463A87-69C8-851E-9A31-0F71C42742D1}"/>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2197824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1</a:t>
            </a:r>
            <a:r>
              <a:rPr lang="en-US" altLang="ja-JP" b="1" dirty="0"/>
              <a:t>. </a:t>
            </a:r>
            <a:r>
              <a:rPr lang="ja-JP" altLang="en-US" b="1" dirty="0">
                <a:sym typeface="Arial"/>
              </a:rPr>
              <a:t>静的型付けの基本おさらい</a:t>
            </a:r>
            <a:endParaRPr lang="en-GB" b="1" dirty="0"/>
          </a:p>
        </p:txBody>
      </p:sp>
      <p:sp>
        <p:nvSpPr>
          <p:cNvPr id="3" name="Slide Number Placeholder 2">
            <a:extLst>
              <a:ext uri="{FF2B5EF4-FFF2-40B4-BE49-F238E27FC236}">
                <a16:creationId xmlns:a16="http://schemas.microsoft.com/office/drawing/2014/main" id="{F78B9976-B20A-3F72-2B5B-A96304BB7CDD}"/>
              </a:ext>
            </a:extLst>
          </p:cNvPr>
          <p:cNvSpPr>
            <a:spLocks noGrp="1"/>
          </p:cNvSpPr>
          <p:nvPr>
            <p:ph type="sldNum" sz="quarter" idx="12"/>
          </p:nvPr>
        </p:nvSpPr>
        <p:spPr/>
        <p:txBody>
          <a:bodyPr/>
          <a:lstStyle/>
          <a:p>
            <a:fld id="{CC8B731A-DCF7-4273-BA1A-21517ACBB5E5}" type="slidenum">
              <a:rPr lang="en-GB" smtClean="0"/>
              <a:t>9</a:t>
            </a:fld>
            <a:endParaRPr lang="en-GB"/>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DE21DADC-50CE-C104-CC40-508D042399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63FCA0-D413-698C-E6E4-24D7581102CB}"/>
              </a:ext>
            </a:extLst>
          </p:cNvPr>
          <p:cNvSpPr>
            <a:spLocks noGrp="1"/>
          </p:cNvSpPr>
          <p:nvPr>
            <p:ph type="title"/>
          </p:nvPr>
        </p:nvSpPr>
        <p:spPr/>
        <p:txBody>
          <a:bodyPr/>
          <a:lstStyle/>
          <a:p>
            <a:pPr algn="ctr"/>
            <a:r>
              <a:rPr lang="en-GB" altLang="ja-JP" b="1" dirty="0"/>
              <a:t>1</a:t>
            </a:r>
            <a:r>
              <a:rPr lang="en-US" altLang="ja-JP" b="1" dirty="0"/>
              <a:t>. </a:t>
            </a:r>
            <a:r>
              <a:rPr lang="ja-JP" altLang="en-US" b="1" dirty="0">
                <a:sym typeface="Arial"/>
              </a:rPr>
              <a:t>静的型付けの基本おさらい</a:t>
            </a:r>
            <a:endParaRPr lang="en-GB" b="1" dirty="0">
              <a:latin typeface="+mn-lt"/>
            </a:endParaRPr>
          </a:p>
        </p:txBody>
      </p:sp>
      <p:sp>
        <p:nvSpPr>
          <p:cNvPr id="6" name="Content Placeholder 5">
            <a:extLst>
              <a:ext uri="{FF2B5EF4-FFF2-40B4-BE49-F238E27FC236}">
                <a16:creationId xmlns:a16="http://schemas.microsoft.com/office/drawing/2014/main" id="{515B06B6-4539-9BD3-6C45-5B8D805F3F0A}"/>
              </a:ext>
            </a:extLst>
          </p:cNvPr>
          <p:cNvSpPr>
            <a:spLocks noGrp="1"/>
          </p:cNvSpPr>
          <p:nvPr>
            <p:ph idx="1"/>
          </p:nvPr>
        </p:nvSpPr>
        <p:spPr/>
        <p:txBody>
          <a:bodyPr>
            <a:normAutofit fontScale="92500" lnSpcReduction="10000"/>
          </a:bodyPr>
          <a:lstStyle/>
          <a:p>
            <a:pPr marL="0" indent="0">
              <a:buNone/>
            </a:pPr>
            <a:r>
              <a:rPr lang="ja-JP" altLang="en-US" b="1" dirty="0"/>
              <a:t>トレードオフ</a:t>
            </a:r>
            <a:endParaRPr lang="en-GB" b="1" dirty="0"/>
          </a:p>
          <a:p>
            <a:r>
              <a:rPr lang="en-GB" sz="2400" dirty="0"/>
              <a:t>👍</a:t>
            </a:r>
            <a:r>
              <a:rPr lang="ja-JP" altLang="en-US" sz="2400" b="1" dirty="0"/>
              <a:t>未定義動作</a:t>
            </a:r>
            <a:r>
              <a:rPr lang="ja-JP" altLang="en-US" sz="2400" dirty="0"/>
              <a:t>によってもたらされるシステムやプログラムの</a:t>
            </a:r>
            <a:r>
              <a:rPr lang="ja-JP" altLang="en-US" sz="2400" b="1" dirty="0"/>
              <a:t>異常終了</a:t>
            </a:r>
            <a:r>
              <a:rPr lang="ja-JP" altLang="en-US" sz="2400" dirty="0"/>
              <a:t>や</a:t>
            </a:r>
            <a:r>
              <a:rPr lang="ja-JP" altLang="en-US" sz="2400" b="1" dirty="0"/>
              <a:t>セキュリティホール</a:t>
            </a:r>
            <a:r>
              <a:rPr lang="ja-JP" altLang="en-US" sz="2400" dirty="0"/>
              <a:t>から保護する</a:t>
            </a:r>
            <a:endParaRPr lang="en-GB" sz="2400" dirty="0"/>
          </a:p>
          <a:p>
            <a:r>
              <a:rPr lang="en-GB" sz="2400" dirty="0"/>
              <a:t>👍 </a:t>
            </a:r>
            <a:r>
              <a:rPr lang="ja-JP" altLang="en-US" sz="2400" dirty="0"/>
              <a:t>実行前にタイプエラーを検知する</a:t>
            </a:r>
            <a:endParaRPr lang="en-GB" sz="2400" b="1" dirty="0"/>
          </a:p>
          <a:p>
            <a:r>
              <a:rPr lang="en-GB" sz="2400" dirty="0"/>
              <a:t>👍</a:t>
            </a:r>
            <a:r>
              <a:rPr lang="ja-JP" altLang="en-US" sz="2400" dirty="0"/>
              <a:t>大規模なソースコードをバグ・型の不整合・危険なリファクタリングなどの「鼻から悪魔」からより効率的に保護する</a:t>
            </a:r>
            <a:endParaRPr lang="en-GB" sz="2400" b="1" dirty="0"/>
          </a:p>
          <a:p>
            <a:r>
              <a:rPr lang="en-GB" sz="2400" dirty="0"/>
              <a:t>👎</a:t>
            </a:r>
            <a:r>
              <a:rPr lang="en-US" altLang="ja-JP" sz="2400" dirty="0"/>
              <a:t>JavaScript </a:t>
            </a:r>
            <a:r>
              <a:rPr lang="ja-JP" altLang="en-US" sz="2400" dirty="0"/>
              <a:t>のような処理機構では、例えば</a:t>
            </a:r>
            <a:r>
              <a:rPr lang="en-GB" altLang="ja-JP" sz="2400" dirty="0"/>
              <a:t> </a:t>
            </a:r>
            <a:r>
              <a:rPr lang="en-GB" sz="2400" dirty="0"/>
              <a:t>`</a:t>
            </a:r>
            <a:r>
              <a:rPr lang="en-GB" sz="2400" dirty="0" err="1"/>
              <a:t>x.foo</a:t>
            </a:r>
            <a:r>
              <a:rPr lang="en-GB" sz="2400" dirty="0"/>
              <a:t>()` </a:t>
            </a:r>
            <a:r>
              <a:rPr lang="ja-JP" altLang="en-US" sz="2400" dirty="0"/>
              <a:t>を実行するたびにレシーバーの型を検査するので、</a:t>
            </a:r>
            <a:r>
              <a:rPr lang="ja-JP" altLang="en-US" sz="2400" b="1" dirty="0"/>
              <a:t>大きなオーバーヘッドによるパフォーマンス悪化</a:t>
            </a:r>
            <a:r>
              <a:rPr lang="ja-JP" altLang="en-US" sz="2400" dirty="0"/>
              <a:t>を招くケースがある</a:t>
            </a:r>
            <a:endParaRPr lang="en-GB" sz="2400" dirty="0"/>
          </a:p>
          <a:p>
            <a:r>
              <a:rPr lang="en-GB" sz="2400" dirty="0"/>
              <a:t>👎</a:t>
            </a:r>
            <a:r>
              <a:rPr lang="ja-JP" altLang="en-US" sz="2400" dirty="0"/>
              <a:t>開発者は</a:t>
            </a:r>
            <a:r>
              <a:rPr lang="ja-JP" altLang="en-US" sz="2400" b="1" dirty="0"/>
              <a:t>ソースコードだけでなく型定義の管理</a:t>
            </a:r>
            <a:r>
              <a:rPr lang="ja-JP" altLang="en-US" sz="2400" dirty="0"/>
              <a:t>もしなければならない</a:t>
            </a:r>
            <a:endParaRPr lang="en-GB" sz="2400" b="1" dirty="0"/>
          </a:p>
          <a:p>
            <a:r>
              <a:rPr lang="en-GB" sz="2400" dirty="0"/>
              <a:t>👎</a:t>
            </a:r>
            <a:r>
              <a:rPr lang="ja-JP" altLang="en-US" sz="2400" dirty="0"/>
              <a:t>開発者は</a:t>
            </a:r>
            <a:r>
              <a:rPr lang="ja-JP" altLang="en-US" sz="2400" b="1" dirty="0"/>
              <a:t>静的型付けのメカニズムを理解するための学習コスト</a:t>
            </a:r>
            <a:r>
              <a:rPr lang="ja-JP" altLang="en-US" sz="2400" dirty="0"/>
              <a:t>を払わなければならない</a:t>
            </a:r>
            <a:endParaRPr lang="en-GB" sz="2400" b="1" dirty="0"/>
          </a:p>
        </p:txBody>
      </p:sp>
      <p:sp>
        <p:nvSpPr>
          <p:cNvPr id="3" name="Slide Number Placeholder 2">
            <a:extLst>
              <a:ext uri="{FF2B5EF4-FFF2-40B4-BE49-F238E27FC236}">
                <a16:creationId xmlns:a16="http://schemas.microsoft.com/office/drawing/2014/main" id="{E06CC7A6-538A-1639-6E6F-AA42B364B44B}"/>
              </a:ext>
            </a:extLst>
          </p:cNvPr>
          <p:cNvSpPr>
            <a:spLocks noGrp="1"/>
          </p:cNvSpPr>
          <p:nvPr>
            <p:ph type="sldNum" sz="quarter" idx="12"/>
          </p:nvPr>
        </p:nvSpPr>
        <p:spPr/>
        <p:txBody>
          <a:bodyPr/>
          <a:lstStyle/>
          <a:p>
            <a:fld id="{CC8B731A-DCF7-4273-BA1A-21517ACBB5E5}" type="slidenum">
              <a:rPr lang="en-GB" smtClean="0"/>
              <a:t>10</a:t>
            </a:fld>
            <a:endParaRPr lang="en-GB"/>
          </a:p>
        </p:txBody>
      </p:sp>
    </p:spTree>
    <p:extLst>
      <p:ext uri="{BB962C8B-B14F-4D97-AF65-F5344CB8AC3E}">
        <p14:creationId xmlns:p14="http://schemas.microsoft.com/office/powerpoint/2010/main" val="33858564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835BE7E8-61A0-612C-5DAE-0F34C0D31C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576D40-BC2B-C258-BE1C-0471B3773B7D}"/>
              </a:ext>
            </a:extLst>
          </p:cNvPr>
          <p:cNvSpPr>
            <a:spLocks noGrp="1"/>
          </p:cNvSpPr>
          <p:nvPr>
            <p:ph type="title"/>
          </p:nvPr>
        </p:nvSpPr>
        <p:spPr/>
        <p:txBody>
          <a:bodyPr/>
          <a:lstStyle/>
          <a:p>
            <a:pPr algn="ctr"/>
            <a:r>
              <a:rPr lang="en-GB" altLang="ja-JP" b="1" dirty="0"/>
              <a:t>1</a:t>
            </a:r>
            <a:r>
              <a:rPr lang="en-US" altLang="ja-JP" b="1" dirty="0"/>
              <a:t>. </a:t>
            </a:r>
            <a:r>
              <a:rPr lang="ja-JP" altLang="en-US" b="1" dirty="0">
                <a:sym typeface="Arial"/>
              </a:rPr>
              <a:t>静的型付けの基本おさらい</a:t>
            </a:r>
            <a:endParaRPr lang="en-GB" b="1" dirty="0">
              <a:latin typeface="+mn-lt"/>
            </a:endParaRPr>
          </a:p>
        </p:txBody>
      </p:sp>
      <p:sp>
        <p:nvSpPr>
          <p:cNvPr id="6" name="Content Placeholder 5">
            <a:extLst>
              <a:ext uri="{FF2B5EF4-FFF2-40B4-BE49-F238E27FC236}">
                <a16:creationId xmlns:a16="http://schemas.microsoft.com/office/drawing/2014/main" id="{2213196E-4322-ECDF-1DD6-51BA62659A67}"/>
              </a:ext>
            </a:extLst>
          </p:cNvPr>
          <p:cNvSpPr>
            <a:spLocks noGrp="1"/>
          </p:cNvSpPr>
          <p:nvPr>
            <p:ph idx="1"/>
          </p:nvPr>
        </p:nvSpPr>
        <p:spPr/>
        <p:txBody>
          <a:bodyPr/>
          <a:lstStyle/>
          <a:p>
            <a:pPr marL="0" indent="0">
              <a:buNone/>
            </a:pPr>
            <a:endParaRPr lang="en-GB" sz="2400" b="1" dirty="0"/>
          </a:p>
        </p:txBody>
      </p:sp>
      <p:sp>
        <p:nvSpPr>
          <p:cNvPr id="3" name="Slide Number Placeholder 2">
            <a:extLst>
              <a:ext uri="{FF2B5EF4-FFF2-40B4-BE49-F238E27FC236}">
                <a16:creationId xmlns:a16="http://schemas.microsoft.com/office/drawing/2014/main" id="{2544F078-3CCC-127F-1543-9FE2332641B3}"/>
              </a:ext>
            </a:extLst>
          </p:cNvPr>
          <p:cNvSpPr>
            <a:spLocks noGrp="1"/>
          </p:cNvSpPr>
          <p:nvPr>
            <p:ph type="sldNum" sz="quarter" idx="12"/>
          </p:nvPr>
        </p:nvSpPr>
        <p:spPr/>
        <p:txBody>
          <a:bodyPr/>
          <a:lstStyle/>
          <a:p>
            <a:fld id="{CC8B731A-DCF7-4273-BA1A-21517ACBB5E5}" type="slidenum">
              <a:rPr lang="en-GB" smtClean="0"/>
              <a:t>11</a:t>
            </a:fld>
            <a:endParaRPr lang="en-GB"/>
          </a:p>
        </p:txBody>
      </p:sp>
      <p:graphicFrame>
        <p:nvGraphicFramePr>
          <p:cNvPr id="4" name="Table 3">
            <a:extLst>
              <a:ext uri="{FF2B5EF4-FFF2-40B4-BE49-F238E27FC236}">
                <a16:creationId xmlns:a16="http://schemas.microsoft.com/office/drawing/2014/main" id="{6BDE2CEB-5F27-A4F2-59F6-D580D43C159F}"/>
              </a:ext>
            </a:extLst>
          </p:cNvPr>
          <p:cNvGraphicFramePr>
            <a:graphicFrameLocks noGrp="1"/>
          </p:cNvGraphicFramePr>
          <p:nvPr>
            <p:extLst>
              <p:ext uri="{D42A27DB-BD31-4B8C-83A1-F6EECF244321}">
                <p14:modId xmlns:p14="http://schemas.microsoft.com/office/powerpoint/2010/main" val="3440011259"/>
              </p:ext>
            </p:extLst>
          </p:nvPr>
        </p:nvGraphicFramePr>
        <p:xfrm>
          <a:off x="838200" y="1793457"/>
          <a:ext cx="10515600" cy="4663440"/>
        </p:xfrm>
        <a:graphic>
          <a:graphicData uri="http://schemas.openxmlformats.org/drawingml/2006/table">
            <a:tbl>
              <a:tblPr firstRow="1" bandRow="1">
                <a:tableStyleId>{5C22544A-7EE6-4342-B048-85BDC9FD1C3A}</a:tableStyleId>
              </a:tblPr>
              <a:tblGrid>
                <a:gridCol w="2219587">
                  <a:extLst>
                    <a:ext uri="{9D8B030D-6E8A-4147-A177-3AD203B41FA5}">
                      <a16:colId xmlns:a16="http://schemas.microsoft.com/office/drawing/2014/main" val="2673298256"/>
                    </a:ext>
                  </a:extLst>
                </a:gridCol>
                <a:gridCol w="3527571">
                  <a:extLst>
                    <a:ext uri="{9D8B030D-6E8A-4147-A177-3AD203B41FA5}">
                      <a16:colId xmlns:a16="http://schemas.microsoft.com/office/drawing/2014/main" val="3038636740"/>
                    </a:ext>
                  </a:extLst>
                </a:gridCol>
                <a:gridCol w="4768442">
                  <a:extLst>
                    <a:ext uri="{9D8B030D-6E8A-4147-A177-3AD203B41FA5}">
                      <a16:colId xmlns:a16="http://schemas.microsoft.com/office/drawing/2014/main" val="2507080233"/>
                    </a:ext>
                  </a:extLst>
                </a:gridCol>
              </a:tblGrid>
              <a:tr h="370840">
                <a:tc>
                  <a:txBody>
                    <a:bodyPr/>
                    <a:lstStyle/>
                    <a:p>
                      <a:r>
                        <a:rPr lang="ja-JP" altLang="en-US" sz="2400" b="1" dirty="0"/>
                        <a:t>分類</a:t>
                      </a:r>
                      <a:endParaRPr lang="en-GB" sz="2400" b="1" dirty="0"/>
                    </a:p>
                  </a:txBody>
                  <a:tcPr/>
                </a:tc>
                <a:tc>
                  <a:txBody>
                    <a:bodyPr/>
                    <a:lstStyle/>
                    <a:p>
                      <a:r>
                        <a:rPr lang="ja-JP" altLang="en-US" sz="2400" b="1" dirty="0"/>
                        <a:t>型検査のタイミング</a:t>
                      </a:r>
                      <a:endParaRPr lang="en-GB" sz="2400" b="1" dirty="0"/>
                    </a:p>
                  </a:txBody>
                  <a:tcPr/>
                </a:tc>
                <a:tc>
                  <a:txBody>
                    <a:bodyPr/>
                    <a:lstStyle/>
                    <a:p>
                      <a:r>
                        <a:rPr lang="ja-JP" altLang="en-US" sz="2400" b="1" dirty="0"/>
                        <a:t>言語</a:t>
                      </a:r>
                      <a:endParaRPr lang="en-GB" sz="2400" b="1" dirty="0"/>
                    </a:p>
                  </a:txBody>
                  <a:tcPr/>
                </a:tc>
                <a:extLst>
                  <a:ext uri="{0D108BD9-81ED-4DB2-BD59-A6C34878D82A}">
                    <a16:rowId xmlns:a16="http://schemas.microsoft.com/office/drawing/2014/main" val="2161899770"/>
                  </a:ext>
                </a:extLst>
              </a:tr>
              <a:tr h="370840">
                <a:tc>
                  <a:txBody>
                    <a:bodyPr/>
                    <a:lstStyle/>
                    <a:p>
                      <a:r>
                        <a:rPr lang="ja-JP" altLang="en-US" sz="2400" b="1" dirty="0"/>
                        <a:t>静的型付け</a:t>
                      </a:r>
                      <a:endParaRPr lang="en-GB" sz="2400" dirty="0"/>
                    </a:p>
                  </a:txBody>
                  <a:tcPr>
                    <a:solidFill>
                      <a:schemeClr val="accent1">
                        <a:lumMod val="40000"/>
                        <a:lumOff val="60000"/>
                      </a:schemeClr>
                    </a:solidFill>
                  </a:tcPr>
                </a:tc>
                <a:tc>
                  <a:txBody>
                    <a:bodyPr/>
                    <a:lstStyle/>
                    <a:p>
                      <a:r>
                        <a:rPr lang="ja-JP" altLang="en-US" sz="2400" b="0" dirty="0"/>
                        <a:t>コード実行</a:t>
                      </a:r>
                      <a:r>
                        <a:rPr lang="ja-JP" altLang="en-US" sz="2400" b="1" dirty="0"/>
                        <a:t>前</a:t>
                      </a:r>
                      <a:endParaRPr lang="en-GB" sz="2400" dirty="0"/>
                    </a:p>
                  </a:txBody>
                  <a:tcPr>
                    <a:solidFill>
                      <a:schemeClr val="accent1">
                        <a:lumMod val="40000"/>
                        <a:lumOff val="60000"/>
                      </a:schemeClr>
                    </a:solidFill>
                  </a:tcPr>
                </a:tc>
                <a:tc>
                  <a:txBody>
                    <a:bodyPr/>
                    <a:lstStyle/>
                    <a:p>
                      <a:pPr marL="268288" indent="-268288">
                        <a:buFont typeface="Arial" panose="020B0604020202020204" pitchFamily="34" charset="0"/>
                        <a:buChar char="•"/>
                      </a:pPr>
                      <a:r>
                        <a:rPr lang="en-GB" sz="2400" b="1" dirty="0"/>
                        <a:t>TypeScript</a:t>
                      </a:r>
                    </a:p>
                    <a:p>
                      <a:pPr marL="268288" indent="-268288">
                        <a:buFont typeface="Arial" panose="020B0604020202020204" pitchFamily="34" charset="0"/>
                        <a:buChar char="•"/>
                      </a:pPr>
                      <a:r>
                        <a:rPr lang="en-GB" sz="2400" dirty="0"/>
                        <a:t>C</a:t>
                      </a:r>
                    </a:p>
                    <a:p>
                      <a:pPr marL="268288" indent="-268288">
                        <a:buFont typeface="Arial" panose="020B0604020202020204" pitchFamily="34" charset="0"/>
                        <a:buChar char="•"/>
                      </a:pPr>
                      <a:r>
                        <a:rPr lang="en-GB" sz="2400" dirty="0"/>
                        <a:t>Rust</a:t>
                      </a:r>
                    </a:p>
                    <a:p>
                      <a:pPr marL="268288" indent="-268288">
                        <a:buFont typeface="Arial" panose="020B0604020202020204" pitchFamily="34" charset="0"/>
                        <a:buChar char="•"/>
                      </a:pPr>
                      <a:r>
                        <a:rPr lang="en-GB" sz="2400" u="sng" dirty="0"/>
                        <a:t>Java</a:t>
                      </a:r>
                    </a:p>
                    <a:p>
                      <a:pPr marL="268288" indent="-268288">
                        <a:buFont typeface="Arial" panose="020B0604020202020204" pitchFamily="34" charset="0"/>
                        <a:buChar char="•"/>
                      </a:pPr>
                      <a:r>
                        <a:rPr lang="en-GB" sz="2400" u="sng" dirty="0"/>
                        <a:t>Swift</a:t>
                      </a:r>
                    </a:p>
                    <a:p>
                      <a:pPr marL="0" indent="0">
                        <a:buFont typeface="Arial" panose="020B0604020202020204" pitchFamily="34" charset="0"/>
                        <a:buNone/>
                      </a:pPr>
                      <a:r>
                        <a:rPr lang="en-GB" sz="2400" dirty="0"/>
                        <a:t>etc.</a:t>
                      </a:r>
                    </a:p>
                  </a:txBody>
                  <a:tcPr>
                    <a:solidFill>
                      <a:schemeClr val="accent1">
                        <a:lumMod val="40000"/>
                        <a:lumOff val="60000"/>
                      </a:schemeClr>
                    </a:solidFill>
                  </a:tcPr>
                </a:tc>
                <a:extLst>
                  <a:ext uri="{0D108BD9-81ED-4DB2-BD59-A6C34878D82A}">
                    <a16:rowId xmlns:a16="http://schemas.microsoft.com/office/drawing/2014/main" val="1848373116"/>
                  </a:ext>
                </a:extLst>
              </a:tr>
              <a:tr h="370840">
                <a:tc>
                  <a:txBody>
                    <a:bodyPr/>
                    <a:lstStyle/>
                    <a:p>
                      <a:r>
                        <a:rPr lang="ja-JP" altLang="en-US" sz="2400" b="1" dirty="0"/>
                        <a:t>動的型付け</a:t>
                      </a:r>
                      <a:endParaRPr lang="en-GB" sz="2400" dirty="0"/>
                    </a:p>
                  </a:txBody>
                  <a:tcPr>
                    <a:solidFill>
                      <a:schemeClr val="accent2">
                        <a:lumMod val="40000"/>
                        <a:lumOff val="60000"/>
                      </a:schemeClr>
                    </a:solidFill>
                  </a:tcPr>
                </a:tc>
                <a:tc>
                  <a:txBody>
                    <a:bodyPr/>
                    <a:lstStyle/>
                    <a:p>
                      <a:r>
                        <a:rPr lang="ja-JP" altLang="en-US" sz="2400" b="0" dirty="0"/>
                        <a:t>コード実行</a:t>
                      </a:r>
                      <a:r>
                        <a:rPr lang="ja-JP" altLang="en-US" sz="2400" b="1" dirty="0"/>
                        <a:t>中</a:t>
                      </a:r>
                      <a:endParaRPr lang="en-GB" sz="2400" dirty="0"/>
                    </a:p>
                  </a:txBody>
                  <a:tcPr>
                    <a:solidFill>
                      <a:schemeClr val="accent2">
                        <a:lumMod val="40000"/>
                        <a:lumOff val="60000"/>
                      </a:schemeClr>
                    </a:solidFill>
                  </a:tcPr>
                </a:tc>
                <a:tc>
                  <a:txBody>
                    <a:bodyPr/>
                    <a:lstStyle/>
                    <a:p>
                      <a:pPr marL="268288" indent="-268288">
                        <a:buFont typeface="Arial" panose="020B0604020202020204" pitchFamily="34" charset="0"/>
                        <a:buChar char="•"/>
                      </a:pPr>
                      <a:r>
                        <a:rPr lang="en-GB" sz="2400" b="1" dirty="0"/>
                        <a:t>Ruby</a:t>
                      </a:r>
                    </a:p>
                    <a:p>
                      <a:pPr marL="268288" indent="-268288">
                        <a:buFont typeface="Arial" panose="020B0604020202020204" pitchFamily="34" charset="0"/>
                        <a:buChar char="•"/>
                      </a:pPr>
                      <a:r>
                        <a:rPr lang="en-GB" sz="2400" dirty="0"/>
                        <a:t>JaveScript</a:t>
                      </a:r>
                    </a:p>
                    <a:p>
                      <a:pPr marL="268288" indent="-268288">
                        <a:buFont typeface="Arial" panose="020B0604020202020204" pitchFamily="34" charset="0"/>
                        <a:buChar char="•"/>
                      </a:pPr>
                      <a:r>
                        <a:rPr lang="en-GB" sz="2400" u="sng" dirty="0"/>
                        <a:t>Java</a:t>
                      </a:r>
                    </a:p>
                    <a:p>
                      <a:pPr marL="268288" indent="-268288">
                        <a:buFont typeface="Arial" panose="020B0604020202020204" pitchFamily="34" charset="0"/>
                        <a:buChar char="•"/>
                      </a:pPr>
                      <a:r>
                        <a:rPr lang="en-GB" sz="2400" u="sng" dirty="0"/>
                        <a:t>Swift</a:t>
                      </a:r>
                    </a:p>
                    <a:p>
                      <a:pPr marL="0" indent="0">
                        <a:buFont typeface="Arial" panose="020B0604020202020204" pitchFamily="34" charset="0"/>
                        <a:buNone/>
                      </a:pPr>
                      <a:r>
                        <a:rPr lang="en-GB" sz="2400" dirty="0"/>
                        <a:t>etc.</a:t>
                      </a:r>
                    </a:p>
                  </a:txBody>
                  <a:tcPr>
                    <a:solidFill>
                      <a:schemeClr val="accent2">
                        <a:lumMod val="40000"/>
                        <a:lumOff val="60000"/>
                      </a:schemeClr>
                    </a:solidFill>
                  </a:tcPr>
                </a:tc>
                <a:extLst>
                  <a:ext uri="{0D108BD9-81ED-4DB2-BD59-A6C34878D82A}">
                    <a16:rowId xmlns:a16="http://schemas.microsoft.com/office/drawing/2014/main" val="801872844"/>
                  </a:ext>
                </a:extLst>
              </a:tr>
            </a:tbl>
          </a:graphicData>
        </a:graphic>
      </p:graphicFrame>
    </p:spTree>
    <p:extLst>
      <p:ext uri="{BB962C8B-B14F-4D97-AF65-F5344CB8AC3E}">
        <p14:creationId xmlns:p14="http://schemas.microsoft.com/office/powerpoint/2010/main" val="201312419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t>2. </a:t>
            </a:r>
            <a:r>
              <a:rPr lang="ja-JP" altLang="en-US" b="1" dirty="0">
                <a:sym typeface="Arial"/>
              </a:rPr>
              <a:t>型付けエコシステム</a:t>
            </a:r>
            <a:endParaRPr lang="en-GB" b="1" dirty="0"/>
          </a:p>
        </p:txBody>
      </p:sp>
      <p:sp>
        <p:nvSpPr>
          <p:cNvPr id="3" name="Slide Number Placeholder 2">
            <a:extLst>
              <a:ext uri="{FF2B5EF4-FFF2-40B4-BE49-F238E27FC236}">
                <a16:creationId xmlns:a16="http://schemas.microsoft.com/office/drawing/2014/main" id="{F7BA96A3-7E82-B55B-714D-46245AC0C56A}"/>
              </a:ext>
            </a:extLst>
          </p:cNvPr>
          <p:cNvSpPr>
            <a:spLocks noGrp="1"/>
          </p:cNvSpPr>
          <p:nvPr>
            <p:ph type="sldNum" sz="quarter" idx="12"/>
          </p:nvPr>
        </p:nvSpPr>
        <p:spPr/>
        <p:txBody>
          <a:bodyPr/>
          <a:lstStyle/>
          <a:p>
            <a:fld id="{CC8B731A-DCF7-4273-BA1A-21517ACBB5E5}" type="slidenum">
              <a:rPr lang="en-GB" smtClean="0"/>
              <a:t>12</a:t>
            </a:fld>
            <a:endParaRPr lang="en-GB"/>
          </a:p>
        </p:txBody>
      </p:sp>
    </p:spTree>
    <p:extLst>
      <p:ext uri="{BB962C8B-B14F-4D97-AF65-F5344CB8AC3E}">
        <p14:creationId xmlns:p14="http://schemas.microsoft.com/office/powerpoint/2010/main" val="161115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BCF8F045-4173-E44F-20BC-716EF613B9D4}"/>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6C332605-6701-C435-F3CC-963D91972832}"/>
              </a:ext>
            </a:extLst>
          </p:cNvPr>
          <p:cNvSpPr>
            <a:spLocks noGrp="1"/>
          </p:cNvSpPr>
          <p:nvPr>
            <p:ph idx="1"/>
          </p:nvPr>
        </p:nvSpPr>
        <p:spPr/>
        <p:txBody>
          <a:bodyPr>
            <a:normAutofit/>
          </a:bodyPr>
          <a:lstStyle/>
          <a:p>
            <a:pPr marL="0" lvl="1" indent="0">
              <a:buNone/>
            </a:pPr>
            <a:r>
              <a:rPr lang="en-GB" altLang="ja-JP" sz="2800" b="1" dirty="0"/>
              <a:t>Ruby</a:t>
            </a:r>
          </a:p>
          <a:p>
            <a:pPr marL="0" lvl="1" indent="0">
              <a:buNone/>
            </a:pPr>
            <a:endParaRPr lang="en-GB" altLang="ja-JP" dirty="0"/>
          </a:p>
        </p:txBody>
      </p:sp>
      <p:sp>
        <p:nvSpPr>
          <p:cNvPr id="6" name="タイトル 1">
            <a:extLst>
              <a:ext uri="{FF2B5EF4-FFF2-40B4-BE49-F238E27FC236}">
                <a16:creationId xmlns:a16="http://schemas.microsoft.com/office/drawing/2014/main" id="{559CF1DB-8536-9215-04A2-7823F42BC5CD}"/>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ja-JP" altLang="en-US" b="1" dirty="0">
                <a:sym typeface="Arial"/>
              </a:rPr>
              <a:t>型付けエコシステム</a:t>
            </a:r>
            <a:endParaRPr lang="en-GB" b="1" dirty="0">
              <a:latin typeface="+mn-lt"/>
            </a:endParaRPr>
          </a:p>
        </p:txBody>
      </p:sp>
      <p:sp>
        <p:nvSpPr>
          <p:cNvPr id="2" name="Slide Number Placeholder 1">
            <a:extLst>
              <a:ext uri="{FF2B5EF4-FFF2-40B4-BE49-F238E27FC236}">
                <a16:creationId xmlns:a16="http://schemas.microsoft.com/office/drawing/2014/main" id="{49AEDD40-31FA-7595-34A4-C69FB979FFBE}"/>
              </a:ext>
            </a:extLst>
          </p:cNvPr>
          <p:cNvSpPr>
            <a:spLocks noGrp="1"/>
          </p:cNvSpPr>
          <p:nvPr>
            <p:ph type="sldNum" sz="quarter" idx="12"/>
          </p:nvPr>
        </p:nvSpPr>
        <p:spPr/>
        <p:txBody>
          <a:bodyPr/>
          <a:lstStyle/>
          <a:p>
            <a:fld id="{CC8B731A-DCF7-4273-BA1A-21517ACBB5E5}" type="slidenum">
              <a:rPr lang="en-GB" smtClean="0"/>
              <a:t>13</a:t>
            </a:fld>
            <a:endParaRPr lang="en-GB"/>
          </a:p>
        </p:txBody>
      </p:sp>
      <p:graphicFrame>
        <p:nvGraphicFramePr>
          <p:cNvPr id="5" name="Table 4">
            <a:extLst>
              <a:ext uri="{FF2B5EF4-FFF2-40B4-BE49-F238E27FC236}">
                <a16:creationId xmlns:a16="http://schemas.microsoft.com/office/drawing/2014/main" id="{B689285C-57E7-00A4-91D4-EBE99A90ECF0}"/>
              </a:ext>
            </a:extLst>
          </p:cNvPr>
          <p:cNvGraphicFramePr>
            <a:graphicFrameLocks noGrp="1"/>
          </p:cNvGraphicFramePr>
          <p:nvPr>
            <p:extLst>
              <p:ext uri="{D42A27DB-BD31-4B8C-83A1-F6EECF244321}">
                <p14:modId xmlns:p14="http://schemas.microsoft.com/office/powerpoint/2010/main" val="539394575"/>
              </p:ext>
            </p:extLst>
          </p:nvPr>
        </p:nvGraphicFramePr>
        <p:xfrm>
          <a:off x="838200" y="2259043"/>
          <a:ext cx="10515600" cy="4145280"/>
        </p:xfrm>
        <a:graphic>
          <a:graphicData uri="http://schemas.openxmlformats.org/drawingml/2006/table">
            <a:tbl>
              <a:tblPr firstRow="1" bandRow="1">
                <a:tableStyleId>{5C22544A-7EE6-4342-B048-85BDC9FD1C3A}</a:tableStyleId>
              </a:tblPr>
              <a:tblGrid>
                <a:gridCol w="1280020">
                  <a:extLst>
                    <a:ext uri="{9D8B030D-6E8A-4147-A177-3AD203B41FA5}">
                      <a16:colId xmlns:a16="http://schemas.microsoft.com/office/drawing/2014/main" val="302650005"/>
                    </a:ext>
                  </a:extLst>
                </a:gridCol>
                <a:gridCol w="2743200">
                  <a:extLst>
                    <a:ext uri="{9D8B030D-6E8A-4147-A177-3AD203B41FA5}">
                      <a16:colId xmlns:a16="http://schemas.microsoft.com/office/drawing/2014/main" val="2255324519"/>
                    </a:ext>
                  </a:extLst>
                </a:gridCol>
                <a:gridCol w="6492380">
                  <a:extLst>
                    <a:ext uri="{9D8B030D-6E8A-4147-A177-3AD203B41FA5}">
                      <a16:colId xmlns:a16="http://schemas.microsoft.com/office/drawing/2014/main" val="3942744612"/>
                    </a:ext>
                  </a:extLst>
                </a:gridCol>
              </a:tblGrid>
              <a:tr h="370840">
                <a:tc>
                  <a:txBody>
                    <a:bodyPr/>
                    <a:lstStyle/>
                    <a:p>
                      <a:r>
                        <a:rPr lang="ja-JP" altLang="en-US" sz="2000" dirty="0"/>
                        <a:t>機構</a:t>
                      </a:r>
                      <a:endParaRPr lang="en-GB" sz="2000" dirty="0"/>
                    </a:p>
                  </a:txBody>
                  <a:tcPr/>
                </a:tc>
                <a:tc>
                  <a:txBody>
                    <a:bodyPr/>
                    <a:lstStyle/>
                    <a:p>
                      <a:r>
                        <a:rPr lang="en-GB" sz="2000" dirty="0"/>
                        <a:t>Gem</a:t>
                      </a:r>
                    </a:p>
                  </a:txBody>
                  <a:tcPr/>
                </a:tc>
                <a:tc>
                  <a:txBody>
                    <a:bodyPr/>
                    <a:lstStyle/>
                    <a:p>
                      <a:r>
                        <a:rPr lang="ja-JP" altLang="en-US" sz="2000" dirty="0"/>
                        <a:t>説明</a:t>
                      </a:r>
                      <a:endParaRPr lang="en-GB" sz="2000" dirty="0"/>
                    </a:p>
                  </a:txBody>
                  <a:tcPr/>
                </a:tc>
                <a:extLst>
                  <a:ext uri="{0D108BD9-81ED-4DB2-BD59-A6C34878D82A}">
                    <a16:rowId xmlns:a16="http://schemas.microsoft.com/office/drawing/2014/main" val="2235408917"/>
                  </a:ext>
                </a:extLst>
              </a:tr>
              <a:tr h="370840">
                <a:tc rowSpan="4">
                  <a:txBody>
                    <a:bodyPr/>
                    <a:lstStyle/>
                    <a:p>
                      <a:r>
                        <a:rPr lang="en-GB" sz="2000" b="1" dirty="0"/>
                        <a:t>RBS</a:t>
                      </a:r>
                    </a:p>
                  </a:txBody>
                  <a:tcPr>
                    <a:solidFill>
                      <a:schemeClr val="accent1">
                        <a:lumMod val="40000"/>
                        <a:lumOff val="60000"/>
                      </a:schemeClr>
                    </a:solidFill>
                  </a:tcPr>
                </a:tc>
                <a:tc>
                  <a:txBody>
                    <a:bodyPr/>
                    <a:lstStyle/>
                    <a:p>
                      <a:r>
                        <a:rPr lang="en-GB" sz="2000" dirty="0">
                          <a:hlinkClick r:id="rId4"/>
                        </a:rPr>
                        <a:t>RBS</a:t>
                      </a:r>
                      <a:r>
                        <a:rPr lang="en-GB" sz="2000" dirty="0"/>
                        <a:t>(Ruby Signature)</a:t>
                      </a:r>
                    </a:p>
                  </a:txBody>
                  <a:tcPr>
                    <a:solidFill>
                      <a:schemeClr val="accent1">
                        <a:lumMod val="40000"/>
                        <a:lumOff val="60000"/>
                      </a:schemeClr>
                    </a:solidFill>
                  </a:tcPr>
                </a:tc>
                <a:tc>
                  <a:txBody>
                    <a:bodyPr/>
                    <a:lstStyle/>
                    <a:p>
                      <a:r>
                        <a:rPr lang="en-GB" sz="1800" dirty="0"/>
                        <a:t>Ruby </a:t>
                      </a:r>
                      <a:r>
                        <a:rPr lang="ja-JP" altLang="en-US" sz="1800" dirty="0"/>
                        <a:t>プログラムの構造を記述するための公式</a:t>
                      </a:r>
                      <a:r>
                        <a:rPr lang="en-GB" altLang="ja-JP" sz="1800" dirty="0"/>
                        <a:t> Gem</a:t>
                      </a:r>
                      <a:r>
                        <a:rPr lang="ja-JP" altLang="en-US" sz="1800" dirty="0"/>
                        <a:t>。</a:t>
                      </a:r>
                      <a:r>
                        <a:rPr lang="en-GB" sz="1800" dirty="0"/>
                        <a:t>Ruby </a:t>
                      </a:r>
                      <a:r>
                        <a:rPr lang="ja-JP" altLang="en-US" sz="1800" dirty="0"/>
                        <a:t>の</a:t>
                      </a:r>
                      <a:r>
                        <a:rPr lang="en-GB" altLang="ja-JP" sz="1800" dirty="0"/>
                        <a:t> DSL </a:t>
                      </a:r>
                      <a:r>
                        <a:rPr lang="ja-JP" altLang="en-US" sz="1800" dirty="0"/>
                        <a:t>ではなく別の言語である</a:t>
                      </a:r>
                      <a:endParaRPr lang="en-GB" sz="1800" dirty="0"/>
                    </a:p>
                  </a:txBody>
                  <a:tcPr>
                    <a:solidFill>
                      <a:schemeClr val="accent1">
                        <a:lumMod val="40000"/>
                        <a:lumOff val="60000"/>
                      </a:schemeClr>
                    </a:solidFill>
                  </a:tcPr>
                </a:tc>
                <a:extLst>
                  <a:ext uri="{0D108BD9-81ED-4DB2-BD59-A6C34878D82A}">
                    <a16:rowId xmlns:a16="http://schemas.microsoft.com/office/drawing/2014/main" val="1229948011"/>
                  </a:ext>
                </a:extLst>
              </a:tr>
              <a:tr h="370840">
                <a:tc vMerge="1">
                  <a:txBody>
                    <a:bodyPr/>
                    <a:lstStyle/>
                    <a:p>
                      <a:endParaRPr lang="en-GB" sz="2400" dirty="0"/>
                    </a:p>
                  </a:txBody>
                  <a:tcPr/>
                </a:tc>
                <a:tc>
                  <a:txBody>
                    <a:bodyPr/>
                    <a:lstStyle/>
                    <a:p>
                      <a:r>
                        <a:rPr lang="en-GB" sz="2000" dirty="0">
                          <a:hlinkClick r:id="rId5"/>
                        </a:rPr>
                        <a:t>Steep</a:t>
                      </a:r>
                      <a:endParaRPr lang="en-GB" sz="2000" dirty="0"/>
                    </a:p>
                  </a:txBody>
                  <a:tcPr>
                    <a:solidFill>
                      <a:schemeClr val="accent1">
                        <a:lumMod val="40000"/>
                        <a:lumOff val="60000"/>
                      </a:schemeClr>
                    </a:solidFill>
                  </a:tcPr>
                </a:tc>
                <a:tc>
                  <a:txBody>
                    <a:bodyPr/>
                    <a:lstStyle/>
                    <a:p>
                      <a:r>
                        <a:rPr lang="en-GB" sz="1800" dirty="0"/>
                        <a:t>RBS </a:t>
                      </a:r>
                      <a:r>
                        <a:rPr lang="ja-JP" altLang="en-US" sz="1800" dirty="0"/>
                        <a:t>上の型定義を元に型検査を行う</a:t>
                      </a:r>
                      <a:endParaRPr lang="en-GB" sz="1800" dirty="0"/>
                    </a:p>
                  </a:txBody>
                  <a:tcPr>
                    <a:solidFill>
                      <a:schemeClr val="accent1">
                        <a:lumMod val="40000"/>
                        <a:lumOff val="60000"/>
                      </a:schemeClr>
                    </a:solidFill>
                  </a:tcPr>
                </a:tc>
                <a:extLst>
                  <a:ext uri="{0D108BD9-81ED-4DB2-BD59-A6C34878D82A}">
                    <a16:rowId xmlns:a16="http://schemas.microsoft.com/office/drawing/2014/main" val="3666605031"/>
                  </a:ext>
                </a:extLst>
              </a:tr>
              <a:tr h="370840">
                <a:tc vMerge="1">
                  <a:txBody>
                    <a:bodyPr/>
                    <a:lstStyle/>
                    <a:p>
                      <a:endParaRPr lang="en-GB" sz="2400" dirty="0"/>
                    </a:p>
                  </a:txBody>
                  <a:tcPr/>
                </a:tc>
                <a:tc>
                  <a:txBody>
                    <a:bodyPr/>
                    <a:lstStyle/>
                    <a:p>
                      <a:r>
                        <a:rPr lang="en-GB" sz="2000" dirty="0">
                          <a:hlinkClick r:id="rId6"/>
                        </a:rPr>
                        <a:t>TypeProf</a:t>
                      </a:r>
                      <a:endParaRPr lang="en-GB" sz="2000" dirty="0"/>
                    </a:p>
                  </a:txBody>
                  <a:tcPr>
                    <a:solidFill>
                      <a:schemeClr val="accent1">
                        <a:lumMod val="40000"/>
                        <a:lumOff val="60000"/>
                      </a:schemeClr>
                    </a:solidFill>
                  </a:tcPr>
                </a:tc>
                <a:tc>
                  <a:txBody>
                    <a:bodyPr/>
                    <a:lstStyle/>
                    <a:p>
                      <a:r>
                        <a:rPr lang="en-GB" sz="1800" dirty="0"/>
                        <a:t>Ruby </a:t>
                      </a:r>
                      <a:r>
                        <a:rPr lang="ja-JP" altLang="en-US" sz="1800" dirty="0"/>
                        <a:t>コードを元に</a:t>
                      </a:r>
                      <a:r>
                        <a:rPr lang="en-GB" altLang="ja-JP" sz="1800" dirty="0"/>
                        <a:t> RBS </a:t>
                      </a:r>
                      <a:r>
                        <a:rPr lang="ja-JP" altLang="en-US" sz="1800" dirty="0"/>
                        <a:t>上の型定義の推論を行う</a:t>
                      </a:r>
                      <a:endParaRPr lang="en-GB" sz="1800" dirty="0"/>
                    </a:p>
                  </a:txBody>
                  <a:tcPr>
                    <a:solidFill>
                      <a:schemeClr val="accent1">
                        <a:lumMod val="40000"/>
                        <a:lumOff val="60000"/>
                      </a:schemeClr>
                    </a:solidFill>
                  </a:tcPr>
                </a:tc>
                <a:extLst>
                  <a:ext uri="{0D108BD9-81ED-4DB2-BD59-A6C34878D82A}">
                    <a16:rowId xmlns:a16="http://schemas.microsoft.com/office/drawing/2014/main" val="3175287839"/>
                  </a:ext>
                </a:extLst>
              </a:tr>
              <a:tr h="370840">
                <a:tc vMerge="1">
                  <a:txBody>
                    <a:bodyPr/>
                    <a:lstStyle/>
                    <a:p>
                      <a:endParaRPr lang="en-GB" sz="2400" dirty="0"/>
                    </a:p>
                  </a:txBody>
                  <a:tcPr/>
                </a:tc>
                <a:tc>
                  <a:txBody>
                    <a:bodyPr/>
                    <a:lstStyle/>
                    <a:p>
                      <a:r>
                        <a:rPr lang="en-GB" sz="2000" dirty="0">
                          <a:hlinkClick r:id="rId7"/>
                        </a:rPr>
                        <a:t>rbs-inline</a:t>
                      </a:r>
                      <a:endParaRPr lang="en-GB" sz="2000" dirty="0"/>
                    </a:p>
                  </a:txBody>
                  <a:tcPr>
                    <a:solidFill>
                      <a:schemeClr val="accent1">
                        <a:lumMod val="40000"/>
                        <a:lumOff val="60000"/>
                      </a:schemeClr>
                    </a:solidFill>
                  </a:tcPr>
                </a:tc>
                <a:tc>
                  <a:txBody>
                    <a:bodyPr/>
                    <a:lstStyle/>
                    <a:p>
                      <a:r>
                        <a:rPr lang="en-GB" sz="1800" dirty="0"/>
                        <a:t>Ruby </a:t>
                      </a:r>
                      <a:r>
                        <a:rPr lang="ja-JP" altLang="en-US" sz="1800" dirty="0"/>
                        <a:t>コード上のインラインコメントを元に </a:t>
                      </a:r>
                      <a:r>
                        <a:rPr lang="en-US" altLang="ja-JP" sz="1800" dirty="0"/>
                        <a:t>RBS </a:t>
                      </a:r>
                      <a:r>
                        <a:rPr lang="ja-JP" altLang="en-US" sz="1800" dirty="0"/>
                        <a:t>を生成する</a:t>
                      </a:r>
                      <a:endParaRPr lang="en-GB" sz="1800" dirty="0"/>
                    </a:p>
                  </a:txBody>
                  <a:tcPr>
                    <a:solidFill>
                      <a:schemeClr val="accent1">
                        <a:lumMod val="40000"/>
                        <a:lumOff val="60000"/>
                      </a:schemeClr>
                    </a:solidFill>
                  </a:tcPr>
                </a:tc>
                <a:extLst>
                  <a:ext uri="{0D108BD9-81ED-4DB2-BD59-A6C34878D82A}">
                    <a16:rowId xmlns:a16="http://schemas.microsoft.com/office/drawing/2014/main" val="905380894"/>
                  </a:ext>
                </a:extLst>
              </a:tr>
              <a:tr h="370840">
                <a:tc rowSpan="3">
                  <a:txBody>
                    <a:bodyPr/>
                    <a:lstStyle/>
                    <a:p>
                      <a:r>
                        <a:rPr lang="en-GB" sz="2000" b="1" dirty="0"/>
                        <a:t>RBI</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hlinkClick r:id="rId8"/>
                        </a:rPr>
                        <a:t>RBI</a:t>
                      </a:r>
                      <a:r>
                        <a:rPr lang="en-GB" sz="2000" dirty="0"/>
                        <a:t>(Ruby Interface)</a:t>
                      </a:r>
                    </a:p>
                  </a:txBody>
                  <a:tcPr>
                    <a:solidFill>
                      <a:schemeClr val="accent2">
                        <a:lumMod val="40000"/>
                        <a:lumOff val="60000"/>
                      </a:schemeClr>
                    </a:solidFill>
                  </a:tcPr>
                </a:tc>
                <a:tc>
                  <a:txBody>
                    <a:bodyPr/>
                    <a:lstStyle/>
                    <a:p>
                      <a:r>
                        <a:rPr lang="en-GB" sz="1800" dirty="0"/>
                        <a:t>Ruby </a:t>
                      </a:r>
                      <a:r>
                        <a:rPr lang="ja-JP" altLang="en-US" sz="1800" dirty="0"/>
                        <a:t>の</a:t>
                      </a:r>
                      <a:r>
                        <a:rPr lang="en-GB" altLang="ja-JP" sz="1800" dirty="0"/>
                        <a:t> </a:t>
                      </a:r>
                      <a:r>
                        <a:rPr lang="en-GB" sz="1800" dirty="0"/>
                        <a:t>I/F </a:t>
                      </a:r>
                      <a:r>
                        <a:rPr lang="ja-JP" altLang="en-US" sz="1800" dirty="0"/>
                        <a:t>ファイルを</a:t>
                      </a:r>
                      <a:r>
                        <a:rPr lang="en-GB" sz="1800" dirty="0"/>
                        <a:t> Sorbet </a:t>
                      </a:r>
                      <a:r>
                        <a:rPr lang="ja-JP" altLang="en-US" sz="1800" dirty="0"/>
                        <a:t>に提供するための</a:t>
                      </a:r>
                      <a:r>
                        <a:rPr lang="en-GB" altLang="ja-JP" sz="1800" dirty="0"/>
                        <a:t> </a:t>
                      </a:r>
                      <a:r>
                        <a:rPr lang="en-GB" sz="1800" dirty="0"/>
                        <a:t>Ruby API </a:t>
                      </a:r>
                      <a:r>
                        <a:rPr lang="ja-JP" altLang="en-US" sz="1800" dirty="0"/>
                        <a:t>を公開する</a:t>
                      </a:r>
                      <a:endParaRPr lang="en-GB" sz="1800" dirty="0"/>
                    </a:p>
                  </a:txBody>
                  <a:tcPr>
                    <a:solidFill>
                      <a:schemeClr val="accent2">
                        <a:lumMod val="40000"/>
                        <a:lumOff val="60000"/>
                      </a:schemeClr>
                    </a:solidFill>
                  </a:tcPr>
                </a:tc>
                <a:extLst>
                  <a:ext uri="{0D108BD9-81ED-4DB2-BD59-A6C34878D82A}">
                    <a16:rowId xmlns:a16="http://schemas.microsoft.com/office/drawing/2014/main" val="2365820860"/>
                  </a:ext>
                </a:extLst>
              </a:tr>
              <a:tr h="370840">
                <a:tc vMerge="1">
                  <a:txBody>
                    <a:bodyPr/>
                    <a:lstStyle/>
                    <a:p>
                      <a:endParaRPr lang="en-GB"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hlinkClick r:id="rId9"/>
                        </a:rPr>
                        <a:t>Sorbet</a:t>
                      </a:r>
                      <a:endParaRPr lang="en-GB" sz="2000" dirty="0"/>
                    </a:p>
                  </a:txBody>
                  <a:tcPr>
                    <a:solidFill>
                      <a:schemeClr val="accent2">
                        <a:lumMod val="40000"/>
                        <a:lumOff val="60000"/>
                      </a:schemeClr>
                    </a:solidFill>
                  </a:tcPr>
                </a:tc>
                <a:tc>
                  <a:txBody>
                    <a:bodyPr/>
                    <a:lstStyle/>
                    <a:p>
                      <a:r>
                        <a:rPr lang="ja-JP" altLang="en-US" sz="1800" dirty="0"/>
                        <a:t>既存の</a:t>
                      </a:r>
                      <a:r>
                        <a:rPr lang="en-GB" sz="1800" dirty="0"/>
                        <a:t> Ruby</a:t>
                      </a:r>
                      <a:r>
                        <a:rPr lang="ja-JP" altLang="en-US" sz="1800" dirty="0"/>
                        <a:t>コードに漸進的な型付けとエラーや提案の迅速な応答を提供する</a:t>
                      </a:r>
                      <a:endParaRPr lang="en-GB" sz="1800" dirty="0"/>
                    </a:p>
                  </a:txBody>
                  <a:tcPr>
                    <a:solidFill>
                      <a:schemeClr val="accent2">
                        <a:lumMod val="40000"/>
                        <a:lumOff val="60000"/>
                      </a:schemeClr>
                    </a:solidFill>
                  </a:tcPr>
                </a:tc>
                <a:extLst>
                  <a:ext uri="{0D108BD9-81ED-4DB2-BD59-A6C34878D82A}">
                    <a16:rowId xmlns:a16="http://schemas.microsoft.com/office/drawing/2014/main" val="2819504258"/>
                  </a:ext>
                </a:extLst>
              </a:tr>
              <a:tr h="370840">
                <a:tc vMerge="1">
                  <a:txBody>
                    <a:bodyPr/>
                    <a:lstStyle/>
                    <a:p>
                      <a:endParaRPr lang="en-GB"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hlinkClick r:id="rId10"/>
                        </a:rPr>
                        <a:t>Tapioca</a:t>
                      </a:r>
                      <a:endParaRPr lang="en-GB" sz="2000" dirty="0"/>
                    </a:p>
                  </a:txBody>
                  <a:tcPr>
                    <a:solidFill>
                      <a:schemeClr val="accent2">
                        <a:lumMod val="40000"/>
                        <a:lumOff val="60000"/>
                      </a:schemeClr>
                    </a:solidFill>
                  </a:tcPr>
                </a:tc>
                <a:tc>
                  <a:txBody>
                    <a:bodyPr/>
                    <a:lstStyle/>
                    <a:p>
                      <a:r>
                        <a:rPr lang="en-GB" sz="1800" dirty="0"/>
                        <a:t>Ruby </a:t>
                      </a:r>
                      <a:r>
                        <a:rPr lang="ja-JP" altLang="en-US" sz="1800" dirty="0"/>
                        <a:t>コードだけでなく、</a:t>
                      </a:r>
                      <a:r>
                        <a:rPr lang="en-GB" sz="1800" dirty="0"/>
                        <a:t>Gem</a:t>
                      </a:r>
                      <a:r>
                        <a:rPr lang="ja-JP" altLang="en-US" sz="1800" dirty="0"/>
                        <a:t>・</a:t>
                      </a:r>
                      <a:r>
                        <a:rPr lang="en-GB" sz="1800" dirty="0"/>
                        <a:t>Rails</a:t>
                      </a:r>
                      <a:r>
                        <a:rPr lang="ja-JP" altLang="en-US" sz="1800" dirty="0"/>
                        <a:t>・</a:t>
                      </a:r>
                      <a:r>
                        <a:rPr lang="en-GB" sz="1800" dirty="0"/>
                        <a:t>DSL </a:t>
                      </a:r>
                      <a:r>
                        <a:rPr lang="ja-JP" altLang="en-US" sz="1800" dirty="0"/>
                        <a:t>などを読み込んで</a:t>
                      </a:r>
                      <a:r>
                        <a:rPr lang="en-GB" altLang="ja-JP" sz="1800" dirty="0"/>
                        <a:t> </a:t>
                      </a:r>
                      <a:r>
                        <a:rPr lang="en-GB" sz="1800" dirty="0"/>
                        <a:t>RBI </a:t>
                      </a:r>
                      <a:r>
                        <a:rPr lang="ja-JP" altLang="en-US" sz="1800" dirty="0"/>
                        <a:t>ファイルをコンパイルする</a:t>
                      </a:r>
                      <a:endParaRPr lang="en-GB" sz="1800" dirty="0"/>
                    </a:p>
                  </a:txBody>
                  <a:tcPr>
                    <a:solidFill>
                      <a:schemeClr val="accent2">
                        <a:lumMod val="40000"/>
                        <a:lumOff val="60000"/>
                      </a:schemeClr>
                    </a:solidFill>
                  </a:tcPr>
                </a:tc>
                <a:extLst>
                  <a:ext uri="{0D108BD9-81ED-4DB2-BD59-A6C34878D82A}">
                    <a16:rowId xmlns:a16="http://schemas.microsoft.com/office/drawing/2014/main" val="1830403245"/>
                  </a:ext>
                </a:extLst>
              </a:tr>
            </a:tbl>
          </a:graphicData>
        </a:graphic>
      </p:graphicFrame>
    </p:spTree>
    <p:extLst>
      <p:ext uri="{BB962C8B-B14F-4D97-AF65-F5344CB8AC3E}">
        <p14:creationId xmlns:p14="http://schemas.microsoft.com/office/powerpoint/2010/main" val="334971141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7F6639BB-9E5F-DC10-7E54-238E16C3B78C}"/>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7B4FC0C4-A474-03AB-EC7D-5819CCCF6B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7026" y="3043050"/>
            <a:ext cx="4375435" cy="3047351"/>
          </a:xfrm>
          <a:prstGeom prst="rect">
            <a:avLst/>
          </a:prstGeom>
        </p:spPr>
      </p:pic>
      <p:pic>
        <p:nvPicPr>
          <p:cNvPr id="33" name="Picture 32">
            <a:extLst>
              <a:ext uri="{FF2B5EF4-FFF2-40B4-BE49-F238E27FC236}">
                <a16:creationId xmlns:a16="http://schemas.microsoft.com/office/drawing/2014/main" id="{212144C3-6636-ED48-D16F-4EF7081015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613" y="3043050"/>
            <a:ext cx="3116797" cy="3246336"/>
          </a:xfrm>
          <a:prstGeom prst="rect">
            <a:avLst/>
          </a:prstGeom>
        </p:spPr>
      </p:pic>
      <p:sp>
        <p:nvSpPr>
          <p:cNvPr id="9" name="コンテンツ プレースホルダー 2">
            <a:extLst>
              <a:ext uri="{FF2B5EF4-FFF2-40B4-BE49-F238E27FC236}">
                <a16:creationId xmlns:a16="http://schemas.microsoft.com/office/drawing/2014/main" id="{D22F6EF9-A788-E42B-A075-A777098813B4}"/>
              </a:ext>
            </a:extLst>
          </p:cNvPr>
          <p:cNvSpPr>
            <a:spLocks noGrp="1"/>
          </p:cNvSpPr>
          <p:nvPr>
            <p:ph idx="1"/>
          </p:nvPr>
        </p:nvSpPr>
        <p:spPr/>
        <p:txBody>
          <a:bodyPr>
            <a:normAutofit/>
          </a:bodyPr>
          <a:lstStyle/>
          <a:p>
            <a:pPr marL="0" lvl="1" indent="0">
              <a:buNone/>
            </a:pPr>
            <a:r>
              <a:rPr lang="en-GB" altLang="ja-JP" sz="2800" b="1" dirty="0"/>
              <a:t>Ruby: RBS + Steep</a:t>
            </a:r>
            <a:endParaRPr lang="en-GB" altLang="ja-JP" b="1" dirty="0"/>
          </a:p>
          <a:p>
            <a:pPr marL="0" lvl="1" indent="0">
              <a:buNone/>
            </a:pPr>
            <a:r>
              <a:rPr lang="ja-JP" altLang="en-US" dirty="0"/>
              <a:t>例</a:t>
            </a:r>
            <a:r>
              <a:rPr lang="en-US" altLang="ja-JP" dirty="0"/>
              <a:t>)</a:t>
            </a:r>
            <a:r>
              <a:rPr lang="en-GB" altLang="ja-JP" dirty="0"/>
              <a:t> RBS + Steep</a:t>
            </a:r>
          </a:p>
        </p:txBody>
      </p:sp>
      <p:sp>
        <p:nvSpPr>
          <p:cNvPr id="6" name="タイトル 1">
            <a:extLst>
              <a:ext uri="{FF2B5EF4-FFF2-40B4-BE49-F238E27FC236}">
                <a16:creationId xmlns:a16="http://schemas.microsoft.com/office/drawing/2014/main" id="{7EABE2B7-2ECA-7BD9-1832-C813BFF9355A}"/>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ja-JP" altLang="en-US" b="1" dirty="0">
                <a:sym typeface="Arial"/>
              </a:rPr>
              <a:t>型付けエコシステム</a:t>
            </a:r>
            <a:endParaRPr lang="en-GB" b="1" dirty="0">
              <a:latin typeface="+mn-lt"/>
            </a:endParaRPr>
          </a:p>
        </p:txBody>
      </p:sp>
      <p:sp>
        <p:nvSpPr>
          <p:cNvPr id="2" name="Slide Number Placeholder 1">
            <a:extLst>
              <a:ext uri="{FF2B5EF4-FFF2-40B4-BE49-F238E27FC236}">
                <a16:creationId xmlns:a16="http://schemas.microsoft.com/office/drawing/2014/main" id="{973C934C-8B71-7E5D-00A1-2F513EEA346D}"/>
              </a:ext>
            </a:extLst>
          </p:cNvPr>
          <p:cNvSpPr>
            <a:spLocks noGrp="1"/>
          </p:cNvSpPr>
          <p:nvPr>
            <p:ph type="sldNum" sz="quarter" idx="12"/>
          </p:nvPr>
        </p:nvSpPr>
        <p:spPr/>
        <p:txBody>
          <a:bodyPr/>
          <a:lstStyle/>
          <a:p>
            <a:fld id="{CC8B731A-DCF7-4273-BA1A-21517ACBB5E5}" type="slidenum">
              <a:rPr lang="en-GB" smtClean="0"/>
              <a:t>14</a:t>
            </a:fld>
            <a:endParaRPr lang="en-GB"/>
          </a:p>
        </p:txBody>
      </p:sp>
      <p:cxnSp>
        <p:nvCxnSpPr>
          <p:cNvPr id="17" name="Straight Arrow Connector 16">
            <a:extLst>
              <a:ext uri="{FF2B5EF4-FFF2-40B4-BE49-F238E27FC236}">
                <a16:creationId xmlns:a16="http://schemas.microsoft.com/office/drawing/2014/main" id="{4BC3B9BF-81BC-C3E1-5EE7-058B5F8F54ED}"/>
              </a:ext>
            </a:extLst>
          </p:cNvPr>
          <p:cNvCxnSpPr>
            <a:cxnSpLocks/>
          </p:cNvCxnSpPr>
          <p:nvPr/>
        </p:nvCxnSpPr>
        <p:spPr>
          <a:xfrm>
            <a:off x="3932463" y="3858929"/>
            <a:ext cx="310392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460DF60-2879-8A1D-9C6C-62A82E227A5B}"/>
              </a:ext>
            </a:extLst>
          </p:cNvPr>
          <p:cNvCxnSpPr>
            <a:cxnSpLocks/>
          </p:cNvCxnSpPr>
          <p:nvPr/>
        </p:nvCxnSpPr>
        <p:spPr>
          <a:xfrm flipH="1">
            <a:off x="3932463" y="5526176"/>
            <a:ext cx="307456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62827CB-9B73-3629-FF86-5BB829B7DAE1}"/>
              </a:ext>
            </a:extLst>
          </p:cNvPr>
          <p:cNvSpPr txBox="1"/>
          <p:nvPr/>
        </p:nvSpPr>
        <p:spPr>
          <a:xfrm>
            <a:off x="838200" y="2673119"/>
            <a:ext cx="1187042" cy="369332"/>
          </a:xfrm>
          <a:prstGeom prst="rect">
            <a:avLst/>
          </a:prstGeom>
          <a:solidFill>
            <a:schemeClr val="tx1"/>
          </a:solidFill>
        </p:spPr>
        <p:txBody>
          <a:bodyPr wrap="square" rtlCol="0">
            <a:spAutoFit/>
          </a:bodyPr>
          <a:lstStyle/>
          <a:p>
            <a:pPr algn="ctr"/>
            <a:r>
              <a:rPr lang="en-GB" dirty="0">
                <a:solidFill>
                  <a:schemeClr val="bg1"/>
                </a:solidFill>
              </a:rPr>
              <a:t>person.rb</a:t>
            </a:r>
          </a:p>
        </p:txBody>
      </p:sp>
      <p:sp>
        <p:nvSpPr>
          <p:cNvPr id="27" name="TextBox 26">
            <a:extLst>
              <a:ext uri="{FF2B5EF4-FFF2-40B4-BE49-F238E27FC236}">
                <a16:creationId xmlns:a16="http://schemas.microsoft.com/office/drawing/2014/main" id="{259364EB-DB03-C27F-F27E-02B2BDAE420D}"/>
              </a:ext>
            </a:extLst>
          </p:cNvPr>
          <p:cNvSpPr txBox="1"/>
          <p:nvPr/>
        </p:nvSpPr>
        <p:spPr>
          <a:xfrm>
            <a:off x="7007026" y="2673119"/>
            <a:ext cx="1536584" cy="369332"/>
          </a:xfrm>
          <a:prstGeom prst="rect">
            <a:avLst/>
          </a:prstGeom>
          <a:solidFill>
            <a:schemeClr val="tx1"/>
          </a:solidFill>
        </p:spPr>
        <p:txBody>
          <a:bodyPr wrap="square" rtlCol="0">
            <a:spAutoFit/>
          </a:bodyPr>
          <a:lstStyle/>
          <a:p>
            <a:pPr algn="ctr"/>
            <a:r>
              <a:rPr lang="en-GB" dirty="0">
                <a:solidFill>
                  <a:schemeClr val="bg1"/>
                </a:solidFill>
              </a:rPr>
              <a:t>sig/</a:t>
            </a:r>
            <a:r>
              <a:rPr lang="en-GB" dirty="0" err="1">
                <a:solidFill>
                  <a:schemeClr val="bg1"/>
                </a:solidFill>
              </a:rPr>
              <a:t>person.rbs</a:t>
            </a:r>
            <a:endParaRPr lang="en-GB" dirty="0">
              <a:solidFill>
                <a:schemeClr val="bg1"/>
              </a:solidFill>
            </a:endParaRPr>
          </a:p>
        </p:txBody>
      </p:sp>
      <p:sp>
        <p:nvSpPr>
          <p:cNvPr id="39" name="TextBox 38">
            <a:extLst>
              <a:ext uri="{FF2B5EF4-FFF2-40B4-BE49-F238E27FC236}">
                <a16:creationId xmlns:a16="http://schemas.microsoft.com/office/drawing/2014/main" id="{1E29EF41-D903-BCD6-BC1C-A750BE8358EE}"/>
              </a:ext>
            </a:extLst>
          </p:cNvPr>
          <p:cNvSpPr txBox="1"/>
          <p:nvPr/>
        </p:nvSpPr>
        <p:spPr>
          <a:xfrm>
            <a:off x="4014546" y="4368941"/>
            <a:ext cx="2929155" cy="1077218"/>
          </a:xfrm>
          <a:prstGeom prst="rect">
            <a:avLst/>
          </a:prstGeom>
          <a:solidFill>
            <a:schemeClr val="tx1"/>
          </a:solidFill>
        </p:spPr>
        <p:txBody>
          <a:bodyPr wrap="square" rtlCol="0">
            <a:spAutoFit/>
          </a:bodyPr>
          <a:lstStyle/>
          <a:p>
            <a:r>
              <a:rPr lang="en-GB" sz="1600" dirty="0">
                <a:solidFill>
                  <a:schemeClr val="bg1"/>
                </a:solidFill>
              </a:rPr>
              <a:t>$ steep check</a:t>
            </a:r>
          </a:p>
          <a:p>
            <a:r>
              <a:rPr lang="en-GB" sz="1600" dirty="0">
                <a:solidFill>
                  <a:schemeClr val="bg1"/>
                </a:solidFill>
              </a:rPr>
              <a:t># Type checking files:</a:t>
            </a:r>
          </a:p>
          <a:p>
            <a:r>
              <a:rPr lang="en-GB" sz="1600" dirty="0">
                <a:solidFill>
                  <a:schemeClr val="bg1"/>
                </a:solidFill>
              </a:rPr>
              <a:t>...</a:t>
            </a:r>
          </a:p>
          <a:p>
            <a:r>
              <a:rPr lang="en-GB" sz="1600" dirty="0">
                <a:solidFill>
                  <a:schemeClr val="bg1"/>
                </a:solidFill>
              </a:rPr>
              <a:t>No type error detected. 🫖</a:t>
            </a:r>
          </a:p>
        </p:txBody>
      </p:sp>
      <p:sp>
        <p:nvSpPr>
          <p:cNvPr id="40" name="TextBox 39">
            <a:extLst>
              <a:ext uri="{FF2B5EF4-FFF2-40B4-BE49-F238E27FC236}">
                <a16:creationId xmlns:a16="http://schemas.microsoft.com/office/drawing/2014/main" id="{3F628E6F-7E81-29F2-87AA-D25D3FF57153}"/>
              </a:ext>
            </a:extLst>
          </p:cNvPr>
          <p:cNvSpPr txBox="1"/>
          <p:nvPr/>
        </p:nvSpPr>
        <p:spPr>
          <a:xfrm>
            <a:off x="4025028" y="3451122"/>
            <a:ext cx="2929155" cy="338554"/>
          </a:xfrm>
          <a:prstGeom prst="rect">
            <a:avLst/>
          </a:prstGeom>
          <a:solidFill>
            <a:schemeClr val="tx1"/>
          </a:solidFill>
        </p:spPr>
        <p:txBody>
          <a:bodyPr wrap="square" rtlCol="0">
            <a:spAutoFit/>
          </a:bodyPr>
          <a:lstStyle/>
          <a:p>
            <a:r>
              <a:rPr lang="en-GB" sz="1600" dirty="0">
                <a:solidFill>
                  <a:schemeClr val="bg1"/>
                </a:solidFill>
              </a:rPr>
              <a:t>$ rbs prototype rb person.rb</a:t>
            </a:r>
          </a:p>
        </p:txBody>
      </p:sp>
    </p:spTree>
    <p:extLst>
      <p:ext uri="{BB962C8B-B14F-4D97-AF65-F5344CB8AC3E}">
        <p14:creationId xmlns:p14="http://schemas.microsoft.com/office/powerpoint/2010/main" val="45930152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F851234F-9182-DF7D-7E1C-AD3CC8494EEF}"/>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DC78ABBF-D63D-20F1-4018-F133712E9184}"/>
              </a:ext>
            </a:extLst>
          </p:cNvPr>
          <p:cNvSpPr>
            <a:spLocks noGrp="1"/>
          </p:cNvSpPr>
          <p:nvPr>
            <p:ph idx="1"/>
          </p:nvPr>
        </p:nvSpPr>
        <p:spPr/>
        <p:txBody>
          <a:bodyPr>
            <a:normAutofit/>
          </a:bodyPr>
          <a:lstStyle/>
          <a:p>
            <a:pPr marL="0" lvl="1" indent="0">
              <a:buNone/>
            </a:pPr>
            <a:r>
              <a:rPr lang="en-GB" altLang="ja-JP" sz="2800" b="1" dirty="0"/>
              <a:t>Ruby: RBS + Steep</a:t>
            </a:r>
            <a:endParaRPr lang="en-GB" altLang="ja-JP" b="1" dirty="0"/>
          </a:p>
          <a:p>
            <a:pPr marL="0" lvl="1" indent="0">
              <a:buNone/>
            </a:pPr>
            <a:r>
              <a:rPr lang="ja-JP" altLang="en-US" dirty="0"/>
              <a:t>例</a:t>
            </a:r>
            <a:r>
              <a:rPr lang="en-US" altLang="ja-JP" dirty="0"/>
              <a:t>)</a:t>
            </a:r>
            <a:r>
              <a:rPr lang="en-GB" altLang="ja-JP" dirty="0"/>
              <a:t> rbs-inline + Steep</a:t>
            </a:r>
          </a:p>
        </p:txBody>
      </p:sp>
      <p:sp>
        <p:nvSpPr>
          <p:cNvPr id="6" name="タイトル 1">
            <a:extLst>
              <a:ext uri="{FF2B5EF4-FFF2-40B4-BE49-F238E27FC236}">
                <a16:creationId xmlns:a16="http://schemas.microsoft.com/office/drawing/2014/main" id="{77B1ECC9-7C6D-C32C-B505-FD7D9336A876}"/>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ja-JP" altLang="en-US" b="1" dirty="0">
                <a:sym typeface="Arial"/>
              </a:rPr>
              <a:t>型付けエコシステム</a:t>
            </a:r>
            <a:endParaRPr lang="en-GB" b="1" dirty="0">
              <a:latin typeface="+mn-lt"/>
            </a:endParaRPr>
          </a:p>
        </p:txBody>
      </p:sp>
      <p:sp>
        <p:nvSpPr>
          <p:cNvPr id="2" name="Slide Number Placeholder 1">
            <a:extLst>
              <a:ext uri="{FF2B5EF4-FFF2-40B4-BE49-F238E27FC236}">
                <a16:creationId xmlns:a16="http://schemas.microsoft.com/office/drawing/2014/main" id="{0A09ECF6-9074-8224-18BC-E21F24324A6D}"/>
              </a:ext>
            </a:extLst>
          </p:cNvPr>
          <p:cNvSpPr>
            <a:spLocks noGrp="1"/>
          </p:cNvSpPr>
          <p:nvPr>
            <p:ph type="sldNum" sz="quarter" idx="12"/>
          </p:nvPr>
        </p:nvSpPr>
        <p:spPr/>
        <p:txBody>
          <a:bodyPr/>
          <a:lstStyle/>
          <a:p>
            <a:fld id="{CC8B731A-DCF7-4273-BA1A-21517ACBB5E5}" type="slidenum">
              <a:rPr lang="en-GB" smtClean="0"/>
              <a:t>15</a:t>
            </a:fld>
            <a:endParaRPr lang="en-GB"/>
          </a:p>
        </p:txBody>
      </p:sp>
      <p:pic>
        <p:nvPicPr>
          <p:cNvPr id="41" name="Picture 40">
            <a:extLst>
              <a:ext uri="{FF2B5EF4-FFF2-40B4-BE49-F238E27FC236}">
                <a16:creationId xmlns:a16="http://schemas.microsoft.com/office/drawing/2014/main" id="{73492B79-9AC4-6D1C-33AF-B816A81B09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950" y="3047240"/>
            <a:ext cx="3105460" cy="3357254"/>
          </a:xfrm>
          <a:prstGeom prst="rect">
            <a:avLst/>
          </a:prstGeom>
        </p:spPr>
      </p:pic>
      <p:cxnSp>
        <p:nvCxnSpPr>
          <p:cNvPr id="42" name="Straight Arrow Connector 41">
            <a:extLst>
              <a:ext uri="{FF2B5EF4-FFF2-40B4-BE49-F238E27FC236}">
                <a16:creationId xmlns:a16="http://schemas.microsoft.com/office/drawing/2014/main" id="{D10DDFAD-A324-6912-7D4F-6FFB62913848}"/>
              </a:ext>
            </a:extLst>
          </p:cNvPr>
          <p:cNvCxnSpPr>
            <a:cxnSpLocks/>
          </p:cNvCxnSpPr>
          <p:nvPr/>
        </p:nvCxnSpPr>
        <p:spPr>
          <a:xfrm>
            <a:off x="3932463" y="3863119"/>
            <a:ext cx="310392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2AB5229-CBE1-BEA7-63D0-32622BCC1B3D}"/>
              </a:ext>
            </a:extLst>
          </p:cNvPr>
          <p:cNvSpPr txBox="1"/>
          <p:nvPr/>
        </p:nvSpPr>
        <p:spPr>
          <a:xfrm>
            <a:off x="849950" y="2677908"/>
            <a:ext cx="1187042" cy="369332"/>
          </a:xfrm>
          <a:prstGeom prst="rect">
            <a:avLst/>
          </a:prstGeom>
          <a:solidFill>
            <a:schemeClr val="tx1"/>
          </a:solidFill>
        </p:spPr>
        <p:txBody>
          <a:bodyPr wrap="square" rtlCol="0">
            <a:spAutoFit/>
          </a:bodyPr>
          <a:lstStyle/>
          <a:p>
            <a:pPr algn="ctr"/>
            <a:r>
              <a:rPr lang="en-GB" dirty="0">
                <a:solidFill>
                  <a:schemeClr val="bg1"/>
                </a:solidFill>
              </a:rPr>
              <a:t>person.rb</a:t>
            </a:r>
          </a:p>
        </p:txBody>
      </p:sp>
      <p:sp>
        <p:nvSpPr>
          <p:cNvPr id="44" name="TextBox 43">
            <a:extLst>
              <a:ext uri="{FF2B5EF4-FFF2-40B4-BE49-F238E27FC236}">
                <a16:creationId xmlns:a16="http://schemas.microsoft.com/office/drawing/2014/main" id="{EEC678E0-7C05-F05E-1D34-E540BBC1833A}"/>
              </a:ext>
            </a:extLst>
          </p:cNvPr>
          <p:cNvSpPr txBox="1"/>
          <p:nvPr/>
        </p:nvSpPr>
        <p:spPr>
          <a:xfrm>
            <a:off x="7002837" y="2677908"/>
            <a:ext cx="2611774" cy="369332"/>
          </a:xfrm>
          <a:prstGeom prst="rect">
            <a:avLst/>
          </a:prstGeom>
          <a:solidFill>
            <a:schemeClr val="tx1"/>
          </a:solidFill>
        </p:spPr>
        <p:txBody>
          <a:bodyPr wrap="square" rtlCol="0">
            <a:spAutoFit/>
          </a:bodyPr>
          <a:lstStyle/>
          <a:p>
            <a:pPr algn="ctr"/>
            <a:r>
              <a:rPr lang="en-GB" dirty="0">
                <a:solidFill>
                  <a:schemeClr val="bg1"/>
                </a:solidFill>
              </a:rPr>
              <a:t>sig/generated/</a:t>
            </a:r>
            <a:r>
              <a:rPr lang="en-GB" dirty="0" err="1">
                <a:solidFill>
                  <a:schemeClr val="bg1"/>
                </a:solidFill>
              </a:rPr>
              <a:t>person.rbs</a:t>
            </a:r>
            <a:endParaRPr lang="en-GB" dirty="0">
              <a:solidFill>
                <a:schemeClr val="bg1"/>
              </a:solidFill>
            </a:endParaRPr>
          </a:p>
        </p:txBody>
      </p:sp>
      <p:sp>
        <p:nvSpPr>
          <p:cNvPr id="45" name="TextBox 44">
            <a:extLst>
              <a:ext uri="{FF2B5EF4-FFF2-40B4-BE49-F238E27FC236}">
                <a16:creationId xmlns:a16="http://schemas.microsoft.com/office/drawing/2014/main" id="{4C539695-C39D-939D-996F-4285F7F30D63}"/>
              </a:ext>
            </a:extLst>
          </p:cNvPr>
          <p:cNvSpPr txBox="1"/>
          <p:nvPr/>
        </p:nvSpPr>
        <p:spPr>
          <a:xfrm>
            <a:off x="4023926" y="3056986"/>
            <a:ext cx="2929155" cy="738664"/>
          </a:xfrm>
          <a:prstGeom prst="rect">
            <a:avLst/>
          </a:prstGeom>
          <a:solidFill>
            <a:schemeClr val="tx1"/>
          </a:solidFill>
        </p:spPr>
        <p:txBody>
          <a:bodyPr wrap="square" rtlCol="0">
            <a:spAutoFit/>
          </a:bodyPr>
          <a:lstStyle/>
          <a:p>
            <a:r>
              <a:rPr lang="en-GB" sz="1400" dirty="0">
                <a:solidFill>
                  <a:schemeClr val="bg1"/>
                </a:solidFill>
              </a:rPr>
              <a:t>$ rbs-inline --output person.rb</a:t>
            </a:r>
          </a:p>
          <a:p>
            <a:r>
              <a:rPr lang="en-GB" sz="1400" dirty="0">
                <a:solidFill>
                  <a:schemeClr val="bg1"/>
                </a:solidFill>
              </a:rPr>
              <a:t>🎉 Generated 1 RBS files under sig/generated</a:t>
            </a:r>
          </a:p>
        </p:txBody>
      </p:sp>
      <p:sp>
        <p:nvSpPr>
          <p:cNvPr id="46" name="TextBox 45">
            <a:extLst>
              <a:ext uri="{FF2B5EF4-FFF2-40B4-BE49-F238E27FC236}">
                <a16:creationId xmlns:a16="http://schemas.microsoft.com/office/drawing/2014/main" id="{544B315B-AE2E-0E7B-5125-095207930463}"/>
              </a:ext>
            </a:extLst>
          </p:cNvPr>
          <p:cNvSpPr txBox="1"/>
          <p:nvPr/>
        </p:nvSpPr>
        <p:spPr>
          <a:xfrm>
            <a:off x="4014546" y="4373131"/>
            <a:ext cx="2929155" cy="1077218"/>
          </a:xfrm>
          <a:prstGeom prst="rect">
            <a:avLst/>
          </a:prstGeom>
          <a:solidFill>
            <a:schemeClr val="tx1"/>
          </a:solidFill>
        </p:spPr>
        <p:txBody>
          <a:bodyPr wrap="square" rtlCol="0">
            <a:spAutoFit/>
          </a:bodyPr>
          <a:lstStyle/>
          <a:p>
            <a:r>
              <a:rPr lang="en-GB" sz="1600" dirty="0">
                <a:solidFill>
                  <a:schemeClr val="bg1"/>
                </a:solidFill>
              </a:rPr>
              <a:t>$ steep check</a:t>
            </a:r>
          </a:p>
          <a:p>
            <a:r>
              <a:rPr lang="en-GB" sz="1600" dirty="0">
                <a:solidFill>
                  <a:schemeClr val="bg1"/>
                </a:solidFill>
              </a:rPr>
              <a:t># Type checking files:</a:t>
            </a:r>
          </a:p>
          <a:p>
            <a:r>
              <a:rPr lang="en-GB" sz="1600" dirty="0">
                <a:solidFill>
                  <a:schemeClr val="bg1"/>
                </a:solidFill>
              </a:rPr>
              <a:t>...</a:t>
            </a:r>
          </a:p>
          <a:p>
            <a:r>
              <a:rPr lang="en-GB" sz="1600" dirty="0">
                <a:solidFill>
                  <a:schemeClr val="bg1"/>
                </a:solidFill>
              </a:rPr>
              <a:t>No type error detected. 🫖</a:t>
            </a:r>
          </a:p>
        </p:txBody>
      </p:sp>
      <p:pic>
        <p:nvPicPr>
          <p:cNvPr id="47" name="Picture 46">
            <a:extLst>
              <a:ext uri="{FF2B5EF4-FFF2-40B4-BE49-F238E27FC236}">
                <a16:creationId xmlns:a16="http://schemas.microsoft.com/office/drawing/2014/main" id="{1A2A0901-208E-D4A8-7815-EAE022890C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02837" y="3047240"/>
            <a:ext cx="4382102" cy="2862793"/>
          </a:xfrm>
          <a:prstGeom prst="rect">
            <a:avLst/>
          </a:prstGeom>
        </p:spPr>
      </p:pic>
      <p:cxnSp>
        <p:nvCxnSpPr>
          <p:cNvPr id="48" name="Straight Arrow Connector 47">
            <a:extLst>
              <a:ext uri="{FF2B5EF4-FFF2-40B4-BE49-F238E27FC236}">
                <a16:creationId xmlns:a16="http://schemas.microsoft.com/office/drawing/2014/main" id="{3C87915F-827C-780D-E496-6A5C18C9121E}"/>
              </a:ext>
            </a:extLst>
          </p:cNvPr>
          <p:cNvCxnSpPr>
            <a:cxnSpLocks/>
          </p:cNvCxnSpPr>
          <p:nvPr/>
        </p:nvCxnSpPr>
        <p:spPr>
          <a:xfrm flipH="1">
            <a:off x="3932463" y="5530366"/>
            <a:ext cx="307456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692564"/>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6C8FA3FA-51E9-C6BA-7316-A714673ABDE7}"/>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D03B6CAF-01FA-33B0-8ABF-38E75ABC71FA}"/>
              </a:ext>
            </a:extLst>
          </p:cNvPr>
          <p:cNvSpPr>
            <a:spLocks noGrp="1"/>
          </p:cNvSpPr>
          <p:nvPr>
            <p:ph idx="1"/>
          </p:nvPr>
        </p:nvSpPr>
        <p:spPr/>
        <p:txBody>
          <a:bodyPr>
            <a:normAutofit/>
          </a:bodyPr>
          <a:lstStyle/>
          <a:p>
            <a:pPr marL="0" lvl="1" indent="0">
              <a:buNone/>
            </a:pPr>
            <a:r>
              <a:rPr lang="en-GB" altLang="ja-JP" sz="2800" b="1" dirty="0"/>
              <a:t>TypeScript</a:t>
            </a:r>
          </a:p>
          <a:p>
            <a:pPr marL="0" lvl="1" indent="0">
              <a:buNone/>
            </a:pPr>
            <a:r>
              <a:rPr lang="en-GB" altLang="ja-JP" dirty="0"/>
              <a:t>Ruby </a:t>
            </a:r>
            <a:r>
              <a:rPr lang="ja-JP" altLang="en-US" dirty="0"/>
              <a:t>は構文の後方互換性を担保するために</a:t>
            </a:r>
            <a:r>
              <a:rPr lang="en-GB" altLang="ja-JP" dirty="0"/>
              <a:t> RBS </a:t>
            </a:r>
            <a:r>
              <a:rPr lang="ja-JP" altLang="en-US" dirty="0"/>
              <a:t>以外のエコシステムを取り入れていない。</a:t>
            </a:r>
            <a:endParaRPr lang="en-GB" altLang="ja-JP" dirty="0"/>
          </a:p>
          <a:p>
            <a:pPr marL="0" lvl="1" indent="0">
              <a:buNone/>
            </a:pPr>
            <a:r>
              <a:rPr lang="ja-JP" altLang="en-US" dirty="0"/>
              <a:t>一方、</a:t>
            </a:r>
            <a:r>
              <a:rPr lang="en-GB" altLang="ja-JP" dirty="0"/>
              <a:t>TypeScript </a:t>
            </a:r>
            <a:r>
              <a:rPr lang="ja-JP" altLang="en-US" dirty="0"/>
              <a:t>は</a:t>
            </a:r>
            <a:r>
              <a:rPr lang="en-GB" altLang="ja-JP" dirty="0"/>
              <a:t> </a:t>
            </a:r>
            <a:r>
              <a:rPr lang="en-GB" altLang="ja-JP" dirty="0">
                <a:hlinkClick r:id="rId4"/>
              </a:rPr>
              <a:t>Generics</a:t>
            </a:r>
            <a:r>
              <a:rPr lang="ja-JP" altLang="en-US" dirty="0"/>
              <a:t>・</a:t>
            </a:r>
            <a:r>
              <a:rPr lang="en-GB" altLang="ja-JP" dirty="0">
                <a:hlinkClick r:id="rId5"/>
              </a:rPr>
              <a:t>Object Types</a:t>
            </a:r>
            <a:r>
              <a:rPr lang="ja-JP" altLang="en-US" dirty="0"/>
              <a:t>・</a:t>
            </a:r>
            <a:r>
              <a:rPr lang="en-GB" altLang="ja-JP" dirty="0">
                <a:hlinkClick r:id="rId6"/>
              </a:rPr>
              <a:t>Interfaces</a:t>
            </a:r>
            <a:r>
              <a:rPr lang="en-GB" altLang="ja-JP" dirty="0"/>
              <a:t> </a:t>
            </a:r>
            <a:r>
              <a:rPr lang="ja-JP" altLang="en-US" dirty="0"/>
              <a:t>を大胆に取り入れて</a:t>
            </a:r>
            <a:r>
              <a:rPr lang="en-GB" altLang="ja-JP" dirty="0"/>
              <a:t> JavaScript </a:t>
            </a:r>
            <a:r>
              <a:rPr lang="ja-JP" altLang="en-US" dirty="0"/>
              <a:t>のエコシステムを変化させた。</a:t>
            </a:r>
            <a:endParaRPr lang="en-GB" altLang="ja-JP" dirty="0"/>
          </a:p>
          <a:p>
            <a:pPr marL="0" lvl="1" indent="0">
              <a:buNone/>
            </a:pPr>
            <a:r>
              <a:rPr lang="ja-JP" altLang="en-US" dirty="0"/>
              <a:t>この大きな変更は「</a:t>
            </a:r>
            <a:r>
              <a:rPr lang="ja-JP" altLang="en-US" b="1" dirty="0"/>
              <a:t>既存コードに変更を加えずに</a:t>
            </a:r>
            <a:r>
              <a:rPr lang="ja-JP" altLang="en-US" dirty="0"/>
              <a:t>型検査を導入しなければいけない」という思い込みを覆したと、</a:t>
            </a:r>
            <a:r>
              <a:rPr lang="en-GB" altLang="ja-JP" dirty="0"/>
              <a:t>Ruby </a:t>
            </a:r>
            <a:r>
              <a:rPr lang="ja-JP" altLang="en-US" dirty="0"/>
              <a:t>コミッターの松本宗太郎氏</a:t>
            </a:r>
            <a:r>
              <a:rPr lang="en-GB" altLang="ja-JP" dirty="0"/>
              <a:t>(</a:t>
            </a:r>
            <a:r>
              <a:rPr lang="en-GB" altLang="ja-JP" dirty="0">
                <a:hlinkClick r:id="rId7"/>
              </a:rPr>
              <a:t>@sotaro</a:t>
            </a:r>
            <a:r>
              <a:rPr lang="en-GB" altLang="ja-JP" dirty="0"/>
              <a:t>)</a:t>
            </a:r>
            <a:r>
              <a:rPr lang="ja-JP" altLang="en-US" dirty="0"/>
              <a:t>は</a:t>
            </a:r>
            <a:r>
              <a:rPr lang="ja-JP" altLang="en-US" dirty="0">
                <a:hlinkClick r:id="rId8"/>
              </a:rPr>
              <a:t>あるブログ記事</a:t>
            </a:r>
            <a:r>
              <a:rPr lang="ja-JP" altLang="en-US" dirty="0"/>
              <a:t>で言及した。</a:t>
            </a:r>
            <a:endParaRPr lang="en-GB" altLang="ja-JP" dirty="0"/>
          </a:p>
          <a:p>
            <a:pPr marL="0" lvl="1" indent="0">
              <a:buNone/>
            </a:pPr>
            <a:r>
              <a:rPr lang="ja-JP" altLang="en-US" dirty="0"/>
              <a:t>彼は</a:t>
            </a:r>
            <a:r>
              <a:rPr lang="en-GB" altLang="ja-JP" dirty="0"/>
              <a:t> JavaScript </a:t>
            </a:r>
            <a:r>
              <a:rPr lang="ja-JP" altLang="en-US" dirty="0"/>
              <a:t>がすでに</a:t>
            </a:r>
            <a:r>
              <a:rPr lang="ja-JP" altLang="en-US" b="1" dirty="0"/>
              <a:t>豊富なライブラリや高機能な開発環境が整っていたため、既存のコードベースの</a:t>
            </a:r>
            <a:r>
              <a:rPr lang="en-GB" altLang="ja-JP" b="1" dirty="0"/>
              <a:t> TypeScript </a:t>
            </a:r>
            <a:r>
              <a:rPr lang="ja-JP" altLang="en-US" b="1" dirty="0"/>
              <a:t>への移行</a:t>
            </a:r>
            <a:r>
              <a:rPr lang="ja-JP" altLang="en-US" dirty="0"/>
              <a:t>が可能だったとも述べた。</a:t>
            </a:r>
            <a:endParaRPr lang="en-GB" altLang="ja-JP" dirty="0"/>
          </a:p>
        </p:txBody>
      </p:sp>
      <p:sp>
        <p:nvSpPr>
          <p:cNvPr id="6" name="タイトル 1">
            <a:extLst>
              <a:ext uri="{FF2B5EF4-FFF2-40B4-BE49-F238E27FC236}">
                <a16:creationId xmlns:a16="http://schemas.microsoft.com/office/drawing/2014/main" id="{A3E64789-CFA9-A0C2-B83D-DFCCED5B4F17}"/>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ja-JP" altLang="en-US" b="1" dirty="0">
                <a:sym typeface="Arial"/>
              </a:rPr>
              <a:t>型付けエコシステム</a:t>
            </a:r>
            <a:endParaRPr lang="en-GB" b="1" dirty="0">
              <a:latin typeface="+mn-lt"/>
            </a:endParaRPr>
          </a:p>
        </p:txBody>
      </p:sp>
      <p:sp>
        <p:nvSpPr>
          <p:cNvPr id="2" name="Slide Number Placeholder 1">
            <a:extLst>
              <a:ext uri="{FF2B5EF4-FFF2-40B4-BE49-F238E27FC236}">
                <a16:creationId xmlns:a16="http://schemas.microsoft.com/office/drawing/2014/main" id="{4164A052-CF5F-CF3F-14F9-9413809E891D}"/>
              </a:ext>
            </a:extLst>
          </p:cNvPr>
          <p:cNvSpPr>
            <a:spLocks noGrp="1"/>
          </p:cNvSpPr>
          <p:nvPr>
            <p:ph type="sldNum" sz="quarter" idx="12"/>
          </p:nvPr>
        </p:nvSpPr>
        <p:spPr/>
        <p:txBody>
          <a:bodyPr/>
          <a:lstStyle/>
          <a:p>
            <a:fld id="{CC8B731A-DCF7-4273-BA1A-21517ACBB5E5}" type="slidenum">
              <a:rPr lang="en-GB" smtClean="0"/>
              <a:t>16</a:t>
            </a:fld>
            <a:endParaRPr lang="en-GB"/>
          </a:p>
        </p:txBody>
      </p:sp>
    </p:spTree>
    <p:extLst>
      <p:ext uri="{BB962C8B-B14F-4D97-AF65-F5344CB8AC3E}">
        <p14:creationId xmlns:p14="http://schemas.microsoft.com/office/powerpoint/2010/main" val="258336330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t>3. </a:t>
            </a:r>
            <a:r>
              <a:rPr lang="ja-JP" altLang="en-US" b="1" dirty="0"/>
              <a:t>型付けの哲学</a:t>
            </a:r>
            <a:endParaRPr lang="en-GB" b="1" dirty="0"/>
          </a:p>
        </p:txBody>
      </p:sp>
      <p:sp>
        <p:nvSpPr>
          <p:cNvPr id="3" name="Slide Number Placeholder 2">
            <a:extLst>
              <a:ext uri="{FF2B5EF4-FFF2-40B4-BE49-F238E27FC236}">
                <a16:creationId xmlns:a16="http://schemas.microsoft.com/office/drawing/2014/main" id="{AB2A29F8-108F-EB22-21AD-5AAB6F5DFCE2}"/>
              </a:ext>
            </a:extLst>
          </p:cNvPr>
          <p:cNvSpPr>
            <a:spLocks noGrp="1"/>
          </p:cNvSpPr>
          <p:nvPr>
            <p:ph type="sldNum" sz="quarter" idx="12"/>
          </p:nvPr>
        </p:nvSpPr>
        <p:spPr/>
        <p:txBody>
          <a:bodyPr/>
          <a:lstStyle/>
          <a:p>
            <a:fld id="{CC8B731A-DCF7-4273-BA1A-21517ACBB5E5}" type="slidenum">
              <a:rPr lang="en-GB" smtClean="0"/>
              <a:t>17</a:t>
            </a:fld>
            <a:endParaRPr lang="en-GB"/>
          </a:p>
        </p:txBody>
      </p:sp>
    </p:spTree>
    <p:extLst>
      <p:ext uri="{BB962C8B-B14F-4D97-AF65-F5344CB8AC3E}">
        <p14:creationId xmlns:p14="http://schemas.microsoft.com/office/powerpoint/2010/main" val="4021934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A1F6596B-8DDC-2CE4-7F0C-3C4AAFA12FF5}"/>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C10F4EF7-B975-1EF7-D909-73A93F3E98EB}"/>
              </a:ext>
            </a:extLst>
          </p:cNvPr>
          <p:cNvSpPr>
            <a:spLocks noGrp="1"/>
          </p:cNvSpPr>
          <p:nvPr>
            <p:ph idx="1"/>
          </p:nvPr>
        </p:nvSpPr>
        <p:spPr/>
        <p:txBody>
          <a:bodyPr>
            <a:normAutofit fontScale="92500" lnSpcReduction="10000"/>
          </a:bodyPr>
          <a:lstStyle/>
          <a:p>
            <a:pPr marL="0" lvl="1" indent="0">
              <a:buNone/>
            </a:pPr>
            <a:r>
              <a:rPr lang="en-GB" altLang="ja-JP" sz="2800" b="1" dirty="0"/>
              <a:t>Ruby</a:t>
            </a:r>
          </a:p>
          <a:p>
            <a:pPr marL="0" lvl="1" indent="0">
              <a:buNone/>
            </a:pPr>
            <a:r>
              <a:rPr lang="en-GB" altLang="ja-JP" dirty="0"/>
              <a:t>Heroku </a:t>
            </a:r>
            <a:r>
              <a:rPr lang="ja-JP" altLang="en-US" dirty="0"/>
              <a:t>社の</a:t>
            </a:r>
            <a:r>
              <a:rPr lang="en-GB" altLang="ja-JP" dirty="0"/>
              <a:t> Developer Advocate </a:t>
            </a:r>
            <a:r>
              <a:rPr lang="ja-JP" altLang="en-US" dirty="0"/>
              <a:t>である</a:t>
            </a:r>
            <a:r>
              <a:rPr lang="en-GB" altLang="ja-JP" dirty="0"/>
              <a:t> </a:t>
            </a:r>
            <a:r>
              <a:rPr lang="en-GB" altLang="ja-JP" dirty="0">
                <a:hlinkClick r:id="rId4"/>
              </a:rPr>
              <a:t>Jonan Scheffler </a:t>
            </a:r>
            <a:r>
              <a:rPr lang="ja-JP" altLang="en-US" dirty="0">
                <a:hlinkClick r:id="rId4"/>
              </a:rPr>
              <a:t>氏</a:t>
            </a:r>
            <a:r>
              <a:rPr lang="ja-JP" altLang="en-US" dirty="0"/>
              <a:t>が執筆した</a:t>
            </a:r>
            <a:r>
              <a:rPr lang="ja-JP" altLang="en-US" dirty="0">
                <a:hlinkClick r:id="rId5"/>
              </a:rPr>
              <a:t>あるブログ記事</a:t>
            </a:r>
            <a:r>
              <a:rPr lang="ja-JP" altLang="en-US" dirty="0"/>
              <a:t>で、</a:t>
            </a:r>
            <a:r>
              <a:rPr lang="en-GB" altLang="ja-JP" dirty="0"/>
              <a:t>Ruby </a:t>
            </a:r>
            <a:r>
              <a:rPr lang="ja-JP" altLang="en-US" dirty="0"/>
              <a:t>の開発者であるまつもとゆきひろ氏</a:t>
            </a:r>
            <a:r>
              <a:rPr lang="en-GB" altLang="ja-JP" dirty="0"/>
              <a:t>(</a:t>
            </a:r>
            <a:r>
              <a:rPr lang="ja-JP" altLang="en-GB" dirty="0"/>
              <a:t>通称</a:t>
            </a:r>
            <a:r>
              <a:rPr lang="en-GB" altLang="ja-JP" dirty="0"/>
              <a:t> Matz)</a:t>
            </a:r>
            <a:r>
              <a:rPr lang="ja-JP" altLang="en-US" dirty="0"/>
              <a:t>が静的型付けについて以下のように言及している。</a:t>
            </a:r>
            <a:endParaRPr lang="en-GB" altLang="ja-JP" dirty="0"/>
          </a:p>
          <a:p>
            <a:pPr marL="0" lvl="1" indent="0">
              <a:buNone/>
            </a:pPr>
            <a:r>
              <a:rPr lang="ja-JP" altLang="en-US" dirty="0"/>
              <a:t>以下の会話は、氏が</a:t>
            </a:r>
            <a:r>
              <a:rPr lang="ja-JP" altLang="en-US" b="1" dirty="0"/>
              <a:t>豊かなコーディング体験とその後方互換性を保つことでもたらされる開発者の喜びを重視している</a:t>
            </a:r>
            <a:r>
              <a:rPr lang="ja-JP" altLang="en-US" dirty="0"/>
              <a:t>ことを証明する。</a:t>
            </a:r>
            <a:endParaRPr lang="en-GB" altLang="ja-JP" dirty="0"/>
          </a:p>
          <a:p>
            <a:pPr marL="0" lvl="1" indent="0">
              <a:buNone/>
            </a:pPr>
            <a:endParaRPr lang="en-GB" altLang="ja-JP" dirty="0"/>
          </a:p>
          <a:p>
            <a:pPr marL="0" lvl="1" indent="0">
              <a:buNone/>
            </a:pPr>
            <a:r>
              <a:rPr lang="en-GB" altLang="ja-JP" dirty="0"/>
              <a:t>Jonan) </a:t>
            </a:r>
            <a:r>
              <a:rPr lang="ja-JP" altLang="en-US" dirty="0"/>
              <a:t>それでは、</a:t>
            </a:r>
            <a:r>
              <a:rPr lang="en-GB" altLang="ja-JP" dirty="0"/>
              <a:t>JIT </a:t>
            </a:r>
            <a:r>
              <a:rPr lang="ja-JP" altLang="en-US" dirty="0"/>
              <a:t>の文脈で</a:t>
            </a:r>
            <a:r>
              <a:rPr lang="en-GB" altLang="ja-JP" dirty="0"/>
              <a:t> Ruby 3 </a:t>
            </a:r>
            <a:r>
              <a:rPr lang="ja-JP" altLang="en-US" dirty="0"/>
              <a:t>で導入されるいくつかの変更点と静的型付けについてすでにお話しされましたが、静的型付けについて教えて下さい。</a:t>
            </a:r>
            <a:endParaRPr lang="en-GB" altLang="ja-JP" dirty="0"/>
          </a:p>
          <a:p>
            <a:pPr marL="0" lvl="1" indent="0">
              <a:buNone/>
            </a:pPr>
            <a:r>
              <a:rPr lang="en-GB" altLang="ja-JP" dirty="0"/>
              <a:t>Matz) </a:t>
            </a:r>
            <a:r>
              <a:rPr lang="ja-JP" altLang="en-US" dirty="0"/>
              <a:t>ええ、</a:t>
            </a:r>
            <a:r>
              <a:rPr lang="en-GB" altLang="ja-JP" dirty="0"/>
              <a:t>Ruby 3 </a:t>
            </a:r>
            <a:r>
              <a:rPr lang="ja-JP" altLang="en-US" dirty="0"/>
              <a:t>という</a:t>
            </a:r>
            <a:r>
              <a:rPr lang="en-US" altLang="ja-JP" dirty="0"/>
              <a:t>3</a:t>
            </a:r>
            <a:r>
              <a:rPr lang="ja-JP" altLang="en-US" dirty="0"/>
              <a:t>番目のメジャーバージョンの目標はダックタイピングを担保しつつ静的型付けを導入することなので、まあある種のソフトタイピングのような構造ですね。型付け機構の主目的は</a:t>
            </a:r>
            <a:r>
              <a:rPr lang="ja-JP" altLang="en-US" b="1" dirty="0"/>
              <a:t>早期のエラー検知</a:t>
            </a:r>
            <a:r>
              <a:rPr lang="ja-JP" altLang="en-US" dirty="0"/>
              <a:t>です。なので、この</a:t>
            </a:r>
            <a:r>
              <a:rPr lang="ja-JP" altLang="en-US" b="1" dirty="0"/>
              <a:t>静的型付けや型付けインターフェースの導入は既存のランタイムに影響はありません</a:t>
            </a:r>
            <a:r>
              <a:rPr lang="ja-JP" altLang="en-US" dirty="0"/>
              <a:t>。</a:t>
            </a:r>
            <a:endParaRPr lang="en-GB" altLang="ja-JP" dirty="0"/>
          </a:p>
        </p:txBody>
      </p:sp>
      <p:sp>
        <p:nvSpPr>
          <p:cNvPr id="6" name="タイトル 1">
            <a:extLst>
              <a:ext uri="{FF2B5EF4-FFF2-40B4-BE49-F238E27FC236}">
                <a16:creationId xmlns:a16="http://schemas.microsoft.com/office/drawing/2014/main" id="{809FDF2B-0991-D98E-B8F3-E8EF376997FC}"/>
              </a:ext>
            </a:extLst>
          </p:cNvPr>
          <p:cNvSpPr>
            <a:spLocks noGrp="1"/>
          </p:cNvSpPr>
          <p:nvPr>
            <p:ph type="title"/>
          </p:nvPr>
        </p:nvSpPr>
        <p:spPr>
          <a:xfrm>
            <a:off x="838200" y="365125"/>
            <a:ext cx="10515600" cy="1325563"/>
          </a:xfrm>
        </p:spPr>
        <p:txBody>
          <a:bodyPr>
            <a:normAutofit/>
          </a:bodyPr>
          <a:lstStyle/>
          <a:p>
            <a:pPr algn="ctr"/>
            <a:r>
              <a:rPr lang="en-GB" altLang="ja-JP" b="1" dirty="0"/>
              <a:t>3. </a:t>
            </a:r>
            <a:r>
              <a:rPr lang="ja-JP" altLang="en-US" b="1" dirty="0"/>
              <a:t>型付けの哲学</a:t>
            </a:r>
            <a:endParaRPr lang="en-GB" b="1" dirty="0">
              <a:latin typeface="+mn-lt"/>
            </a:endParaRPr>
          </a:p>
        </p:txBody>
      </p:sp>
      <p:sp>
        <p:nvSpPr>
          <p:cNvPr id="2" name="Slide Number Placeholder 1">
            <a:extLst>
              <a:ext uri="{FF2B5EF4-FFF2-40B4-BE49-F238E27FC236}">
                <a16:creationId xmlns:a16="http://schemas.microsoft.com/office/drawing/2014/main" id="{1FDF98AD-761D-43D4-488D-5E8B1B2753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0340210"/>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519DF23A-5C62-CA17-0697-524364A19F0E}"/>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E1E5C33D-C9FF-9E60-B349-10354FD39523}"/>
              </a:ext>
            </a:extLst>
          </p:cNvPr>
          <p:cNvSpPr>
            <a:spLocks noGrp="1"/>
          </p:cNvSpPr>
          <p:nvPr>
            <p:ph idx="1"/>
          </p:nvPr>
        </p:nvSpPr>
        <p:spPr/>
        <p:txBody>
          <a:bodyPr>
            <a:normAutofit fontScale="92500"/>
          </a:bodyPr>
          <a:lstStyle/>
          <a:p>
            <a:pPr marL="0" lvl="1" indent="0">
              <a:buNone/>
            </a:pPr>
            <a:r>
              <a:rPr lang="en-GB" altLang="ja-JP" sz="2800" b="1" dirty="0"/>
              <a:t>Ruby</a:t>
            </a:r>
          </a:p>
          <a:p>
            <a:pPr marL="0" lvl="1" indent="0">
              <a:buNone/>
            </a:pPr>
            <a:r>
              <a:rPr lang="ja-JP" altLang="en-US" dirty="0"/>
              <a:t>事実、</a:t>
            </a:r>
            <a:r>
              <a:rPr lang="en-GB" altLang="ja-JP" dirty="0">
                <a:hlinkClick r:id="rId4"/>
              </a:rPr>
              <a:t>RBS</a:t>
            </a:r>
            <a:r>
              <a:rPr lang="en-GB" altLang="ja-JP" dirty="0"/>
              <a:t> </a:t>
            </a:r>
            <a:r>
              <a:rPr lang="ja-JP" altLang="en-US" dirty="0"/>
              <a:t>は</a:t>
            </a:r>
            <a:r>
              <a:rPr lang="en-GB" altLang="ja-JP" dirty="0"/>
              <a:t> Ruby </a:t>
            </a:r>
            <a:r>
              <a:rPr lang="ja-JP" altLang="en-US" dirty="0"/>
              <a:t>そのものからは独立したエコシステムであり、</a:t>
            </a:r>
            <a:r>
              <a:rPr lang="en-GB" altLang="ja-JP" dirty="0"/>
              <a:t>signature </a:t>
            </a:r>
            <a:r>
              <a:rPr lang="ja-JP" altLang="en-US" dirty="0"/>
              <a:t>は</a:t>
            </a:r>
            <a:r>
              <a:rPr lang="en-GB" altLang="ja-JP" dirty="0"/>
              <a:t> Ruby </a:t>
            </a:r>
            <a:r>
              <a:rPr lang="ja-JP" altLang="en-US" dirty="0"/>
              <a:t>とは異なる言語である。</a:t>
            </a:r>
            <a:endParaRPr lang="en-GB" altLang="ja-JP" dirty="0"/>
          </a:p>
          <a:p>
            <a:pPr marL="0" lvl="1" indent="0">
              <a:buNone/>
            </a:pPr>
            <a:r>
              <a:rPr lang="en-GB" altLang="ja-JP" dirty="0"/>
              <a:t>`xxx.rbs` </a:t>
            </a:r>
            <a:r>
              <a:rPr lang="ja-JP" altLang="en-US" dirty="0"/>
              <a:t>は対応する</a:t>
            </a:r>
            <a:r>
              <a:rPr lang="en-GB" altLang="ja-JP" dirty="0"/>
              <a:t> `xxx.rb` </a:t>
            </a:r>
            <a:r>
              <a:rPr lang="ja-JP" altLang="en-US" dirty="0"/>
              <a:t>とは分離しており</a:t>
            </a:r>
            <a:r>
              <a:rPr lang="en-GB" altLang="ja-JP" dirty="0"/>
              <a:t> </a:t>
            </a:r>
            <a:r>
              <a:rPr lang="en-GB" altLang="ja-JP" dirty="0">
                <a:hlinkClick r:id="rId5"/>
              </a:rPr>
              <a:t>rbs-inline</a:t>
            </a:r>
            <a:r>
              <a:rPr lang="en-GB" altLang="ja-JP" dirty="0"/>
              <a:t> </a:t>
            </a:r>
            <a:r>
              <a:rPr lang="ja-JP" altLang="en-US" dirty="0"/>
              <a:t>は型定義をコメントとして扱うので、既存の</a:t>
            </a:r>
            <a:r>
              <a:rPr lang="en-GB" altLang="ja-JP" dirty="0"/>
              <a:t> Ruby </a:t>
            </a:r>
            <a:r>
              <a:rPr lang="ja-JP" altLang="en-US" dirty="0"/>
              <a:t>コードには影響を与えない</a:t>
            </a:r>
            <a:r>
              <a:rPr lang="en-US" altLang="ja-JP" dirty="0"/>
              <a:t>(</a:t>
            </a:r>
            <a:r>
              <a:rPr lang="ja-JP" altLang="en-US" dirty="0"/>
              <a:t>インライン型定義コメントがコメント以上の意味を持ってしまってはいるが</a:t>
            </a:r>
            <a:r>
              <a:rPr lang="en-US" altLang="ja-JP" dirty="0"/>
              <a:t>)</a:t>
            </a:r>
            <a:r>
              <a:rPr lang="ja-JP" altLang="en-US" dirty="0"/>
              <a:t>。</a:t>
            </a:r>
            <a:endParaRPr lang="en-GB" altLang="ja-JP" dirty="0"/>
          </a:p>
          <a:p>
            <a:pPr marL="0" lvl="1" indent="0">
              <a:buNone/>
            </a:pPr>
            <a:endParaRPr lang="en-GB" altLang="ja-JP" dirty="0"/>
          </a:p>
          <a:p>
            <a:pPr marL="0" lvl="1" indent="0">
              <a:buNone/>
            </a:pPr>
            <a:r>
              <a:rPr lang="ja-JP" altLang="en-US" dirty="0"/>
              <a:t>私見では、</a:t>
            </a:r>
            <a:r>
              <a:rPr lang="en-GB" altLang="ja-JP" dirty="0">
                <a:hlinkClick r:id="rId5"/>
              </a:rPr>
              <a:t>rbs-inline</a:t>
            </a:r>
            <a:r>
              <a:rPr lang="en-GB" altLang="ja-JP" dirty="0"/>
              <a:t> </a:t>
            </a:r>
            <a:r>
              <a:rPr lang="ja-JP" altLang="en-US" dirty="0"/>
              <a:t>のコンセプトは以下の点でとても開発者に優しいと考える。</a:t>
            </a:r>
            <a:endParaRPr lang="en-GB" altLang="ja-JP" dirty="0"/>
          </a:p>
          <a:p>
            <a:pPr marL="268288" lvl="1" indent="-268288"/>
            <a:r>
              <a:rPr lang="ja-JP" altLang="en-US" dirty="0"/>
              <a:t>静的型付け定義が仕様ドキュメントの役割を果たす</a:t>
            </a:r>
            <a:endParaRPr lang="en-GB" altLang="ja-JP" dirty="0"/>
          </a:p>
          <a:p>
            <a:pPr marL="268288" lvl="1" indent="-268288"/>
            <a:r>
              <a:rPr lang="ja-JP" altLang="en-US" dirty="0"/>
              <a:t>特にウェブ</a:t>
            </a:r>
            <a:r>
              <a:rPr lang="en-GB" altLang="ja-JP" dirty="0"/>
              <a:t> API </a:t>
            </a:r>
            <a:r>
              <a:rPr lang="ja-JP" altLang="en-US" dirty="0"/>
              <a:t>として使われているアプリケーションでは、返却値の型は明示されて然るべきである</a:t>
            </a:r>
            <a:endParaRPr lang="en-GB" altLang="ja-JP" dirty="0"/>
          </a:p>
          <a:p>
            <a:pPr marL="268288" lvl="1" indent="-268288"/>
            <a:r>
              <a:rPr lang="en-GB" altLang="ja-JP" dirty="0">
                <a:hlinkClick r:id="rId5"/>
              </a:rPr>
              <a:t>rbs-inline</a:t>
            </a:r>
            <a:r>
              <a:rPr lang="en-GB" altLang="ja-JP" dirty="0"/>
              <a:t> </a:t>
            </a:r>
            <a:r>
              <a:rPr lang="ja-JP" altLang="en-US" dirty="0"/>
              <a:t>のインラインコメントは文字通り一石二鳥である</a:t>
            </a:r>
            <a:endParaRPr lang="en-GB" altLang="ja-JP" dirty="0"/>
          </a:p>
        </p:txBody>
      </p:sp>
      <p:sp>
        <p:nvSpPr>
          <p:cNvPr id="6" name="タイトル 1">
            <a:extLst>
              <a:ext uri="{FF2B5EF4-FFF2-40B4-BE49-F238E27FC236}">
                <a16:creationId xmlns:a16="http://schemas.microsoft.com/office/drawing/2014/main" id="{89A39872-F648-3637-31A0-E8FD8CCCDE60}"/>
              </a:ext>
            </a:extLst>
          </p:cNvPr>
          <p:cNvSpPr>
            <a:spLocks noGrp="1"/>
          </p:cNvSpPr>
          <p:nvPr>
            <p:ph type="title"/>
          </p:nvPr>
        </p:nvSpPr>
        <p:spPr>
          <a:xfrm>
            <a:off x="838200" y="365125"/>
            <a:ext cx="10515600" cy="1325563"/>
          </a:xfrm>
        </p:spPr>
        <p:txBody>
          <a:bodyPr>
            <a:normAutofit/>
          </a:bodyPr>
          <a:lstStyle/>
          <a:p>
            <a:pPr algn="ctr"/>
            <a:r>
              <a:rPr lang="en-GB" altLang="ja-JP" b="1" dirty="0"/>
              <a:t>3. </a:t>
            </a:r>
            <a:r>
              <a:rPr lang="ja-JP" altLang="en-US" b="1" dirty="0"/>
              <a:t>型付けの哲学</a:t>
            </a:r>
            <a:endParaRPr lang="en-GB" b="1" dirty="0">
              <a:latin typeface="+mn-lt"/>
            </a:endParaRPr>
          </a:p>
        </p:txBody>
      </p:sp>
      <p:sp>
        <p:nvSpPr>
          <p:cNvPr id="2" name="Slide Number Placeholder 1">
            <a:extLst>
              <a:ext uri="{FF2B5EF4-FFF2-40B4-BE49-F238E27FC236}">
                <a16:creationId xmlns:a16="http://schemas.microsoft.com/office/drawing/2014/main" id="{ED2333DA-6EAD-3BE2-F2D4-489A249BD2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894446"/>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D16E261C-E270-3820-230E-151A9F69BFE2}"/>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716B2FF8-F7BB-9506-5585-8BE2DA71175B}"/>
              </a:ext>
            </a:extLst>
          </p:cNvPr>
          <p:cNvSpPr>
            <a:spLocks noGrp="1"/>
          </p:cNvSpPr>
          <p:nvPr>
            <p:ph idx="1"/>
          </p:nvPr>
        </p:nvSpPr>
        <p:spPr/>
        <p:txBody>
          <a:bodyPr>
            <a:normAutofit/>
          </a:bodyPr>
          <a:lstStyle/>
          <a:p>
            <a:pPr marL="0" lvl="1" indent="0">
              <a:buNone/>
            </a:pPr>
            <a:r>
              <a:rPr lang="en-GB" altLang="ja-JP" sz="2800" b="1" dirty="0"/>
              <a:t>TypeScript</a:t>
            </a:r>
          </a:p>
          <a:p>
            <a:pPr marL="0" lvl="1" indent="0">
              <a:buNone/>
            </a:pPr>
            <a:r>
              <a:rPr lang="en-GB" altLang="ja-JP" dirty="0"/>
              <a:t>Ruby </a:t>
            </a:r>
            <a:r>
              <a:rPr lang="ja-JP" altLang="en-US" dirty="0"/>
              <a:t>コミッターの遠藤侑介氏の著書</a:t>
            </a:r>
            <a:r>
              <a:rPr lang="en-US" altLang="ja-JP" dirty="0"/>
              <a:t>『</a:t>
            </a:r>
            <a:r>
              <a:rPr lang="ja-JP" altLang="en-US" dirty="0"/>
              <a:t>型システムのしくみ </a:t>
            </a:r>
            <a:r>
              <a:rPr lang="en-GB" altLang="ja-JP" dirty="0"/>
              <a:t>- TypeScript </a:t>
            </a:r>
            <a:r>
              <a:rPr lang="ja-JP" altLang="en-US" dirty="0"/>
              <a:t>で実装しながら学ぶ型とプログラミング言語</a:t>
            </a:r>
            <a:r>
              <a:rPr lang="en-US" altLang="ja-JP" dirty="0"/>
              <a:t>』</a:t>
            </a:r>
            <a:r>
              <a:rPr lang="ja-JP" altLang="en-US" dirty="0"/>
              <a:t>の</a:t>
            </a:r>
            <a:r>
              <a:rPr lang="en-GB" altLang="ja-JP" dirty="0"/>
              <a:t> p.3 </a:t>
            </a:r>
            <a:r>
              <a:rPr lang="ja-JP" altLang="en-US" dirty="0"/>
              <a:t>にて、「</a:t>
            </a:r>
            <a:r>
              <a:rPr lang="en-GB" altLang="ja-JP" dirty="0"/>
              <a:t>TypeScript </a:t>
            </a:r>
            <a:r>
              <a:rPr lang="ja-JP" altLang="en-US" dirty="0"/>
              <a:t>は、</a:t>
            </a:r>
            <a:r>
              <a:rPr lang="ja-JP" altLang="en-US" b="1" dirty="0"/>
              <a:t>無理がなく従来の</a:t>
            </a:r>
            <a:r>
              <a:rPr lang="en-GB" altLang="ja-JP" b="1" dirty="0"/>
              <a:t> JavaScript </a:t>
            </a:r>
            <a:r>
              <a:rPr lang="ja-JP" altLang="en-US" b="1" dirty="0"/>
              <a:t>のコーディング体験を損なわない範囲でのみ望まない挙動の検知を行う</a:t>
            </a:r>
            <a:r>
              <a:rPr lang="ja-JP" altLang="en-US" dirty="0"/>
              <a:t>」という</a:t>
            </a:r>
            <a:r>
              <a:rPr lang="en-GB" altLang="ja-JP" dirty="0"/>
              <a:t> TypeScript </a:t>
            </a:r>
            <a:r>
              <a:rPr lang="ja-JP" altLang="en-US" dirty="0"/>
              <a:t>の哲学に言及している。</a:t>
            </a:r>
            <a:endParaRPr lang="en-GB" altLang="ja-JP" dirty="0"/>
          </a:p>
          <a:p>
            <a:pPr marL="0" lvl="1" indent="0">
              <a:buNone/>
            </a:pPr>
            <a:r>
              <a:rPr lang="ja-JP" altLang="en-US" dirty="0"/>
              <a:t>例えば、以下の後方定義変数はどちら型検査時にはエラーを発生しないが、</a:t>
            </a:r>
            <a:r>
              <a:rPr lang="en-GB" altLang="ja-JP" dirty="0"/>
              <a:t> </a:t>
            </a:r>
            <a:r>
              <a:rPr lang="ja-JP" altLang="en-US" dirty="0"/>
              <a:t>後者実行時に</a:t>
            </a:r>
            <a:r>
              <a:rPr lang="en-GB" altLang="ja-JP" dirty="0"/>
              <a:t> </a:t>
            </a:r>
            <a:r>
              <a:rPr lang="en-GB" altLang="ja-JP" b="1" dirty="0"/>
              <a:t>ReferenceError</a:t>
            </a:r>
            <a:r>
              <a:rPr lang="en-GB" altLang="ja-JP" dirty="0"/>
              <a:t> </a:t>
            </a:r>
            <a:r>
              <a:rPr lang="ja-JP" altLang="en-US" dirty="0"/>
              <a:t>が発生する。</a:t>
            </a:r>
            <a:endParaRPr lang="en-GB" altLang="ja-JP" dirty="0"/>
          </a:p>
          <a:p>
            <a:pPr marL="0" lvl="1" indent="0">
              <a:buNone/>
            </a:pPr>
            <a:endParaRPr lang="en-GB" altLang="ja-JP" dirty="0"/>
          </a:p>
        </p:txBody>
      </p:sp>
      <p:sp>
        <p:nvSpPr>
          <p:cNvPr id="6" name="タイトル 1">
            <a:extLst>
              <a:ext uri="{FF2B5EF4-FFF2-40B4-BE49-F238E27FC236}">
                <a16:creationId xmlns:a16="http://schemas.microsoft.com/office/drawing/2014/main" id="{C883D8CA-C022-33A2-2AF8-7763E1B7261D}"/>
              </a:ext>
            </a:extLst>
          </p:cNvPr>
          <p:cNvSpPr>
            <a:spLocks noGrp="1"/>
          </p:cNvSpPr>
          <p:nvPr>
            <p:ph type="title"/>
          </p:nvPr>
        </p:nvSpPr>
        <p:spPr>
          <a:xfrm>
            <a:off x="838200" y="365125"/>
            <a:ext cx="10515600" cy="1325563"/>
          </a:xfrm>
        </p:spPr>
        <p:txBody>
          <a:bodyPr>
            <a:normAutofit/>
          </a:bodyPr>
          <a:lstStyle/>
          <a:p>
            <a:pPr algn="ctr"/>
            <a:r>
              <a:rPr lang="en-GB" altLang="ja-JP" b="1" dirty="0"/>
              <a:t>3. </a:t>
            </a:r>
            <a:r>
              <a:rPr lang="ja-JP" altLang="en-US" b="1" dirty="0"/>
              <a:t>型付けの哲学</a:t>
            </a:r>
            <a:endParaRPr lang="en-GB" b="1" dirty="0">
              <a:latin typeface="+mn-lt"/>
            </a:endParaRPr>
          </a:p>
        </p:txBody>
      </p:sp>
      <p:sp>
        <p:nvSpPr>
          <p:cNvPr id="2" name="Slide Number Placeholder 1">
            <a:extLst>
              <a:ext uri="{FF2B5EF4-FFF2-40B4-BE49-F238E27FC236}">
                <a16:creationId xmlns:a16="http://schemas.microsoft.com/office/drawing/2014/main" id="{D5762DCD-9B5E-7B8C-089E-EA9E2CA9CE2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428736C-C85D-1492-56C7-D0A29C4608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5261899"/>
            <a:ext cx="2814610" cy="915064"/>
          </a:xfrm>
          <a:prstGeom prst="rect">
            <a:avLst/>
          </a:prstGeom>
        </p:spPr>
      </p:pic>
      <p:sp>
        <p:nvSpPr>
          <p:cNvPr id="5" name="TextBox 4">
            <a:extLst>
              <a:ext uri="{FF2B5EF4-FFF2-40B4-BE49-F238E27FC236}">
                <a16:creationId xmlns:a16="http://schemas.microsoft.com/office/drawing/2014/main" id="{7A2CCD49-CE11-5C10-2A6A-2F40EFEBB64F}"/>
              </a:ext>
            </a:extLst>
          </p:cNvPr>
          <p:cNvSpPr txBox="1"/>
          <p:nvPr/>
        </p:nvSpPr>
        <p:spPr>
          <a:xfrm>
            <a:off x="838199" y="4892567"/>
            <a:ext cx="1187042" cy="369332"/>
          </a:xfrm>
          <a:prstGeom prst="rect">
            <a:avLst/>
          </a:prstGeom>
          <a:solidFill>
            <a:schemeClr val="tx1"/>
          </a:solidFill>
        </p:spPr>
        <p:txBody>
          <a:bodyPr wrap="square" rtlCol="0">
            <a:spAutoFit/>
          </a:bodyPr>
          <a:lstStyle/>
          <a:p>
            <a:pPr algn="ctr"/>
            <a:r>
              <a:rPr lang="en-GB" dirty="0">
                <a:solidFill>
                  <a:schemeClr val="bg1"/>
                </a:solidFill>
              </a:rPr>
              <a:t>a.ts</a:t>
            </a:r>
          </a:p>
        </p:txBody>
      </p:sp>
      <p:pic>
        <p:nvPicPr>
          <p:cNvPr id="8" name="Picture 7">
            <a:extLst>
              <a:ext uri="{FF2B5EF4-FFF2-40B4-BE49-F238E27FC236}">
                <a16:creationId xmlns:a16="http://schemas.microsoft.com/office/drawing/2014/main" id="{C3749D0E-709F-9D40-34A4-C837C8383B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0152" y="5261899"/>
            <a:ext cx="2893406" cy="915064"/>
          </a:xfrm>
          <a:prstGeom prst="rect">
            <a:avLst/>
          </a:prstGeom>
        </p:spPr>
      </p:pic>
      <p:sp>
        <p:nvSpPr>
          <p:cNvPr id="10" name="TextBox 9">
            <a:extLst>
              <a:ext uri="{FF2B5EF4-FFF2-40B4-BE49-F238E27FC236}">
                <a16:creationId xmlns:a16="http://schemas.microsoft.com/office/drawing/2014/main" id="{535A5E0C-A84E-9961-21EC-2FC5C2A0802E}"/>
              </a:ext>
            </a:extLst>
          </p:cNvPr>
          <p:cNvSpPr txBox="1"/>
          <p:nvPr/>
        </p:nvSpPr>
        <p:spPr>
          <a:xfrm>
            <a:off x="3770151" y="4892567"/>
            <a:ext cx="1187042" cy="369332"/>
          </a:xfrm>
          <a:prstGeom prst="rect">
            <a:avLst/>
          </a:prstGeom>
          <a:solidFill>
            <a:schemeClr val="tx1"/>
          </a:solidFill>
        </p:spPr>
        <p:txBody>
          <a:bodyPr wrap="square" rtlCol="0">
            <a:spAutoFit/>
          </a:bodyPr>
          <a:lstStyle/>
          <a:p>
            <a:pPr algn="ctr"/>
            <a:r>
              <a:rPr lang="en-GB" dirty="0">
                <a:solidFill>
                  <a:schemeClr val="bg1"/>
                </a:solidFill>
              </a:rPr>
              <a:t>b.ts</a:t>
            </a:r>
          </a:p>
        </p:txBody>
      </p:sp>
      <p:pic>
        <p:nvPicPr>
          <p:cNvPr id="12" name="Picture 11">
            <a:extLst>
              <a:ext uri="{FF2B5EF4-FFF2-40B4-BE49-F238E27FC236}">
                <a16:creationId xmlns:a16="http://schemas.microsoft.com/office/drawing/2014/main" id="{4B6524F4-9FF3-CA99-AB48-3ECD749B80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80899" y="4724292"/>
            <a:ext cx="4572900" cy="1448475"/>
          </a:xfrm>
          <a:prstGeom prst="rect">
            <a:avLst/>
          </a:prstGeom>
        </p:spPr>
      </p:pic>
      <p:sp>
        <p:nvSpPr>
          <p:cNvPr id="13" name="TextBox 12">
            <a:extLst>
              <a:ext uri="{FF2B5EF4-FFF2-40B4-BE49-F238E27FC236}">
                <a16:creationId xmlns:a16="http://schemas.microsoft.com/office/drawing/2014/main" id="{4311F59D-01C1-4E08-1DF2-0C5983D15E5C}"/>
              </a:ext>
            </a:extLst>
          </p:cNvPr>
          <p:cNvSpPr txBox="1"/>
          <p:nvPr/>
        </p:nvSpPr>
        <p:spPr>
          <a:xfrm>
            <a:off x="10161863" y="4416513"/>
            <a:ext cx="1187042" cy="307777"/>
          </a:xfrm>
          <a:prstGeom prst="rect">
            <a:avLst/>
          </a:prstGeom>
          <a:solidFill>
            <a:schemeClr val="tx1"/>
          </a:solidFill>
        </p:spPr>
        <p:txBody>
          <a:bodyPr wrap="square" rtlCol="0">
            <a:spAutoFit/>
          </a:bodyPr>
          <a:lstStyle/>
          <a:p>
            <a:pPr algn="ctr"/>
            <a:r>
              <a:rPr lang="en-GB" sz="1400" dirty="0">
                <a:solidFill>
                  <a:schemeClr val="bg1"/>
                </a:solidFill>
              </a:rPr>
              <a:t>WSL</a:t>
            </a:r>
          </a:p>
        </p:txBody>
      </p:sp>
      <p:sp>
        <p:nvSpPr>
          <p:cNvPr id="14" name="Rectangle 13">
            <a:extLst>
              <a:ext uri="{FF2B5EF4-FFF2-40B4-BE49-F238E27FC236}">
                <a16:creationId xmlns:a16="http://schemas.microsoft.com/office/drawing/2014/main" id="{C56A4137-3135-75D8-7179-7AB3F8D4680F}"/>
              </a:ext>
            </a:extLst>
          </p:cNvPr>
          <p:cNvSpPr/>
          <p:nvPr/>
        </p:nvSpPr>
        <p:spPr>
          <a:xfrm>
            <a:off x="6780901" y="4728486"/>
            <a:ext cx="2941939" cy="1279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317680C-9C84-C80E-DB0B-D8BC330A31E1}"/>
              </a:ext>
            </a:extLst>
          </p:cNvPr>
          <p:cNvSpPr/>
          <p:nvPr/>
        </p:nvSpPr>
        <p:spPr>
          <a:xfrm>
            <a:off x="6780900" y="4971824"/>
            <a:ext cx="2941939" cy="1279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8F0111A-D40F-E7CB-2345-CAD79CE5AB94}"/>
              </a:ext>
            </a:extLst>
          </p:cNvPr>
          <p:cNvSpPr/>
          <p:nvPr/>
        </p:nvSpPr>
        <p:spPr>
          <a:xfrm>
            <a:off x="6780899" y="5189885"/>
            <a:ext cx="2941939" cy="1279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87A7CCAD-7721-84EC-E9F2-1D5E2BE69A29}"/>
              </a:ext>
            </a:extLst>
          </p:cNvPr>
          <p:cNvSpPr/>
          <p:nvPr/>
        </p:nvSpPr>
        <p:spPr>
          <a:xfrm>
            <a:off x="6784394" y="5465362"/>
            <a:ext cx="2941939" cy="1279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18D873E2-6AC2-02A5-1730-FCB8D71D4F8E}"/>
              </a:ext>
            </a:extLst>
          </p:cNvPr>
          <p:cNvSpPr/>
          <p:nvPr/>
        </p:nvSpPr>
        <p:spPr>
          <a:xfrm>
            <a:off x="7516335" y="4831217"/>
            <a:ext cx="1564749" cy="1279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0288FC5B-8437-8837-B0CB-D0DB04B57D38}"/>
              </a:ext>
            </a:extLst>
          </p:cNvPr>
          <p:cNvSpPr/>
          <p:nvPr/>
        </p:nvSpPr>
        <p:spPr>
          <a:xfrm>
            <a:off x="7516335" y="5330427"/>
            <a:ext cx="1564749" cy="1181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DF264E60-E85C-5915-17B1-A746F44E8F83}"/>
              </a:ext>
            </a:extLst>
          </p:cNvPr>
          <p:cNvSpPr/>
          <p:nvPr/>
        </p:nvSpPr>
        <p:spPr>
          <a:xfrm>
            <a:off x="7744138" y="5893267"/>
            <a:ext cx="1546669" cy="16139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44DD3EC-03C1-E251-C0B2-B3C22776950E}"/>
              </a:ext>
            </a:extLst>
          </p:cNvPr>
          <p:cNvSpPr/>
          <p:nvPr/>
        </p:nvSpPr>
        <p:spPr>
          <a:xfrm>
            <a:off x="7583649" y="6016221"/>
            <a:ext cx="1546670" cy="16139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43454733"/>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10000" b="-10000"/>
          </a:stretch>
        </a:blipFill>
        <a:effectLst/>
      </p:bgPr>
    </p:bg>
    <p:spTree>
      <p:nvGrpSpPr>
        <p:cNvPr id="1" name="">
          <a:extLst>
            <a:ext uri="{FF2B5EF4-FFF2-40B4-BE49-F238E27FC236}">
              <a16:creationId xmlns:a16="http://schemas.microsoft.com/office/drawing/2014/main" id="{F92067DB-4CA0-43E9-57C5-D8F10EA961EC}"/>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5AA071B8-4E96-2DAA-75E9-EFCBC1F91A5B}"/>
              </a:ext>
            </a:extLst>
          </p:cNvPr>
          <p:cNvSpPr>
            <a:spLocks noGrp="1"/>
          </p:cNvSpPr>
          <p:nvPr>
            <p:ph idx="1"/>
          </p:nvPr>
        </p:nvSpPr>
        <p:spPr/>
        <p:txBody>
          <a:bodyPr>
            <a:normAutofit/>
          </a:bodyPr>
          <a:lstStyle/>
          <a:p>
            <a:pPr marL="0" lvl="1" indent="0">
              <a:buNone/>
            </a:pPr>
            <a:r>
              <a:rPr lang="en-GB" altLang="ja-JP" sz="2800" b="1" dirty="0"/>
              <a:t>TypeScript</a:t>
            </a:r>
          </a:p>
          <a:p>
            <a:pPr marL="0" lvl="1" indent="0">
              <a:buNone/>
            </a:pPr>
            <a:r>
              <a:rPr lang="ja-JP" altLang="en-US" dirty="0"/>
              <a:t>この現象は、</a:t>
            </a:r>
            <a:r>
              <a:rPr lang="ja-JP" altLang="en-US" b="1" dirty="0"/>
              <a:t>未初期化変数が定義済みの関数から参照出来てしまう</a:t>
            </a:r>
            <a:r>
              <a:rPr lang="ja-JP" altLang="en-US" dirty="0"/>
              <a:t>ことを表している。</a:t>
            </a:r>
            <a:endParaRPr lang="en-GB" altLang="ja-JP" dirty="0"/>
          </a:p>
          <a:p>
            <a:pPr marL="0" lvl="1" indent="0">
              <a:buNone/>
            </a:pPr>
            <a:r>
              <a:rPr lang="ja-JP" altLang="en-US" dirty="0"/>
              <a:t>このような型不安全は型検査機構で検知されるべきであるが、</a:t>
            </a:r>
            <a:r>
              <a:rPr lang="en-GB" altLang="ja-JP" dirty="0"/>
              <a:t>TypeScript </a:t>
            </a:r>
            <a:r>
              <a:rPr lang="ja-JP" altLang="en-US" dirty="0"/>
              <a:t>は敢えて無視している。</a:t>
            </a:r>
            <a:endParaRPr lang="en-GB" altLang="ja-JP" dirty="0"/>
          </a:p>
          <a:p>
            <a:pPr marL="0" lvl="1" indent="0">
              <a:buNone/>
            </a:pPr>
            <a:r>
              <a:rPr lang="ja-JP" altLang="en-US" dirty="0"/>
              <a:t>それは何故か？</a:t>
            </a:r>
            <a:endParaRPr lang="en-GB" altLang="ja-JP" dirty="0"/>
          </a:p>
          <a:p>
            <a:pPr marL="0" lvl="1" indent="0">
              <a:buNone/>
            </a:pPr>
            <a:r>
              <a:rPr lang="ja-JP" altLang="en-US" dirty="0"/>
              <a:t>著者によると、</a:t>
            </a:r>
            <a:r>
              <a:rPr lang="en-GB" altLang="ja-JP" dirty="0"/>
              <a:t>JavaScript </a:t>
            </a:r>
            <a:r>
              <a:rPr lang="ja-JP" altLang="en-US" dirty="0"/>
              <a:t>は従来この手の実装を許容してきたので、</a:t>
            </a:r>
            <a:r>
              <a:rPr lang="en-GB" altLang="ja-JP" b="1" dirty="0"/>
              <a:t>TypeScript </a:t>
            </a:r>
            <a:r>
              <a:rPr lang="ja-JP" altLang="en-US" b="1" dirty="0"/>
              <a:t>で未初期化変数に対する制約を入れると</a:t>
            </a:r>
            <a:r>
              <a:rPr lang="en-GB" altLang="ja-JP" b="1" dirty="0"/>
              <a:t> JavaScript </a:t>
            </a:r>
            <a:r>
              <a:rPr lang="ja-JP" altLang="en-US" b="1" dirty="0"/>
              <a:t>との後方互換性を破壊してしまう可能性がある</a:t>
            </a:r>
            <a:r>
              <a:rPr lang="ja-JP" altLang="en-US" dirty="0"/>
              <a:t>。</a:t>
            </a:r>
            <a:endParaRPr lang="en-GB" altLang="ja-JP" dirty="0"/>
          </a:p>
          <a:p>
            <a:pPr marL="0" lvl="1" indent="0">
              <a:buNone/>
            </a:pPr>
            <a:r>
              <a:rPr lang="en-GB" altLang="ja-JP" dirty="0"/>
              <a:t>Ruby </a:t>
            </a:r>
            <a:r>
              <a:rPr lang="ja-JP" altLang="en-US" dirty="0"/>
              <a:t>がそうであるように、</a:t>
            </a:r>
            <a:r>
              <a:rPr lang="en-GB" altLang="ja-JP" b="1" dirty="0"/>
              <a:t>TypeScript </a:t>
            </a:r>
            <a:r>
              <a:rPr lang="ja-JP" altLang="en-US" b="1" dirty="0"/>
              <a:t>もまた従来のコーディング体験の維持を重要視していることが分かる。</a:t>
            </a:r>
            <a:endParaRPr lang="en-GB" altLang="ja-JP" dirty="0"/>
          </a:p>
        </p:txBody>
      </p:sp>
      <p:sp>
        <p:nvSpPr>
          <p:cNvPr id="6" name="タイトル 1">
            <a:extLst>
              <a:ext uri="{FF2B5EF4-FFF2-40B4-BE49-F238E27FC236}">
                <a16:creationId xmlns:a16="http://schemas.microsoft.com/office/drawing/2014/main" id="{075C72DA-A8F9-B657-6542-0C916314AB68}"/>
              </a:ext>
            </a:extLst>
          </p:cNvPr>
          <p:cNvSpPr>
            <a:spLocks noGrp="1"/>
          </p:cNvSpPr>
          <p:nvPr>
            <p:ph type="title"/>
          </p:nvPr>
        </p:nvSpPr>
        <p:spPr>
          <a:xfrm>
            <a:off x="838200" y="365125"/>
            <a:ext cx="10515600" cy="1325563"/>
          </a:xfrm>
        </p:spPr>
        <p:txBody>
          <a:bodyPr>
            <a:normAutofit/>
          </a:bodyPr>
          <a:lstStyle/>
          <a:p>
            <a:pPr algn="ctr"/>
            <a:r>
              <a:rPr lang="en-GB" altLang="ja-JP" b="1" dirty="0"/>
              <a:t>3. </a:t>
            </a:r>
            <a:r>
              <a:rPr lang="ja-JP" altLang="en-US" b="1" dirty="0"/>
              <a:t>型付けの哲学</a:t>
            </a:r>
            <a:endParaRPr lang="en-GB" b="1" dirty="0">
              <a:latin typeface="+mn-lt"/>
            </a:endParaRPr>
          </a:p>
        </p:txBody>
      </p:sp>
      <p:sp>
        <p:nvSpPr>
          <p:cNvPr id="2" name="Slide Number Placeholder 1">
            <a:extLst>
              <a:ext uri="{FF2B5EF4-FFF2-40B4-BE49-F238E27FC236}">
                <a16:creationId xmlns:a16="http://schemas.microsoft.com/office/drawing/2014/main" id="{284CF63E-1B63-5A82-93D7-FC259826C3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126192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t>4. </a:t>
            </a:r>
            <a:r>
              <a:rPr lang="ja-JP" altLang="en-US" b="1" dirty="0"/>
              <a:t>まとめ</a:t>
            </a:r>
            <a:endParaRPr lang="en-GB" b="1" dirty="0"/>
          </a:p>
        </p:txBody>
      </p:sp>
      <p:sp>
        <p:nvSpPr>
          <p:cNvPr id="3" name="Slide Number Placeholder 2">
            <a:extLst>
              <a:ext uri="{FF2B5EF4-FFF2-40B4-BE49-F238E27FC236}">
                <a16:creationId xmlns:a16="http://schemas.microsoft.com/office/drawing/2014/main" id="{A71FC811-482C-1F32-1355-A3CC8328E678}"/>
              </a:ext>
            </a:extLst>
          </p:cNvPr>
          <p:cNvSpPr>
            <a:spLocks noGrp="1"/>
          </p:cNvSpPr>
          <p:nvPr>
            <p:ph type="sldNum" sz="quarter" idx="12"/>
          </p:nvPr>
        </p:nvSpPr>
        <p:spPr/>
        <p:txBody>
          <a:bodyPr/>
          <a:lstStyle/>
          <a:p>
            <a:fld id="{CC8B731A-DCF7-4273-BA1A-21517ACBB5E5}" type="slidenum">
              <a:rPr lang="en-GB" smtClean="0"/>
              <a:t>22</a:t>
            </a:fld>
            <a:endParaRPr lang="en-GB"/>
          </a:p>
        </p:txBody>
      </p:sp>
    </p:spTree>
    <p:extLst>
      <p:ext uri="{BB962C8B-B14F-4D97-AF65-F5344CB8AC3E}">
        <p14:creationId xmlns:p14="http://schemas.microsoft.com/office/powerpoint/2010/main" val="1076303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t>4. </a:t>
            </a:r>
            <a:r>
              <a:rPr lang="ja-JP" altLang="en-US" b="1" dirty="0"/>
              <a:t>まとめ</a:t>
            </a:r>
            <a:endParaRPr lang="en-GB" b="1" dirty="0"/>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268288" lvl="1" indent="-268288"/>
            <a:r>
              <a:rPr lang="en-US" altLang="ja-JP" dirty="0"/>
              <a:t>Ruby </a:t>
            </a:r>
            <a:r>
              <a:rPr lang="ja-JP" altLang="en-US" dirty="0"/>
              <a:t>と</a:t>
            </a:r>
            <a:r>
              <a:rPr lang="en-US" altLang="ja-JP" dirty="0"/>
              <a:t> TypeScript </a:t>
            </a:r>
            <a:r>
              <a:rPr lang="ja-JP" altLang="en-US" dirty="0"/>
              <a:t>はともに後方互換性を維持することによって従来のコーディング体験を保証することに粉骨砕身している</a:t>
            </a:r>
            <a:endParaRPr lang="en-US" altLang="ja-JP" dirty="0"/>
          </a:p>
          <a:p>
            <a:pPr marL="268288" lvl="1" indent="-268288"/>
            <a:r>
              <a:rPr lang="en-US" altLang="ja-JP" dirty="0"/>
              <a:t>TypeScript </a:t>
            </a:r>
            <a:r>
              <a:rPr lang="ja-JP" altLang="en-US" dirty="0"/>
              <a:t>は</a:t>
            </a:r>
            <a:r>
              <a:rPr lang="en-GB" altLang="ja-JP" dirty="0"/>
              <a:t> </a:t>
            </a:r>
            <a:r>
              <a:rPr lang="en-GB" altLang="ja-JP" dirty="0">
                <a:hlinkClick r:id="rId3"/>
              </a:rPr>
              <a:t>Generics</a:t>
            </a:r>
            <a:r>
              <a:rPr lang="ja-JP" altLang="en-US" dirty="0"/>
              <a:t>・</a:t>
            </a:r>
            <a:r>
              <a:rPr lang="en-GB" altLang="ja-JP" dirty="0">
                <a:hlinkClick r:id="rId4"/>
              </a:rPr>
              <a:t>Object Types</a:t>
            </a:r>
            <a:r>
              <a:rPr lang="ja-JP" altLang="en-US" dirty="0"/>
              <a:t>・</a:t>
            </a:r>
            <a:r>
              <a:rPr lang="en-GB" altLang="ja-JP" dirty="0">
                <a:hlinkClick r:id="rId5"/>
              </a:rPr>
              <a:t>Interfaces</a:t>
            </a:r>
            <a:r>
              <a:rPr lang="en-GB" altLang="ja-JP" dirty="0"/>
              <a:t> </a:t>
            </a:r>
            <a:r>
              <a:rPr lang="ja-JP" altLang="en-US" dirty="0"/>
              <a:t>の大胆な導入によって、静的型付け周りのエコシステムの統合に成功した</a:t>
            </a:r>
            <a:endParaRPr lang="en-GB" altLang="ja-JP" dirty="0"/>
          </a:p>
          <a:p>
            <a:pPr marL="268288" lvl="1" indent="-268288"/>
            <a:r>
              <a:rPr lang="en-GB" altLang="ja-JP" dirty="0"/>
              <a:t>Ruby </a:t>
            </a:r>
            <a:r>
              <a:rPr lang="ja-JP" altLang="en-US" dirty="0"/>
              <a:t>は</a:t>
            </a:r>
            <a:r>
              <a:rPr lang="en-GB" altLang="ja-JP" dirty="0"/>
              <a:t> </a:t>
            </a:r>
            <a:r>
              <a:rPr lang="en-GB" dirty="0">
                <a:hlinkClick r:id="rId6"/>
              </a:rPr>
              <a:t>RBS</a:t>
            </a:r>
            <a:r>
              <a:rPr lang="en-GB" dirty="0"/>
              <a:t>(Ruby Signature) </a:t>
            </a:r>
            <a:r>
              <a:rPr lang="ja-JP" altLang="en-US" dirty="0"/>
              <a:t>と</a:t>
            </a:r>
            <a:r>
              <a:rPr lang="en-GB" dirty="0"/>
              <a:t> </a:t>
            </a:r>
            <a:r>
              <a:rPr lang="en-GB" dirty="0">
                <a:hlinkClick r:id="rId7"/>
              </a:rPr>
              <a:t>RBI</a:t>
            </a:r>
            <a:r>
              <a:rPr lang="en-GB" dirty="0"/>
              <a:t>(Ruby Interface)</a:t>
            </a:r>
            <a:r>
              <a:rPr lang="en-US" dirty="0"/>
              <a:t> </a:t>
            </a:r>
            <a:r>
              <a:rPr lang="ja-JP" altLang="en-US" dirty="0"/>
              <a:t>という、静的型付けの</a:t>
            </a:r>
            <a:r>
              <a:rPr lang="en-US" altLang="ja-JP" dirty="0"/>
              <a:t>2</a:t>
            </a:r>
            <a:r>
              <a:rPr lang="ja-JP" altLang="en-US" dirty="0"/>
              <a:t>つの大きな勢力が存在する。まだ「自然淘汰」「適者生存」の決着はついていない</a:t>
            </a:r>
            <a:endParaRPr lang="en-US" dirty="0"/>
          </a:p>
          <a:p>
            <a:pPr marL="268288" lvl="1" indent="-268288"/>
            <a:r>
              <a:rPr lang="ja-JP" altLang="en-US" dirty="0"/>
              <a:t>いずれにしろ、開発者は認識している以上の恩恵を静的型付けから享受できるので、その導入はかなり価値の高いものである</a:t>
            </a:r>
            <a:endParaRPr lang="en-GB" altLang="ja-JP" dirty="0"/>
          </a:p>
        </p:txBody>
      </p:sp>
      <p:sp>
        <p:nvSpPr>
          <p:cNvPr id="3" name="Slide Number Placeholder 2">
            <a:extLst>
              <a:ext uri="{FF2B5EF4-FFF2-40B4-BE49-F238E27FC236}">
                <a16:creationId xmlns:a16="http://schemas.microsoft.com/office/drawing/2014/main" id="{76960FB8-F949-B2DE-6668-516180E395E3}"/>
              </a:ext>
            </a:extLst>
          </p:cNvPr>
          <p:cNvSpPr>
            <a:spLocks noGrp="1"/>
          </p:cNvSpPr>
          <p:nvPr>
            <p:ph type="sldNum" sz="quarter" idx="12"/>
          </p:nvPr>
        </p:nvSpPr>
        <p:spPr/>
        <p:txBody>
          <a:bodyPr/>
          <a:lstStyle/>
          <a:p>
            <a:fld id="{CC8B731A-DCF7-4273-BA1A-21517ACBB5E5}" type="slidenum">
              <a:rPr lang="en-GB" smtClean="0"/>
              <a:t>23</a:t>
            </a:fld>
            <a:endParaRPr lang="en-GB"/>
          </a:p>
        </p:txBody>
      </p:sp>
    </p:spTree>
    <p:extLst>
      <p:ext uri="{BB962C8B-B14F-4D97-AF65-F5344CB8AC3E}">
        <p14:creationId xmlns:p14="http://schemas.microsoft.com/office/powerpoint/2010/main" val="3698040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5. </a:t>
            </a:r>
            <a:r>
              <a:rPr lang="ja-JP" altLang="en-US" b="1" dirty="0"/>
              <a:t>参考文献</a:t>
            </a:r>
            <a:endParaRPr lang="en-GB" b="1" dirty="0"/>
          </a:p>
        </p:txBody>
      </p:sp>
      <p:sp>
        <p:nvSpPr>
          <p:cNvPr id="3" name="Slide Number Placeholder 2">
            <a:extLst>
              <a:ext uri="{FF2B5EF4-FFF2-40B4-BE49-F238E27FC236}">
                <a16:creationId xmlns:a16="http://schemas.microsoft.com/office/drawing/2014/main" id="{0EB5BF52-01F0-59E9-DE17-29C2125C7DA9}"/>
              </a:ext>
            </a:extLst>
          </p:cNvPr>
          <p:cNvSpPr>
            <a:spLocks noGrp="1"/>
          </p:cNvSpPr>
          <p:nvPr>
            <p:ph type="sldNum" sz="quarter" idx="12"/>
          </p:nvPr>
        </p:nvSpPr>
        <p:spPr/>
        <p:txBody>
          <a:bodyPr/>
          <a:lstStyle/>
          <a:p>
            <a:fld id="{CC8B731A-DCF7-4273-BA1A-21517ACBB5E5}" type="slidenum">
              <a:rPr lang="en-GB" smtClean="0"/>
              <a:t>24</a:t>
            </a:fld>
            <a:endParaRPr lang="en-GB"/>
          </a:p>
        </p:txBody>
      </p:sp>
    </p:spTree>
    <p:extLst>
      <p:ext uri="{BB962C8B-B14F-4D97-AF65-F5344CB8AC3E}">
        <p14:creationId xmlns:p14="http://schemas.microsoft.com/office/powerpoint/2010/main" val="3028957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787F66E1-E49F-4323-2E36-9C00DBDBD5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2DCAEF-463C-7761-67D4-E52E347E546E}"/>
              </a:ext>
            </a:extLst>
          </p:cNvPr>
          <p:cNvSpPr>
            <a:spLocks noGrp="1"/>
          </p:cNvSpPr>
          <p:nvPr>
            <p:ph type="title"/>
          </p:nvPr>
        </p:nvSpPr>
        <p:spPr/>
        <p:txBody>
          <a:bodyPr/>
          <a:lstStyle/>
          <a:p>
            <a:pPr algn="ctr"/>
            <a:r>
              <a:rPr lang="en-GB" altLang="ja-JP" b="1" dirty="0"/>
              <a:t>5. </a:t>
            </a:r>
            <a:r>
              <a:rPr lang="ja-JP" altLang="en-US" b="1" dirty="0"/>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9F0F8472-08C7-8730-EBE9-EC7EE75BB91D}"/>
              </a:ext>
            </a:extLst>
          </p:cNvPr>
          <p:cNvSpPr>
            <a:spLocks noGrp="1"/>
          </p:cNvSpPr>
          <p:nvPr>
            <p:ph idx="1"/>
          </p:nvPr>
        </p:nvSpPr>
        <p:spPr/>
        <p:txBody>
          <a:bodyPr>
            <a:noAutofit/>
          </a:bodyPr>
          <a:lstStyle/>
          <a:p>
            <a:pPr marL="342900" lvl="1" indent="-342900">
              <a:tabLst>
                <a:tab pos="268288" algn="l"/>
              </a:tabLst>
            </a:pPr>
            <a:r>
              <a:rPr lang="ja-JP" altLang="en-US" dirty="0">
                <a:hlinkClick r:id="rId3"/>
              </a:rPr>
              <a:t>いかにして動的型付けの </a:t>
            </a:r>
            <a:r>
              <a:rPr lang="en-US" altLang="ja-JP" dirty="0">
                <a:hlinkClick r:id="rId3"/>
              </a:rPr>
              <a:t>Ruby </a:t>
            </a:r>
            <a:r>
              <a:rPr lang="ja-JP" altLang="en-US" dirty="0">
                <a:hlinkClick r:id="rId3"/>
              </a:rPr>
              <a:t>に静的な型検査を持ち込むか？ </a:t>
            </a:r>
            <a:r>
              <a:rPr lang="en-US" altLang="ja-JP" dirty="0">
                <a:hlinkClick r:id="rId3"/>
              </a:rPr>
              <a:t>Steep </a:t>
            </a:r>
            <a:r>
              <a:rPr lang="ja-JP" altLang="en-US" dirty="0">
                <a:hlinkClick r:id="rId3"/>
              </a:rPr>
              <a:t>と </a:t>
            </a:r>
            <a:r>
              <a:rPr lang="en-US" altLang="ja-JP" dirty="0">
                <a:hlinkClick r:id="rId3"/>
              </a:rPr>
              <a:t>RBS </a:t>
            </a:r>
            <a:r>
              <a:rPr lang="ja-JP" altLang="en-US" dirty="0">
                <a:hlinkClick r:id="rId3"/>
              </a:rPr>
              <a:t>が目指すもの</a:t>
            </a:r>
            <a:endParaRPr lang="en-US"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hlinkClick r:id="rId4"/>
            </a:endParaRPr>
          </a:p>
          <a:p>
            <a:pPr marL="342900" lvl="1" indent="-342900">
              <a:tabLst>
                <a:tab pos="268288" algn="l"/>
              </a:tabLst>
            </a:pPr>
            <a:r>
              <a:rPr lang="en-US" altLang="ja-JP" dirty="0">
                <a:hlinkClick r:id="rId5"/>
              </a:rPr>
              <a:t>RubyKaigi 2025 </a:t>
            </a:r>
            <a:r>
              <a:rPr lang="ja-JP" altLang="en-US" dirty="0">
                <a:hlinkClick r:id="rId5"/>
              </a:rPr>
              <a:t>初参加エンジニアのための </a:t>
            </a:r>
            <a:r>
              <a:rPr lang="en-US" altLang="ja-JP" dirty="0">
                <a:hlinkClick r:id="rId5"/>
              </a:rPr>
              <a:t>Ruby </a:t>
            </a:r>
            <a:r>
              <a:rPr lang="ja-JP" altLang="en-US" dirty="0">
                <a:hlinkClick r:id="rId5"/>
              </a:rPr>
              <a:t>静的型付けガイド</a:t>
            </a:r>
            <a:endParaRPr lang="en-US"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solidFill>
                <a:prstClr val="black"/>
              </a:solidFill>
              <a:cs typeface="Calibri"/>
            </a:endParaRPr>
          </a:p>
          <a:p>
            <a:pPr marL="342900" lvl="1" indent="-342900">
              <a:tabLst>
                <a:tab pos="268288" algn="l"/>
              </a:tabLst>
            </a:pPr>
            <a:r>
              <a:rPr lang="en-GB" altLang="ja-JP" dirty="0">
                <a:hlinkClick r:id="rId6"/>
              </a:rPr>
              <a:t>The State of </a:t>
            </a:r>
            <a:r>
              <a:rPr lang="ja-JP" altLang="en-US" dirty="0">
                <a:hlinkClick r:id="rId6"/>
              </a:rPr>
              <a:t>静的型付け</a:t>
            </a:r>
            <a:r>
              <a:rPr lang="en-GB" altLang="ja-JP" dirty="0">
                <a:hlinkClick r:id="rId6"/>
              </a:rPr>
              <a:t> in Ruby in 2025</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p>
          <a:p>
            <a:pPr marL="342900" lvl="1" indent="-342900">
              <a:tabLst>
                <a:tab pos="268288" algn="l"/>
              </a:tabLst>
            </a:pPr>
            <a:r>
              <a:rPr lang="en-GB" altLang="ja-JP" dirty="0">
                <a:hlinkClick r:id="rId7"/>
              </a:rPr>
              <a:t>Why </a:t>
            </a:r>
            <a:r>
              <a:rPr lang="ja-JP" altLang="en-US" dirty="0">
                <a:hlinkClick r:id="rId7"/>
              </a:rPr>
              <a:t>静的型付け</a:t>
            </a:r>
            <a:r>
              <a:rPr lang="en-GB" altLang="ja-JP" dirty="0">
                <a:hlinkClick r:id="rId7"/>
              </a:rPr>
              <a:t> is Essential for Efficient Ruby and Rails Development</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ja-JP" altLang="en-US" dirty="0"/>
          </a:p>
          <a:p>
            <a:pPr marL="342900" lvl="1" indent="-342900">
              <a:tabLst>
                <a:tab pos="268288" algn="l"/>
              </a:tabLst>
            </a:pPr>
            <a:r>
              <a:rPr lang="ja-JP" altLang="en-US" dirty="0">
                <a:hlinkClick r:id="rId8"/>
              </a:rPr>
              <a:t>静的型付け</a:t>
            </a:r>
            <a:r>
              <a:rPr lang="en-GB" altLang="ja-JP" dirty="0">
                <a:hlinkClick r:id="rId8"/>
              </a:rPr>
              <a:t> in Ruby: It's Not a Cult, It's a Choice (You Should Probably Make)</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altLang="ja-JP" dirty="0"/>
          </a:p>
        </p:txBody>
      </p:sp>
      <p:sp>
        <p:nvSpPr>
          <p:cNvPr id="3" name="Slide Number Placeholder 2">
            <a:extLst>
              <a:ext uri="{FF2B5EF4-FFF2-40B4-BE49-F238E27FC236}">
                <a16:creationId xmlns:a16="http://schemas.microsoft.com/office/drawing/2014/main" id="{34316EFB-5505-D404-6526-E66F86C4D210}"/>
              </a:ext>
            </a:extLst>
          </p:cNvPr>
          <p:cNvSpPr>
            <a:spLocks noGrp="1"/>
          </p:cNvSpPr>
          <p:nvPr>
            <p:ph type="sldNum" sz="quarter" idx="12"/>
          </p:nvPr>
        </p:nvSpPr>
        <p:spPr/>
        <p:txBody>
          <a:bodyPr/>
          <a:lstStyle/>
          <a:p>
            <a:fld id="{CC8B731A-DCF7-4273-BA1A-21517ACBB5E5}" type="slidenum">
              <a:rPr lang="en-GB" smtClean="0"/>
              <a:t>25</a:t>
            </a:fld>
            <a:endParaRPr lang="en-GB"/>
          </a:p>
        </p:txBody>
      </p:sp>
    </p:spTree>
    <p:extLst>
      <p:ext uri="{BB962C8B-B14F-4D97-AF65-F5344CB8AC3E}">
        <p14:creationId xmlns:p14="http://schemas.microsoft.com/office/powerpoint/2010/main" val="4133839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006301FF-9B21-E99B-2C94-EA3CCD652D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D7D643-232A-C657-07BE-5019348AAD05}"/>
              </a:ext>
            </a:extLst>
          </p:cNvPr>
          <p:cNvSpPr>
            <a:spLocks noGrp="1"/>
          </p:cNvSpPr>
          <p:nvPr>
            <p:ph type="title"/>
          </p:nvPr>
        </p:nvSpPr>
        <p:spPr/>
        <p:txBody>
          <a:bodyPr/>
          <a:lstStyle/>
          <a:p>
            <a:pPr algn="ctr"/>
            <a:r>
              <a:rPr lang="en-GB" altLang="ja-JP" b="1" dirty="0"/>
              <a:t>5. </a:t>
            </a:r>
            <a:r>
              <a:rPr lang="ja-JP" altLang="en-US" b="1" dirty="0"/>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A3F8ADC0-B610-2F89-DA28-C111E872219E}"/>
              </a:ext>
            </a:extLst>
          </p:cNvPr>
          <p:cNvSpPr>
            <a:spLocks noGrp="1"/>
          </p:cNvSpPr>
          <p:nvPr>
            <p:ph idx="1"/>
          </p:nvPr>
        </p:nvSpPr>
        <p:spPr/>
        <p:txBody>
          <a:bodyPr>
            <a:noAutofit/>
          </a:bodyPr>
          <a:lstStyle/>
          <a:p>
            <a:pPr marL="342900" lvl="1" indent="-342900">
              <a:tabLst>
                <a:tab pos="268288" algn="l"/>
              </a:tabLst>
            </a:pPr>
            <a:r>
              <a:rPr lang="en-GB" altLang="ja-JP" dirty="0">
                <a:hlinkClick r:id="rId3"/>
              </a:rPr>
              <a:t>Ruby 3×3: Matz, Koichi, and Tenderlove on the future of Ruby Performance</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dirty="0">
              <a:hlinkClick r:id="rId4"/>
            </a:endParaRPr>
          </a:p>
          <a:p>
            <a:pPr marL="342900" lvl="1" indent="-342900">
              <a:tabLst>
                <a:tab pos="268288" algn="l"/>
              </a:tabLst>
            </a:pPr>
            <a:r>
              <a:rPr lang="en-GB" dirty="0">
                <a:hlinkClick r:id="rId4"/>
              </a:rPr>
              <a:t>RBS</a:t>
            </a:r>
            <a:r>
              <a:rPr lang="en-GB" dirty="0"/>
              <a:t>(Ruby Signature)</a:t>
            </a:r>
            <a:endParaRPr lang="en-US"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hlinkClick r:id="rId5"/>
            </a:endParaRPr>
          </a:p>
          <a:p>
            <a:pPr marL="342900" lvl="1" indent="-342900">
              <a:tabLst>
                <a:tab pos="268288" algn="l"/>
              </a:tabLst>
            </a:pPr>
            <a:r>
              <a:rPr lang="en-GB" dirty="0">
                <a:hlinkClick r:id="rId6"/>
              </a:rPr>
              <a:t>Steep</a:t>
            </a:r>
            <a:endParaRPr lang="en-US"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solidFill>
                <a:prstClr val="black"/>
              </a:solidFill>
              <a:cs typeface="Calibri"/>
            </a:endParaRPr>
          </a:p>
          <a:p>
            <a:pPr marL="342900" lvl="1" indent="-342900">
              <a:tabLst>
                <a:tab pos="268288" algn="l"/>
              </a:tabLst>
            </a:pPr>
            <a:r>
              <a:rPr lang="en-GB" dirty="0">
                <a:hlinkClick r:id="rId7"/>
              </a:rPr>
              <a:t>TypeProf</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US" altLang="ja-JP" dirty="0"/>
          </a:p>
          <a:p>
            <a:pPr marL="342900" lvl="1" indent="-342900">
              <a:tabLst>
                <a:tab pos="268288" algn="l"/>
              </a:tabLst>
            </a:pPr>
            <a:r>
              <a:rPr lang="en-GB" dirty="0">
                <a:hlinkClick r:id="rId8"/>
              </a:rPr>
              <a:t>rbs-inline</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altLang="ja-JP" dirty="0">
              <a:solidFill>
                <a:prstClr val="black"/>
              </a:solidFill>
              <a:cs typeface="Yu Gothic"/>
            </a:endParaRPr>
          </a:p>
          <a:p>
            <a:pPr marL="342900" lvl="1" indent="-342900">
              <a:tabLst>
                <a:tab pos="268288" algn="l"/>
              </a:tabLst>
            </a:pPr>
            <a:r>
              <a:rPr lang="en-GB" dirty="0">
                <a:hlinkClick r:id="rId9"/>
              </a:rPr>
              <a:t>RBI</a:t>
            </a:r>
            <a:r>
              <a:rPr lang="en-GB" dirty="0"/>
              <a:t>(Ruby Interface)</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altLang="ja-JP" dirty="0"/>
          </a:p>
        </p:txBody>
      </p:sp>
      <p:sp>
        <p:nvSpPr>
          <p:cNvPr id="3" name="Slide Number Placeholder 2">
            <a:extLst>
              <a:ext uri="{FF2B5EF4-FFF2-40B4-BE49-F238E27FC236}">
                <a16:creationId xmlns:a16="http://schemas.microsoft.com/office/drawing/2014/main" id="{B5C7F48A-5628-B018-1380-72093FE1CF2D}"/>
              </a:ext>
            </a:extLst>
          </p:cNvPr>
          <p:cNvSpPr>
            <a:spLocks noGrp="1"/>
          </p:cNvSpPr>
          <p:nvPr>
            <p:ph type="sldNum" sz="quarter" idx="12"/>
          </p:nvPr>
        </p:nvSpPr>
        <p:spPr/>
        <p:txBody>
          <a:bodyPr/>
          <a:lstStyle/>
          <a:p>
            <a:fld id="{CC8B731A-DCF7-4273-BA1A-21517ACBB5E5}" type="slidenum">
              <a:rPr lang="en-GB" smtClean="0"/>
              <a:t>26</a:t>
            </a:fld>
            <a:endParaRPr lang="en-GB"/>
          </a:p>
        </p:txBody>
      </p:sp>
    </p:spTree>
    <p:extLst>
      <p:ext uri="{BB962C8B-B14F-4D97-AF65-F5344CB8AC3E}">
        <p14:creationId xmlns:p14="http://schemas.microsoft.com/office/powerpoint/2010/main" val="398832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a:extLst>
            <a:ext uri="{FF2B5EF4-FFF2-40B4-BE49-F238E27FC236}">
              <a16:creationId xmlns:a16="http://schemas.microsoft.com/office/drawing/2014/main" id="{0AC750BF-9847-D049-0B50-80211D76BF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EDF0A0-7BBB-0452-DA3E-CE30EA37546C}"/>
              </a:ext>
            </a:extLst>
          </p:cNvPr>
          <p:cNvSpPr>
            <a:spLocks noGrp="1"/>
          </p:cNvSpPr>
          <p:nvPr>
            <p:ph type="title"/>
          </p:nvPr>
        </p:nvSpPr>
        <p:spPr/>
        <p:txBody>
          <a:bodyPr/>
          <a:lstStyle/>
          <a:p>
            <a:pPr algn="ctr"/>
            <a:r>
              <a:rPr lang="en-GB" altLang="ja-JP" b="1" dirty="0"/>
              <a:t>5. </a:t>
            </a:r>
            <a:r>
              <a:rPr lang="ja-JP" altLang="en-US" b="1" dirty="0"/>
              <a:t>参考文献</a:t>
            </a:r>
            <a:endParaRPr lang="en-GB" b="1" dirty="0">
              <a:latin typeface="+mn-lt"/>
            </a:endParaRPr>
          </a:p>
        </p:txBody>
      </p:sp>
      <p:sp>
        <p:nvSpPr>
          <p:cNvPr id="7" name="コンテンツ プレースホルダー 6">
            <a:extLst>
              <a:ext uri="{FF2B5EF4-FFF2-40B4-BE49-F238E27FC236}">
                <a16:creationId xmlns:a16="http://schemas.microsoft.com/office/drawing/2014/main" id="{795F4097-8E16-4D1B-E9BD-09DCFFEC7D5D}"/>
              </a:ext>
            </a:extLst>
          </p:cNvPr>
          <p:cNvSpPr>
            <a:spLocks noGrp="1"/>
          </p:cNvSpPr>
          <p:nvPr>
            <p:ph idx="1"/>
          </p:nvPr>
        </p:nvSpPr>
        <p:spPr/>
        <p:txBody>
          <a:bodyPr>
            <a:noAutofit/>
          </a:bodyPr>
          <a:lstStyle/>
          <a:p>
            <a:pPr marL="342900" lvl="1" indent="-342900">
              <a:tabLst>
                <a:tab pos="268288" algn="l"/>
              </a:tabLst>
            </a:pPr>
            <a:r>
              <a:rPr lang="en-GB" dirty="0">
                <a:hlinkClick r:id="rId3"/>
              </a:rPr>
              <a:t>Sorbet</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dirty="0">
              <a:hlinkClick r:id="rId3"/>
            </a:endParaRPr>
          </a:p>
          <a:p>
            <a:pPr marL="342900" lvl="1" indent="-342900">
              <a:tabLst>
                <a:tab pos="268288" algn="l"/>
              </a:tabLst>
            </a:pPr>
            <a:r>
              <a:rPr lang="en-GB" dirty="0">
                <a:hlinkClick r:id="rId4"/>
              </a:rPr>
              <a:t>Tapioca</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altLang="ja-JP" dirty="0">
              <a:hlinkClick r:id="rId5"/>
            </a:endParaRPr>
          </a:p>
          <a:p>
            <a:pPr marL="342900" lvl="1" indent="-342900">
              <a:tabLst>
                <a:tab pos="268288" algn="l"/>
              </a:tabLst>
            </a:pPr>
            <a:r>
              <a:rPr lang="en-GB" altLang="ja-JP" dirty="0">
                <a:hlinkClick r:id="rId5"/>
              </a:rPr>
              <a:t>TypeScript Official Documents</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ja-JP" altLang="en-US" dirty="0"/>
          </a:p>
          <a:p>
            <a:pPr marL="342900" lvl="1" indent="-342900">
              <a:tabLst>
                <a:tab pos="268288" algn="l"/>
              </a:tabLst>
            </a:pPr>
            <a:r>
              <a:rPr lang="en-GB" altLang="ja-JP" dirty="0">
                <a:hlinkClick r:id="rId6"/>
              </a:rPr>
              <a:t>10 Must-Know TypeScript Features to Improve Your Coding Efficiency</a:t>
            </a:r>
            <a:endParaRPr lang="en-GB" altLang="ja-JP" dirty="0"/>
          </a:p>
          <a:p>
            <a:pPr marL="717550" lvl="2" indent="-260350">
              <a:tabLst>
                <a:tab pos="268288" algn="l"/>
              </a:tabLst>
            </a:pPr>
            <a:r>
              <a:rPr lang="ja-JP" altLang="en-US" dirty="0">
                <a:solidFill>
                  <a:prstClr val="black"/>
                </a:solidFill>
                <a:cs typeface="Yu Gothic"/>
              </a:rPr>
              <a:t>最終アクセス日</a:t>
            </a:r>
            <a:r>
              <a:rPr lang="en-GB" altLang="ja-JP" dirty="0">
                <a:solidFill>
                  <a:prstClr val="black"/>
                </a:solidFill>
                <a:cs typeface="Yu Gothic"/>
              </a:rPr>
              <a:t>: </a:t>
            </a:r>
            <a:r>
              <a:rPr lang="en-US" altLang="ja-JP" dirty="0">
                <a:solidFill>
                  <a:prstClr val="black"/>
                </a:solidFill>
                <a:cs typeface="Yu Gothic"/>
              </a:rPr>
              <a:t>2025</a:t>
            </a:r>
            <a:r>
              <a:rPr lang="ja-JP" altLang="en-US" dirty="0">
                <a:solidFill>
                  <a:prstClr val="black"/>
                </a:solidFill>
                <a:cs typeface="Yu Gothic"/>
              </a:rPr>
              <a:t>年</a:t>
            </a:r>
            <a:r>
              <a:rPr lang="en-US" altLang="ja-JP" dirty="0">
                <a:solidFill>
                  <a:prstClr val="black"/>
                </a:solidFill>
                <a:cs typeface="Yu Gothic"/>
              </a:rPr>
              <a:t>06</a:t>
            </a:r>
            <a:r>
              <a:rPr lang="ja-JP" altLang="en-US" dirty="0">
                <a:solidFill>
                  <a:prstClr val="black"/>
                </a:solidFill>
                <a:cs typeface="Yu Gothic"/>
              </a:rPr>
              <a:t>月</a:t>
            </a:r>
            <a:r>
              <a:rPr lang="en-US" altLang="ja-JP" dirty="0">
                <a:solidFill>
                  <a:prstClr val="black"/>
                </a:solidFill>
                <a:cs typeface="Yu Gothic"/>
              </a:rPr>
              <a:t>06</a:t>
            </a:r>
            <a:r>
              <a:rPr lang="ja-JP" altLang="en-US" dirty="0">
                <a:solidFill>
                  <a:prstClr val="black"/>
                </a:solidFill>
                <a:cs typeface="Yu Gothic"/>
              </a:rPr>
              <a:t>日</a:t>
            </a:r>
            <a:endParaRPr lang="en-GB" altLang="ja-JP" dirty="0"/>
          </a:p>
          <a:p>
            <a:pPr marL="342900" lvl="1" indent="-342900">
              <a:tabLst>
                <a:tab pos="268288" algn="l"/>
              </a:tabLst>
            </a:pPr>
            <a:r>
              <a:rPr lang="ja-JP" altLang="en-US" dirty="0"/>
              <a:t>遠藤侑介、</a:t>
            </a:r>
            <a:r>
              <a:rPr lang="en-US" altLang="ja-JP" dirty="0"/>
              <a:t>『</a:t>
            </a:r>
            <a:r>
              <a:rPr lang="ja-JP" altLang="en-US" dirty="0"/>
              <a:t>型システムのしくみ </a:t>
            </a:r>
            <a:r>
              <a:rPr lang="en-GB" altLang="ja-JP" dirty="0"/>
              <a:t>- TypeScript </a:t>
            </a:r>
            <a:r>
              <a:rPr lang="ja-JP" altLang="en-US" dirty="0"/>
              <a:t>で実装しながら学ぶ型とプログラミング言語</a:t>
            </a:r>
            <a:r>
              <a:rPr lang="en-US" altLang="ja-JP" dirty="0"/>
              <a:t>』</a:t>
            </a:r>
            <a:r>
              <a:rPr lang="ja-JP" altLang="en-US" dirty="0"/>
              <a:t>、東京、ラムダノート株式会社、</a:t>
            </a:r>
            <a:r>
              <a:rPr lang="en-GB" altLang="ja-JP" dirty="0"/>
              <a:t>2025</a:t>
            </a:r>
            <a:r>
              <a:rPr lang="ja-JP" altLang="en-US" dirty="0"/>
              <a:t>年</a:t>
            </a:r>
            <a:endParaRPr lang="en-GB" altLang="ja-JP" dirty="0">
              <a:hlinkClick r:id="rId7"/>
            </a:endParaRPr>
          </a:p>
        </p:txBody>
      </p:sp>
      <p:sp>
        <p:nvSpPr>
          <p:cNvPr id="3" name="Slide Number Placeholder 2">
            <a:extLst>
              <a:ext uri="{FF2B5EF4-FFF2-40B4-BE49-F238E27FC236}">
                <a16:creationId xmlns:a16="http://schemas.microsoft.com/office/drawing/2014/main" id="{DCB08877-747F-1BFF-263C-CB25E40B219B}"/>
              </a:ext>
            </a:extLst>
          </p:cNvPr>
          <p:cNvSpPr>
            <a:spLocks noGrp="1"/>
          </p:cNvSpPr>
          <p:nvPr>
            <p:ph type="sldNum" sz="quarter" idx="12"/>
          </p:nvPr>
        </p:nvSpPr>
        <p:spPr/>
        <p:txBody>
          <a:bodyPr/>
          <a:lstStyle/>
          <a:p>
            <a:fld id="{CC8B731A-DCF7-4273-BA1A-21517ACBB5E5}" type="slidenum">
              <a:rPr lang="en-GB" smtClean="0"/>
              <a:t>27</a:t>
            </a:fld>
            <a:endParaRPr lang="en-GB"/>
          </a:p>
        </p:txBody>
      </p:sp>
    </p:spTree>
    <p:extLst>
      <p:ext uri="{BB962C8B-B14F-4D97-AF65-F5344CB8AC3E}">
        <p14:creationId xmlns:p14="http://schemas.microsoft.com/office/powerpoint/2010/main" val="3767970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0000" b="-10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2" name="Slide Number Placeholder 1">
            <a:extLst>
              <a:ext uri="{FF2B5EF4-FFF2-40B4-BE49-F238E27FC236}">
                <a16:creationId xmlns:a16="http://schemas.microsoft.com/office/drawing/2014/main" id="{57398F70-9805-F633-DB86-9A0CB206AFE0}"/>
              </a:ext>
            </a:extLst>
          </p:cNvPr>
          <p:cNvSpPr>
            <a:spLocks noGrp="1"/>
          </p:cNvSpPr>
          <p:nvPr>
            <p:ph type="sldNum" sz="quarter" idx="12"/>
          </p:nvPr>
        </p:nvSpPr>
        <p:spPr/>
        <p:txBody>
          <a:bodyPr/>
          <a:lstStyle/>
          <a:p>
            <a:fld id="{CC8B731A-DCF7-4273-BA1A-21517ACBB5E5}" type="slidenum">
              <a:rPr lang="en-GB" smtClean="0"/>
              <a:t>28</a:t>
            </a:fld>
            <a:endParaRPr lang="en-GB"/>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4063</TotalTime>
  <Words>3565</Words>
  <Application>Microsoft Office PowerPoint</Application>
  <PresentationFormat>Widescreen</PresentationFormat>
  <Paragraphs>296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-apple-system</vt:lpstr>
      <vt:lpstr>Yu Gothic</vt:lpstr>
      <vt:lpstr>Arial</vt:lpstr>
      <vt:lpstr>Calibri</vt:lpstr>
      <vt:lpstr>Calibri Light</vt:lpstr>
      <vt:lpstr>Office テーマ</vt:lpstr>
      <vt:lpstr>静的型付けの哲学</vt:lpstr>
      <vt:lpstr>自己紹介</vt:lpstr>
      <vt:lpstr>免許 / 資格</vt:lpstr>
      <vt:lpstr>スキルスタック</vt:lpstr>
      <vt:lpstr>職歴</vt:lpstr>
      <vt:lpstr>職歴</vt:lpstr>
      <vt:lpstr>国際交流活動</vt:lpstr>
      <vt:lpstr>コンテンツ</vt:lpstr>
      <vt:lpstr>1. 静的型付けの基本おさらい</vt:lpstr>
      <vt:lpstr>1. 静的型付けの基本おさらい</vt:lpstr>
      <vt:lpstr>1. 静的型付けの基本おさらい</vt:lpstr>
      <vt:lpstr>2. 型付けエコシステム</vt:lpstr>
      <vt:lpstr>2. 型付けエコシステム</vt:lpstr>
      <vt:lpstr>2. 型付けエコシステム</vt:lpstr>
      <vt:lpstr>2. 型付けエコシステム</vt:lpstr>
      <vt:lpstr>2. 型付けエコシステム</vt:lpstr>
      <vt:lpstr>3. 型付けの哲学</vt:lpstr>
      <vt:lpstr>3. 型付けの哲学</vt:lpstr>
      <vt:lpstr>3. 型付けの哲学</vt:lpstr>
      <vt:lpstr>3. 型付けの哲学</vt:lpstr>
      <vt:lpstr>3. 型付けの哲学</vt:lpstr>
      <vt:lpstr>4. まとめ</vt:lpstr>
      <vt:lpstr>4. まとめ</vt:lpstr>
      <vt:lpstr>5. 参考文献</vt:lpstr>
      <vt:lpstr>5. 参考文献</vt:lpstr>
      <vt:lpstr>5. 参考文献</vt:lpstr>
      <vt:lpstr>5.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186</cp:revision>
  <dcterms:modified xsi:type="dcterms:W3CDTF">2025-09-01T03:33:49Z</dcterms:modified>
</cp:coreProperties>
</file>