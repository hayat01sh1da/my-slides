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87" r:id="rId3"/>
    <p:sldId id="388" r:id="rId4"/>
    <p:sldId id="456" r:id="rId5"/>
    <p:sldId id="458" r:id="rId6"/>
    <p:sldId id="457" r:id="rId7"/>
    <p:sldId id="280" r:id="rId8"/>
    <p:sldId id="311" r:id="rId9"/>
    <p:sldId id="259" r:id="rId10"/>
    <p:sldId id="408" r:id="rId11"/>
    <p:sldId id="445" r:id="rId12"/>
    <p:sldId id="446" r:id="rId13"/>
    <p:sldId id="447" r:id="rId14"/>
    <p:sldId id="325" r:id="rId15"/>
    <p:sldId id="354" r:id="rId16"/>
    <p:sldId id="409" r:id="rId17"/>
    <p:sldId id="411" r:id="rId18"/>
    <p:sldId id="455" r:id="rId19"/>
    <p:sldId id="326" r:id="rId20"/>
    <p:sldId id="436" r:id="rId21"/>
    <p:sldId id="444" r:id="rId22"/>
    <p:sldId id="448" r:id="rId23"/>
    <p:sldId id="449" r:id="rId24"/>
    <p:sldId id="437" r:id="rId25"/>
    <p:sldId id="450" r:id="rId26"/>
    <p:sldId id="440" r:id="rId27"/>
    <p:sldId id="451" r:id="rId28"/>
    <p:sldId id="452" r:id="rId29"/>
    <p:sldId id="453" r:id="rId30"/>
    <p:sldId id="385" r:id="rId31"/>
    <p:sldId id="386" r:id="rId32"/>
    <p:sldId id="454" r:id="rId33"/>
    <p:sldId id="328" r:id="rId34"/>
    <p:sldId id="295" r:id="rId35"/>
    <p:sldId id="28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E5424A67-F68E-4C2A-8F50-702E8B3CD7ED}"/>
    <pc:docChg chg="undo redo custSel addSld delSld modSld sldOrd">
      <pc:chgData name="Hayato Ishida" userId="585fa0fa6384767c" providerId="LiveId" clId="{E5424A67-F68E-4C2A-8F50-702E8B3CD7ED}" dt="2025-02-09T16:26:24.164" v="13009" actId="20577"/>
      <pc:docMkLst>
        <pc:docMk/>
      </pc:docMkLst>
      <pc:sldChg chg="delSp modSp mod setBg">
        <pc:chgData name="Hayato Ishida" userId="585fa0fa6384767c" providerId="LiveId" clId="{E5424A67-F68E-4C2A-8F50-702E8B3CD7ED}" dt="2025-02-09T16:26:24.164" v="13009" actId="20577"/>
        <pc:sldMkLst>
          <pc:docMk/>
          <pc:sldMk cId="3878715192" sldId="256"/>
        </pc:sldMkLst>
      </pc:sldChg>
      <pc:sldChg chg="modSp mod setBg">
        <pc:chgData name="Hayato Ishida" userId="585fa0fa6384767c" providerId="LiveId" clId="{E5424A67-F68E-4C2A-8F50-702E8B3CD7ED}" dt="2025-02-09T15:22:35.708" v="7387" actId="2711"/>
        <pc:sldMkLst>
          <pc:docMk/>
          <pc:sldMk cId="1023418167" sldId="259"/>
        </pc:sldMkLst>
      </pc:sldChg>
      <pc:sldChg chg="setBg">
        <pc:chgData name="Hayato Ishida" userId="585fa0fa6384767c" providerId="LiveId" clId="{E5424A67-F68E-4C2A-8F50-702E8B3CD7ED}" dt="2025-02-09T12:42:23.897" v="97"/>
        <pc:sldMkLst>
          <pc:docMk/>
          <pc:sldMk cId="2567433019" sldId="280"/>
        </pc:sldMkLst>
      </pc:sldChg>
      <pc:sldChg chg="setBg">
        <pc:chgData name="Hayato Ishida" userId="585fa0fa6384767c" providerId="LiveId" clId="{E5424A67-F68E-4C2A-8F50-702E8B3CD7ED}" dt="2025-02-09T12:42:23.897" v="97"/>
        <pc:sldMkLst>
          <pc:docMk/>
          <pc:sldMk cId="3831357621" sldId="285"/>
        </pc:sldMkLst>
      </pc:sldChg>
      <pc:sldChg chg="setBg">
        <pc:chgData name="Hayato Ishida" userId="585fa0fa6384767c" providerId="LiveId" clId="{E5424A67-F68E-4C2A-8F50-702E8B3CD7ED}" dt="2025-02-09T12:42:23.897" v="97"/>
        <pc:sldMkLst>
          <pc:docMk/>
          <pc:sldMk cId="155858466" sldId="286"/>
        </pc:sldMkLst>
      </pc:sldChg>
      <pc:sldChg chg="setBg">
        <pc:chgData name="Hayato Ishida" userId="585fa0fa6384767c" providerId="LiveId" clId="{E5424A67-F68E-4C2A-8F50-702E8B3CD7ED}" dt="2025-02-09T12:42:23.897" v="97"/>
        <pc:sldMkLst>
          <pc:docMk/>
          <pc:sldMk cId="654251065" sldId="287"/>
        </pc:sldMkLst>
      </pc:sldChg>
      <pc:sldChg chg="modSp mod setBg">
        <pc:chgData name="Hayato Ishida" userId="585fa0fa6384767c" providerId="LiveId" clId="{E5424A67-F68E-4C2A-8F50-702E8B3CD7ED}" dt="2025-02-09T16:26:13.483" v="13003" actId="20577"/>
        <pc:sldMkLst>
          <pc:docMk/>
          <pc:sldMk cId="3041246571" sldId="295"/>
        </pc:sldMkLst>
      </pc:sldChg>
      <pc:sldChg chg="modSp mod setBg">
        <pc:chgData name="Hayato Ishida" userId="585fa0fa6384767c" providerId="LiveId" clId="{E5424A67-F68E-4C2A-8F50-702E8B3CD7ED}" dt="2025-02-09T16:00:39.020" v="10905" actId="20577"/>
        <pc:sldMkLst>
          <pc:docMk/>
          <pc:sldMk cId="210825285" sldId="311"/>
        </pc:sldMkLst>
      </pc:sldChg>
      <pc:sldChg chg="modSp mod setBg">
        <pc:chgData name="Hayato Ishida" userId="585fa0fa6384767c" providerId="LiveId" clId="{E5424A67-F68E-4C2A-8F50-702E8B3CD7ED}" dt="2025-02-09T15:23:22.874" v="7397" actId="2711"/>
        <pc:sldMkLst>
          <pc:docMk/>
          <pc:sldMk cId="1611154314" sldId="325"/>
        </pc:sldMkLst>
      </pc:sldChg>
      <pc:sldChg chg="modSp mod setBg">
        <pc:chgData name="Hayato Ishida" userId="585fa0fa6384767c" providerId="LiveId" clId="{E5424A67-F68E-4C2A-8F50-702E8B3CD7ED}" dt="2025-02-09T15:23:47.319" v="7401" actId="2711"/>
        <pc:sldMkLst>
          <pc:docMk/>
          <pc:sldMk cId="4021934138" sldId="326"/>
        </pc:sldMkLst>
      </pc:sldChg>
      <pc:sldChg chg="setBg">
        <pc:chgData name="Hayato Ishida" userId="585fa0fa6384767c" providerId="LiveId" clId="{E5424A67-F68E-4C2A-8F50-702E8B3CD7ED}" dt="2025-02-09T12:42:23.897" v="97"/>
        <pc:sldMkLst>
          <pc:docMk/>
          <pc:sldMk cId="3028957591" sldId="328"/>
        </pc:sldMkLst>
      </pc:sldChg>
      <pc:sldChg chg="modSp del mod">
        <pc:chgData name="Hayato Ishida" userId="585fa0fa6384767c" providerId="LiveId" clId="{E5424A67-F68E-4C2A-8F50-702E8B3CD7ED}" dt="2025-02-09T12:30:12.886" v="24" actId="47"/>
        <pc:sldMkLst>
          <pc:docMk/>
          <pc:sldMk cId="3715280376" sldId="330"/>
        </pc:sldMkLst>
      </pc:sldChg>
      <pc:sldChg chg="modSp mod setBg">
        <pc:chgData name="Hayato Ishida" userId="585fa0fa6384767c" providerId="LiveId" clId="{E5424A67-F68E-4C2A-8F50-702E8B3CD7ED}" dt="2025-02-09T15:23:30.497" v="7398" actId="2711"/>
        <pc:sldMkLst>
          <pc:docMk/>
          <pc:sldMk cId="1235012594" sldId="354"/>
        </pc:sldMkLst>
      </pc:sldChg>
      <pc:sldChg chg="modSp del mod setBg">
        <pc:chgData name="Hayato Ishida" userId="585fa0fa6384767c" providerId="LiveId" clId="{E5424A67-F68E-4C2A-8F50-702E8B3CD7ED}" dt="2025-02-09T16:00:25.423" v="10903" actId="47"/>
        <pc:sldMkLst>
          <pc:docMk/>
          <pc:sldMk cId="1076303486" sldId="357"/>
        </pc:sldMkLst>
      </pc:sldChg>
      <pc:sldChg chg="modSp del setBg">
        <pc:chgData name="Hayato Ishida" userId="585fa0fa6384767c" providerId="LiveId" clId="{E5424A67-F68E-4C2A-8F50-702E8B3CD7ED}" dt="2025-02-09T15:25:19.133" v="7470" actId="47"/>
        <pc:sldMkLst>
          <pc:docMk/>
          <pc:sldMk cId="3698040718" sldId="358"/>
        </pc:sldMkLst>
      </pc:sldChg>
      <pc:sldChg chg="setBg">
        <pc:chgData name="Hayato Ishida" userId="585fa0fa6384767c" providerId="LiveId" clId="{E5424A67-F68E-4C2A-8F50-702E8B3CD7ED}" dt="2025-02-09T12:42:23.897" v="97"/>
        <pc:sldMkLst>
          <pc:docMk/>
          <pc:sldMk cId="2178788038" sldId="385"/>
        </pc:sldMkLst>
      </pc:sldChg>
      <pc:sldChg chg="modSp mod setBg">
        <pc:chgData name="Hayato Ishida" userId="585fa0fa6384767c" providerId="LiveId" clId="{E5424A67-F68E-4C2A-8F50-702E8B3CD7ED}" dt="2025-02-09T16:19:54.309" v="12984" actId="20577"/>
        <pc:sldMkLst>
          <pc:docMk/>
          <pc:sldMk cId="3515477389" sldId="386"/>
        </pc:sldMkLst>
      </pc:sldChg>
      <pc:sldChg chg="setBg">
        <pc:chgData name="Hayato Ishida" userId="585fa0fa6384767c" providerId="LiveId" clId="{E5424A67-F68E-4C2A-8F50-702E8B3CD7ED}" dt="2025-02-09T12:42:23.897" v="97"/>
        <pc:sldMkLst>
          <pc:docMk/>
          <pc:sldMk cId="3064566856" sldId="387"/>
        </pc:sldMkLst>
      </pc:sldChg>
      <pc:sldChg chg="setBg">
        <pc:chgData name="Hayato Ishida" userId="585fa0fa6384767c" providerId="LiveId" clId="{E5424A67-F68E-4C2A-8F50-702E8B3CD7ED}" dt="2025-02-09T12:42:23.897" v="97"/>
        <pc:sldMkLst>
          <pc:docMk/>
          <pc:sldMk cId="2712671586" sldId="388"/>
        </pc:sldMkLst>
      </pc:sldChg>
      <pc:sldChg chg="modSp mod setBg">
        <pc:chgData name="Hayato Ishida" userId="585fa0fa6384767c" providerId="LiveId" clId="{E5424A67-F68E-4C2A-8F50-702E8B3CD7ED}" dt="2025-02-09T15:22:41.103" v="7388" actId="2711"/>
        <pc:sldMkLst>
          <pc:docMk/>
          <pc:sldMk cId="2452340586" sldId="408"/>
        </pc:sldMkLst>
      </pc:sldChg>
      <pc:sldChg chg="modSp mod setBg">
        <pc:chgData name="Hayato Ishida" userId="585fa0fa6384767c" providerId="LiveId" clId="{E5424A67-F68E-4C2A-8F50-702E8B3CD7ED}" dt="2025-02-09T15:23:36.814" v="7399" actId="2711"/>
        <pc:sldMkLst>
          <pc:docMk/>
          <pc:sldMk cId="1761223768" sldId="409"/>
        </pc:sldMkLst>
      </pc:sldChg>
      <pc:sldChg chg="modSp add del setBg">
        <pc:chgData name="Hayato Ishida" userId="585fa0fa6384767c" providerId="LiveId" clId="{E5424A67-F68E-4C2A-8F50-702E8B3CD7ED}" dt="2025-02-09T13:39:19.709" v="4449" actId="47"/>
        <pc:sldMkLst>
          <pc:docMk/>
          <pc:sldMk cId="331982675" sldId="410"/>
        </pc:sldMkLst>
      </pc:sldChg>
      <pc:sldChg chg="modSp add del mod setBg">
        <pc:chgData name="Hayato Ishida" userId="585fa0fa6384767c" providerId="LiveId" clId="{E5424A67-F68E-4C2A-8F50-702E8B3CD7ED}" dt="2025-02-09T15:23:41.212" v="7400" actId="2711"/>
        <pc:sldMkLst>
          <pc:docMk/>
          <pc:sldMk cId="667050629" sldId="411"/>
        </pc:sldMkLst>
      </pc:sldChg>
      <pc:sldChg chg="modSp add del setBg">
        <pc:chgData name="Hayato Ishida" userId="585fa0fa6384767c" providerId="LiveId" clId="{E5424A67-F68E-4C2A-8F50-702E8B3CD7ED}" dt="2025-02-09T13:53:29.521" v="5845" actId="47"/>
        <pc:sldMkLst>
          <pc:docMk/>
          <pc:sldMk cId="3511931504" sldId="412"/>
        </pc:sldMkLst>
      </pc:sldChg>
      <pc:sldChg chg="modSp add del setBg">
        <pc:chgData name="Hayato Ishida" userId="585fa0fa6384767c" providerId="LiveId" clId="{E5424A67-F68E-4C2A-8F50-702E8B3CD7ED}" dt="2025-02-09T13:57:01.721" v="5856" actId="47"/>
        <pc:sldMkLst>
          <pc:docMk/>
          <pc:sldMk cId="1691095993" sldId="413"/>
        </pc:sldMkLst>
      </pc:sldChg>
      <pc:sldChg chg="modSp add del setBg">
        <pc:chgData name="Hayato Ishida" userId="585fa0fa6384767c" providerId="LiveId" clId="{E5424A67-F68E-4C2A-8F50-702E8B3CD7ED}" dt="2025-02-09T13:54:13.751" v="5851" actId="47"/>
        <pc:sldMkLst>
          <pc:docMk/>
          <pc:sldMk cId="4214127446" sldId="414"/>
        </pc:sldMkLst>
      </pc:sldChg>
      <pc:sldChg chg="modSp add del setBg">
        <pc:chgData name="Hayato Ishida" userId="585fa0fa6384767c" providerId="LiveId" clId="{E5424A67-F68E-4C2A-8F50-702E8B3CD7ED}" dt="2025-02-09T13:54:24.357" v="5852" actId="47"/>
        <pc:sldMkLst>
          <pc:docMk/>
          <pc:sldMk cId="2631650402" sldId="415"/>
        </pc:sldMkLst>
      </pc:sldChg>
      <pc:sldChg chg="modSp add del setBg">
        <pc:chgData name="Hayato Ishida" userId="585fa0fa6384767c" providerId="LiveId" clId="{E5424A67-F68E-4C2A-8F50-702E8B3CD7ED}" dt="2025-02-09T13:54:24.357" v="5852" actId="47"/>
        <pc:sldMkLst>
          <pc:docMk/>
          <pc:sldMk cId="4273287774" sldId="416"/>
        </pc:sldMkLst>
      </pc:sldChg>
      <pc:sldChg chg="modSp add del setBg">
        <pc:chgData name="Hayato Ishida" userId="585fa0fa6384767c" providerId="LiveId" clId="{E5424A67-F68E-4C2A-8F50-702E8B3CD7ED}" dt="2025-02-09T13:54:24.357" v="5852" actId="47"/>
        <pc:sldMkLst>
          <pc:docMk/>
          <pc:sldMk cId="2401746884" sldId="417"/>
        </pc:sldMkLst>
      </pc:sldChg>
      <pc:sldChg chg="modSp del setBg">
        <pc:chgData name="Hayato Ishida" userId="585fa0fa6384767c" providerId="LiveId" clId="{E5424A67-F68E-4C2A-8F50-702E8B3CD7ED}" dt="2025-02-09T14:08:25.079" v="6200" actId="47"/>
        <pc:sldMkLst>
          <pc:docMk/>
          <pc:sldMk cId="3964493691" sldId="426"/>
        </pc:sldMkLst>
      </pc:sldChg>
      <pc:sldChg chg="modSp del setBg">
        <pc:chgData name="Hayato Ishida" userId="585fa0fa6384767c" providerId="LiveId" clId="{E5424A67-F68E-4C2A-8F50-702E8B3CD7ED}" dt="2025-02-09T14:08:25.079" v="6200" actId="47"/>
        <pc:sldMkLst>
          <pc:docMk/>
          <pc:sldMk cId="998678758" sldId="427"/>
        </pc:sldMkLst>
      </pc:sldChg>
      <pc:sldChg chg="modSp del setBg">
        <pc:chgData name="Hayato Ishida" userId="585fa0fa6384767c" providerId="LiveId" clId="{E5424A67-F68E-4C2A-8F50-702E8B3CD7ED}" dt="2025-02-09T14:08:25.079" v="6200" actId="47"/>
        <pc:sldMkLst>
          <pc:docMk/>
          <pc:sldMk cId="1691667087" sldId="428"/>
        </pc:sldMkLst>
      </pc:sldChg>
      <pc:sldChg chg="modSp del setBg">
        <pc:chgData name="Hayato Ishida" userId="585fa0fa6384767c" providerId="LiveId" clId="{E5424A67-F68E-4C2A-8F50-702E8B3CD7ED}" dt="2025-02-09T14:08:25.079" v="6200" actId="47"/>
        <pc:sldMkLst>
          <pc:docMk/>
          <pc:sldMk cId="2572583935" sldId="429"/>
        </pc:sldMkLst>
      </pc:sldChg>
      <pc:sldChg chg="modSp del setBg">
        <pc:chgData name="Hayato Ishida" userId="585fa0fa6384767c" providerId="LiveId" clId="{E5424A67-F68E-4C2A-8F50-702E8B3CD7ED}" dt="2025-02-09T14:08:25.079" v="6200" actId="47"/>
        <pc:sldMkLst>
          <pc:docMk/>
          <pc:sldMk cId="4257898212" sldId="430"/>
        </pc:sldMkLst>
      </pc:sldChg>
      <pc:sldChg chg="modSp del setBg">
        <pc:chgData name="Hayato Ishida" userId="585fa0fa6384767c" providerId="LiveId" clId="{E5424A67-F68E-4C2A-8F50-702E8B3CD7ED}" dt="2025-02-09T14:08:25.079" v="6200" actId="47"/>
        <pc:sldMkLst>
          <pc:docMk/>
          <pc:sldMk cId="2205203567" sldId="431"/>
        </pc:sldMkLst>
      </pc:sldChg>
      <pc:sldChg chg="del setBg">
        <pc:chgData name="Hayato Ishida" userId="585fa0fa6384767c" providerId="LiveId" clId="{E5424A67-F68E-4C2A-8F50-702E8B3CD7ED}" dt="2025-02-09T15:25:50.597" v="7477" actId="47"/>
        <pc:sldMkLst>
          <pc:docMk/>
          <pc:sldMk cId="3052052215" sldId="432"/>
        </pc:sldMkLst>
      </pc:sldChg>
      <pc:sldChg chg="modSp mod setBg">
        <pc:chgData name="Hayato Ishida" userId="585fa0fa6384767c" providerId="LiveId" clId="{E5424A67-F68E-4C2A-8F50-702E8B3CD7ED}" dt="2025-02-09T15:37:27.858" v="8557"/>
        <pc:sldMkLst>
          <pc:docMk/>
          <pc:sldMk cId="3956330709" sldId="436"/>
        </pc:sldMkLst>
      </pc:sldChg>
      <pc:sldChg chg="modSp mod setBg">
        <pc:chgData name="Hayato Ishida" userId="585fa0fa6384767c" providerId="LiveId" clId="{E5424A67-F68E-4C2A-8F50-702E8B3CD7ED}" dt="2025-02-09T15:57:43.825" v="10473" actId="20577"/>
        <pc:sldMkLst>
          <pc:docMk/>
          <pc:sldMk cId="2089718421" sldId="437"/>
        </pc:sldMkLst>
      </pc:sldChg>
      <pc:sldChg chg="modSp del setBg">
        <pc:chgData name="Hayato Ishida" userId="585fa0fa6384767c" providerId="LiveId" clId="{E5424A67-F68E-4C2A-8F50-702E8B3CD7ED}" dt="2025-02-09T14:07:39.650" v="6192" actId="47"/>
        <pc:sldMkLst>
          <pc:docMk/>
          <pc:sldMk cId="1839618234" sldId="438"/>
        </pc:sldMkLst>
      </pc:sldChg>
      <pc:sldChg chg="modSp del setBg">
        <pc:chgData name="Hayato Ishida" userId="585fa0fa6384767c" providerId="LiveId" clId="{E5424A67-F68E-4C2A-8F50-702E8B3CD7ED}" dt="2025-02-09T14:07:41.268" v="6193" actId="47"/>
        <pc:sldMkLst>
          <pc:docMk/>
          <pc:sldMk cId="2612772842" sldId="439"/>
        </pc:sldMkLst>
      </pc:sldChg>
      <pc:sldChg chg="modSp mod setBg">
        <pc:chgData name="Hayato Ishida" userId="585fa0fa6384767c" providerId="LiveId" clId="{E5424A67-F68E-4C2A-8F50-702E8B3CD7ED}" dt="2025-02-09T15:47:35.683" v="9159" actId="113"/>
        <pc:sldMkLst>
          <pc:docMk/>
          <pc:sldMk cId="1466431623" sldId="440"/>
        </pc:sldMkLst>
      </pc:sldChg>
      <pc:sldChg chg="modSp del setBg">
        <pc:chgData name="Hayato Ishida" userId="585fa0fa6384767c" providerId="LiveId" clId="{E5424A67-F68E-4C2A-8F50-702E8B3CD7ED}" dt="2025-02-09T14:08:15.452" v="6199" actId="47"/>
        <pc:sldMkLst>
          <pc:docMk/>
          <pc:sldMk cId="666394603" sldId="441"/>
        </pc:sldMkLst>
      </pc:sldChg>
      <pc:sldChg chg="modSp del setBg">
        <pc:chgData name="Hayato Ishida" userId="585fa0fa6384767c" providerId="LiveId" clId="{E5424A67-F68E-4C2A-8F50-702E8B3CD7ED}" dt="2025-02-09T14:08:25.079" v="6200" actId="47"/>
        <pc:sldMkLst>
          <pc:docMk/>
          <pc:sldMk cId="3007687501" sldId="442"/>
        </pc:sldMkLst>
      </pc:sldChg>
      <pc:sldChg chg="modSp del setBg">
        <pc:chgData name="Hayato Ishida" userId="585fa0fa6384767c" providerId="LiveId" clId="{E5424A67-F68E-4C2A-8F50-702E8B3CD7ED}" dt="2025-02-09T14:08:25.079" v="6200" actId="47"/>
        <pc:sldMkLst>
          <pc:docMk/>
          <pc:sldMk cId="2587512877" sldId="443"/>
        </pc:sldMkLst>
      </pc:sldChg>
      <pc:sldChg chg="addSp delSp modSp mod setBg">
        <pc:chgData name="Hayato Ishida" userId="585fa0fa6384767c" providerId="LiveId" clId="{E5424A67-F68E-4C2A-8F50-702E8B3CD7ED}" dt="2025-02-09T15:23:59.981" v="7403" actId="2711"/>
        <pc:sldMkLst>
          <pc:docMk/>
          <pc:sldMk cId="3158105376" sldId="444"/>
        </pc:sldMkLst>
      </pc:sldChg>
      <pc:sldChg chg="modSp add mod">
        <pc:chgData name="Hayato Ishida" userId="585fa0fa6384767c" providerId="LiveId" clId="{E5424A67-F68E-4C2A-8F50-702E8B3CD7ED}" dt="2025-02-09T15:22:55.938" v="7389" actId="2711"/>
        <pc:sldMkLst>
          <pc:docMk/>
          <pc:sldMk cId="105644545" sldId="445"/>
        </pc:sldMkLst>
      </pc:sldChg>
      <pc:sldChg chg="addSp delSp modSp add del mod setBg">
        <pc:chgData name="Hayato Ishida" userId="585fa0fa6384767c" providerId="LiveId" clId="{E5424A67-F68E-4C2A-8F50-702E8B3CD7ED}" dt="2025-02-09T12:42:33.950" v="98" actId="47"/>
        <pc:sldMkLst>
          <pc:docMk/>
          <pc:sldMk cId="1709292588" sldId="445"/>
        </pc:sldMkLst>
      </pc:sldChg>
      <pc:sldChg chg="addSp delSp modSp add del mod setBg">
        <pc:chgData name="Hayato Ishida" userId="585fa0fa6384767c" providerId="LiveId" clId="{E5424A67-F68E-4C2A-8F50-702E8B3CD7ED}" dt="2025-02-09T12:36:35.272" v="49" actId="47"/>
        <pc:sldMkLst>
          <pc:docMk/>
          <pc:sldMk cId="3072927542" sldId="445"/>
        </pc:sldMkLst>
      </pc:sldChg>
      <pc:sldChg chg="modSp add mod">
        <pc:chgData name="Hayato Ishida" userId="585fa0fa6384767c" providerId="LiveId" clId="{E5424A67-F68E-4C2A-8F50-702E8B3CD7ED}" dt="2025-02-09T15:23:10.954" v="7395" actId="2711"/>
        <pc:sldMkLst>
          <pc:docMk/>
          <pc:sldMk cId="494858281" sldId="446"/>
        </pc:sldMkLst>
      </pc:sldChg>
      <pc:sldChg chg="modSp add mod">
        <pc:chgData name="Hayato Ishida" userId="585fa0fa6384767c" providerId="LiveId" clId="{E5424A67-F68E-4C2A-8F50-702E8B3CD7ED}" dt="2025-02-09T15:23:17.146" v="7396" actId="2711"/>
        <pc:sldMkLst>
          <pc:docMk/>
          <pc:sldMk cId="3810752425" sldId="447"/>
        </pc:sldMkLst>
      </pc:sldChg>
      <pc:sldChg chg="add del setBg">
        <pc:chgData name="Hayato Ishida" userId="585fa0fa6384767c" providerId="LiveId" clId="{E5424A67-F68E-4C2A-8F50-702E8B3CD7ED}" dt="2025-02-09T13:38:19.673" v="4422"/>
        <pc:sldMkLst>
          <pc:docMk/>
          <pc:sldMk cId="283169754" sldId="448"/>
        </pc:sldMkLst>
      </pc:sldChg>
      <pc:sldChg chg="modSp add del mod">
        <pc:chgData name="Hayato Ishida" userId="585fa0fa6384767c" providerId="LiveId" clId="{E5424A67-F68E-4C2A-8F50-702E8B3CD7ED}" dt="2025-02-09T13:38:51.596" v="4438" actId="2890"/>
        <pc:sldMkLst>
          <pc:docMk/>
          <pc:sldMk cId="1746115316" sldId="448"/>
        </pc:sldMkLst>
      </pc:sldChg>
      <pc:sldChg chg="addSp delSp modSp add mod">
        <pc:chgData name="Hayato Ishida" userId="585fa0fa6384767c" providerId="LiveId" clId="{E5424A67-F68E-4C2A-8F50-702E8B3CD7ED}" dt="2025-02-09T15:36:43.907" v="8554" actId="21"/>
        <pc:sldMkLst>
          <pc:docMk/>
          <pc:sldMk cId="1995728936" sldId="448"/>
        </pc:sldMkLst>
      </pc:sldChg>
      <pc:sldChg chg="modSp add mod ord">
        <pc:chgData name="Hayato Ishida" userId="585fa0fa6384767c" providerId="LiveId" clId="{E5424A67-F68E-4C2A-8F50-702E8B3CD7ED}" dt="2025-02-09T15:24:49.540" v="7466" actId="20577"/>
        <pc:sldMkLst>
          <pc:docMk/>
          <pc:sldMk cId="880219158" sldId="449"/>
        </pc:sldMkLst>
      </pc:sldChg>
      <pc:sldChg chg="addSp delSp modSp add mod">
        <pc:chgData name="Hayato Ishida" userId="585fa0fa6384767c" providerId="LiveId" clId="{E5424A67-F68E-4C2A-8F50-702E8B3CD7ED}" dt="2025-02-09T15:44:23.162" v="8917" actId="21"/>
        <pc:sldMkLst>
          <pc:docMk/>
          <pc:sldMk cId="1697722181" sldId="450"/>
        </pc:sldMkLst>
      </pc:sldChg>
      <pc:sldChg chg="addSp delSp modSp add mod">
        <pc:chgData name="Hayato Ishida" userId="585fa0fa6384767c" providerId="LiveId" clId="{E5424A67-F68E-4C2A-8F50-702E8B3CD7ED}" dt="2025-02-09T15:44:35.866" v="8920" actId="14100"/>
        <pc:sldMkLst>
          <pc:docMk/>
          <pc:sldMk cId="955519484" sldId="451"/>
        </pc:sldMkLst>
      </pc:sldChg>
      <pc:sldChg chg="modSp add mod ord">
        <pc:chgData name="Hayato Ishida" userId="585fa0fa6384767c" providerId="LiveId" clId="{E5424A67-F68E-4C2A-8F50-702E8B3CD7ED}" dt="2025-02-09T15:55:59.212" v="10276" actId="27636"/>
        <pc:sldMkLst>
          <pc:docMk/>
          <pc:sldMk cId="3156835138" sldId="452"/>
        </pc:sldMkLst>
      </pc:sldChg>
      <pc:sldChg chg="modSp add mod">
        <pc:chgData name="Hayato Ishida" userId="585fa0fa6384767c" providerId="LiveId" clId="{E5424A67-F68E-4C2A-8F50-702E8B3CD7ED}" dt="2025-02-09T16:00:09.401" v="10902" actId="20577"/>
        <pc:sldMkLst>
          <pc:docMk/>
          <pc:sldMk cId="577990360" sldId="453"/>
        </pc:sldMkLst>
      </pc:sldChg>
      <pc:sldChg chg="modSp add mod">
        <pc:chgData name="Hayato Ishida" userId="585fa0fa6384767c" providerId="LiveId" clId="{E5424A67-F68E-4C2A-8F50-702E8B3CD7ED}" dt="2025-02-09T16:17:50.422" v="12916" actId="20577"/>
        <pc:sldMkLst>
          <pc:docMk/>
          <pc:sldMk cId="466115143" sldId="454"/>
        </pc:sldMkLst>
      </pc:sldChg>
    </pc:docChg>
  </pc:docChgLst>
  <pc:docChgLst>
    <pc:chgData name="Hayato Ishida" userId="585fa0fa6384767c" providerId="LiveId" clId="{9D77EBC6-9B20-4057-BFA0-2241BA40C072}"/>
    <pc:docChg chg="custSel addSld delSld modSld sldOrd">
      <pc:chgData name="Hayato Ishida" userId="585fa0fa6384767c" providerId="LiveId" clId="{9D77EBC6-9B20-4057-BFA0-2241BA40C072}" dt="2025-09-01T03:35:41.140" v="16" actId="313"/>
      <pc:docMkLst>
        <pc:docMk/>
      </pc:docMkLst>
      <pc:sldChg chg="del">
        <pc:chgData name="Hayato Ishida" userId="585fa0fa6384767c" providerId="LiveId" clId="{9D77EBC6-9B20-4057-BFA0-2241BA40C072}" dt="2025-08-31T17:59:35.393" v="2" actId="47"/>
        <pc:sldMkLst>
          <pc:docMk/>
          <pc:sldMk cId="155858466" sldId="286"/>
        </pc:sldMkLst>
      </pc:sldChg>
      <pc:sldChg chg="addSp delSp modSp mod">
        <pc:chgData name="Hayato Ishida" userId="585fa0fa6384767c" providerId="LiveId" clId="{9D77EBC6-9B20-4057-BFA0-2241BA40C072}" dt="2025-08-31T18:03:27.540" v="8"/>
        <pc:sldMkLst>
          <pc:docMk/>
          <pc:sldMk cId="654251065" sldId="287"/>
        </pc:sldMkLst>
        <pc:spChg chg="add del mod">
          <ac:chgData name="Hayato Ishida" userId="585fa0fa6384767c" providerId="LiveId" clId="{9D77EBC6-9B20-4057-BFA0-2241BA40C072}" dt="2025-08-31T17:59:32.366" v="1" actId="478"/>
          <ac:spMkLst>
            <pc:docMk/>
            <pc:sldMk cId="654251065" sldId="287"/>
            <ac:spMk id="3" creationId="{F23BACB7-1220-8B13-3F21-D0FB1217D1ED}"/>
          </ac:spMkLst>
        </pc:spChg>
        <pc:spChg chg="add del mod">
          <ac:chgData name="Hayato Ishida" userId="585fa0fa6384767c" providerId="LiveId" clId="{9D77EBC6-9B20-4057-BFA0-2241BA40C072}" dt="2025-08-31T17:59:32.366" v="1" actId="478"/>
          <ac:spMkLst>
            <pc:docMk/>
            <pc:sldMk cId="654251065" sldId="287"/>
            <ac:spMk id="5" creationId="{74E82F5C-37C8-8848-D008-61F54AB64039}"/>
          </ac:spMkLst>
        </pc:spChg>
        <pc:spChg chg="del">
          <ac:chgData name="Hayato Ishida" userId="585fa0fa6384767c" providerId="LiveId" clId="{9D77EBC6-9B20-4057-BFA0-2241BA40C072}" dt="2025-08-31T17:59:29.477" v="0" actId="478"/>
          <ac:spMkLst>
            <pc:docMk/>
            <pc:sldMk cId="654251065" sldId="287"/>
            <ac:spMk id="6" creationId="{47C79728-2EA9-2F57-FF00-44E0C5495DEC}"/>
          </ac:spMkLst>
        </pc:spChg>
        <pc:spChg chg="del">
          <ac:chgData name="Hayato Ishida" userId="585fa0fa6384767c" providerId="LiveId" clId="{9D77EBC6-9B20-4057-BFA0-2241BA40C072}" dt="2025-08-31T17:59:29.477" v="0" actId="478"/>
          <ac:spMkLst>
            <pc:docMk/>
            <pc:sldMk cId="654251065" sldId="287"/>
            <ac:spMk id="7" creationId="{DE485EBE-38F1-7F53-099F-886DD9DF6728}"/>
          </ac:spMkLst>
        </pc:spChg>
        <pc:spChg chg="del">
          <ac:chgData name="Hayato Ishida" userId="585fa0fa6384767c" providerId="LiveId" clId="{9D77EBC6-9B20-4057-BFA0-2241BA40C072}" dt="2025-08-31T17:59:29.477" v="0" actId="478"/>
          <ac:spMkLst>
            <pc:docMk/>
            <pc:sldMk cId="654251065" sldId="287"/>
            <ac:spMk id="8" creationId="{2149F6B7-9715-0073-2A05-68CF236DD4DD}"/>
          </ac:spMkLst>
        </pc:spChg>
        <pc:spChg chg="add mod">
          <ac:chgData name="Hayato Ishida" userId="585fa0fa6384767c" providerId="LiveId" clId="{9D77EBC6-9B20-4057-BFA0-2241BA40C072}" dt="2025-08-31T18:03:27.540" v="8"/>
          <ac:spMkLst>
            <pc:docMk/>
            <pc:sldMk cId="654251065" sldId="287"/>
            <ac:spMk id="9" creationId="{2EA4FF31-3C45-0516-C014-748E08280261}"/>
          </ac:spMkLst>
        </pc:spChg>
        <pc:spChg chg="add mod">
          <ac:chgData name="Hayato Ishida" userId="585fa0fa6384767c" providerId="LiveId" clId="{9D77EBC6-9B20-4057-BFA0-2241BA40C072}" dt="2025-08-31T18:03:27.540" v="8"/>
          <ac:spMkLst>
            <pc:docMk/>
            <pc:sldMk cId="654251065" sldId="287"/>
            <ac:spMk id="10" creationId="{756BC3E1-250C-14FD-EC26-7124171AB832}"/>
          </ac:spMkLst>
        </pc:spChg>
        <pc:spChg chg="add mod">
          <ac:chgData name="Hayato Ishida" userId="585fa0fa6384767c" providerId="LiveId" clId="{9D77EBC6-9B20-4057-BFA0-2241BA40C072}" dt="2025-08-31T18:03:27.540" v="8"/>
          <ac:spMkLst>
            <pc:docMk/>
            <pc:sldMk cId="654251065" sldId="287"/>
            <ac:spMk id="11" creationId="{553A49DA-2969-550C-A4F3-F749441960F1}"/>
          </ac:spMkLst>
        </pc:spChg>
        <pc:picChg chg="del">
          <ac:chgData name="Hayato Ishida" userId="585fa0fa6384767c" providerId="LiveId" clId="{9D77EBC6-9B20-4057-BFA0-2241BA40C072}" dt="2025-08-31T17:59:29.477" v="0" actId="478"/>
          <ac:picMkLst>
            <pc:docMk/>
            <pc:sldMk cId="654251065" sldId="287"/>
            <ac:picMk id="12" creationId="{E69FAD11-2052-D77F-AAE3-9DE6670C2F3D}"/>
          </ac:picMkLst>
        </pc:picChg>
        <pc:picChg chg="add mod">
          <ac:chgData name="Hayato Ishida" userId="585fa0fa6384767c" providerId="LiveId" clId="{9D77EBC6-9B20-4057-BFA0-2241BA40C072}" dt="2025-08-31T18:03:27.540" v="8"/>
          <ac:picMkLst>
            <pc:docMk/>
            <pc:sldMk cId="654251065" sldId="287"/>
            <ac:picMk id="13" creationId="{13AFE487-32CA-F9BC-C49A-3825773FF503}"/>
          </ac:picMkLst>
        </pc:picChg>
      </pc:sldChg>
      <pc:sldChg chg="del">
        <pc:chgData name="Hayato Ishida" userId="585fa0fa6384767c" providerId="LiveId" clId="{9D77EBC6-9B20-4057-BFA0-2241BA40C072}" dt="2025-08-31T17:59:35.393" v="2" actId="47"/>
        <pc:sldMkLst>
          <pc:docMk/>
          <pc:sldMk cId="3064566856" sldId="387"/>
        </pc:sldMkLst>
      </pc:sldChg>
      <pc:sldChg chg="modSp">
        <pc:chgData name="Hayato Ishida" userId="585fa0fa6384767c" providerId="LiveId" clId="{9D77EBC6-9B20-4057-BFA0-2241BA40C072}" dt="2025-09-01T03:35:32.016" v="13"/>
        <pc:sldMkLst>
          <pc:docMk/>
          <pc:sldMk cId="3741534985" sldId="455"/>
        </pc:sldMkLst>
        <pc:spChg chg="mod">
          <ac:chgData name="Hayato Ishida" userId="585fa0fa6384767c" providerId="LiveId" clId="{9D77EBC6-9B20-4057-BFA0-2241BA40C072}" dt="2025-09-01T03:35:32.016" v="13"/>
          <ac:spMkLst>
            <pc:docMk/>
            <pc:sldMk cId="3741534985" sldId="455"/>
            <ac:spMk id="9" creationId="{42FB5459-98F6-6ABE-9586-69158A34F831}"/>
          </ac:spMkLst>
        </pc:spChg>
      </pc:sldChg>
      <pc:sldChg chg="addSp modSp add ord">
        <pc:chgData name="Hayato Ishida" userId="585fa0fa6384767c" providerId="LiveId" clId="{9D77EBC6-9B20-4057-BFA0-2241BA40C072}" dt="2025-08-31T18:05:18.850" v="9"/>
        <pc:sldMkLst>
          <pc:docMk/>
          <pc:sldMk cId="4079447437" sldId="456"/>
        </pc:sldMkLst>
        <pc:spChg chg="add mod">
          <ac:chgData name="Hayato Ishida" userId="585fa0fa6384767c" providerId="LiveId" clId="{9D77EBC6-9B20-4057-BFA0-2241BA40C072}" dt="2025-08-31T18:05:18.850" v="9"/>
          <ac:spMkLst>
            <pc:docMk/>
            <pc:sldMk cId="4079447437" sldId="456"/>
            <ac:spMk id="2" creationId="{E80BB15E-AF1B-610D-C0F5-E74D9DB692C3}"/>
          </ac:spMkLst>
        </pc:spChg>
        <pc:spChg chg="add mod">
          <ac:chgData name="Hayato Ishida" userId="585fa0fa6384767c" providerId="LiveId" clId="{9D77EBC6-9B20-4057-BFA0-2241BA40C072}" dt="2025-08-31T18:05:18.850" v="9"/>
          <ac:spMkLst>
            <pc:docMk/>
            <pc:sldMk cId="4079447437" sldId="456"/>
            <ac:spMk id="3" creationId="{50BA187E-BC64-F968-B587-9E1A2DE84C91}"/>
          </ac:spMkLst>
        </pc:spChg>
        <pc:spChg chg="add mod">
          <ac:chgData name="Hayato Ishida" userId="585fa0fa6384767c" providerId="LiveId" clId="{9D77EBC6-9B20-4057-BFA0-2241BA40C072}" dt="2025-08-31T18:05:18.850" v="9"/>
          <ac:spMkLst>
            <pc:docMk/>
            <pc:sldMk cId="4079447437" sldId="456"/>
            <ac:spMk id="4" creationId="{AFEBBB2E-9E0B-581A-640F-72601A55B44A}"/>
          </ac:spMkLst>
        </pc:spChg>
      </pc:sldChg>
      <pc:sldChg chg="addSp modSp add mod">
        <pc:chgData name="Hayato Ishida" userId="585fa0fa6384767c" providerId="LiveId" clId="{9D77EBC6-9B20-4057-BFA0-2241BA40C072}" dt="2025-09-01T03:35:41.140" v="16" actId="313"/>
        <pc:sldMkLst>
          <pc:docMk/>
          <pc:sldMk cId="3139190117" sldId="457"/>
        </pc:sldMkLst>
        <pc:spChg chg="add mod">
          <ac:chgData name="Hayato Ishida" userId="585fa0fa6384767c" providerId="LiveId" clId="{9D77EBC6-9B20-4057-BFA0-2241BA40C072}" dt="2025-08-31T18:07:46.780" v="11"/>
          <ac:spMkLst>
            <pc:docMk/>
            <pc:sldMk cId="3139190117" sldId="457"/>
            <ac:spMk id="2" creationId="{DD4D44AF-CB1A-6F41-0D69-8DE6BF7AA151}"/>
          </ac:spMkLst>
        </pc:spChg>
        <pc:spChg chg="add mod">
          <ac:chgData name="Hayato Ishida" userId="585fa0fa6384767c" providerId="LiveId" clId="{9D77EBC6-9B20-4057-BFA0-2241BA40C072}" dt="2025-08-31T18:07:46.780" v="11"/>
          <ac:spMkLst>
            <pc:docMk/>
            <pc:sldMk cId="3139190117" sldId="457"/>
            <ac:spMk id="3" creationId="{2BC7EDB6-8A27-C4FF-ECD1-46059735B09F}"/>
          </ac:spMkLst>
        </pc:spChg>
        <pc:spChg chg="add mod">
          <ac:chgData name="Hayato Ishida" userId="585fa0fa6384767c" providerId="LiveId" clId="{9D77EBC6-9B20-4057-BFA0-2241BA40C072}" dt="2025-08-31T18:09:32.553" v="12"/>
          <ac:spMkLst>
            <pc:docMk/>
            <pc:sldMk cId="3139190117" sldId="457"/>
            <ac:spMk id="5" creationId="{A0C449E0-807A-5F52-9CAF-D8E7A1EE5C94}"/>
          </ac:spMkLst>
        </pc:spChg>
        <pc:spChg chg="add mod">
          <ac:chgData name="Hayato Ishida" userId="585fa0fa6384767c" providerId="LiveId" clId="{9D77EBC6-9B20-4057-BFA0-2241BA40C072}" dt="2025-08-31T18:09:32.553" v="12"/>
          <ac:spMkLst>
            <pc:docMk/>
            <pc:sldMk cId="3139190117" sldId="457"/>
            <ac:spMk id="6" creationId="{82D359D0-6D65-A5CE-D1C1-694ECB6C17B8}"/>
          </ac:spMkLst>
        </pc:spChg>
        <pc:graphicFrameChg chg="add mod">
          <ac:chgData name="Hayato Ishida" userId="585fa0fa6384767c" providerId="LiveId" clId="{9D77EBC6-9B20-4057-BFA0-2241BA40C072}" dt="2025-08-31T18:07:46.780" v="11"/>
          <ac:graphicFrameMkLst>
            <pc:docMk/>
            <pc:sldMk cId="3139190117" sldId="457"/>
            <ac:graphicFrameMk id="4" creationId="{E9D2C4F2-FF5B-8DAD-D760-9EED06202968}"/>
          </ac:graphicFrameMkLst>
        </pc:graphicFrameChg>
        <pc:graphicFrameChg chg="add mod modGraphic">
          <ac:chgData name="Hayato Ishida" userId="585fa0fa6384767c" providerId="LiveId" clId="{9D77EBC6-9B20-4057-BFA0-2241BA40C072}" dt="2025-09-01T03:35:41.140" v="16" actId="313"/>
          <ac:graphicFrameMkLst>
            <pc:docMk/>
            <pc:sldMk cId="3139190117" sldId="457"/>
            <ac:graphicFrameMk id="7" creationId="{F8E3EE19-4FD0-718B-5145-F8C23AA69369}"/>
          </ac:graphicFrameMkLst>
        </pc:graphicFrameChg>
      </pc:sldChg>
      <pc:sldChg chg="addSp modSp add mod">
        <pc:chgData name="Hayato Ishida" userId="585fa0fa6384767c" providerId="LiveId" clId="{9D77EBC6-9B20-4057-BFA0-2241BA40C072}" dt="2025-09-01T03:35:38.604" v="14" actId="313"/>
        <pc:sldMkLst>
          <pc:docMk/>
          <pc:sldMk cId="3578717366" sldId="458"/>
        </pc:sldMkLst>
        <pc:spChg chg="add mod">
          <ac:chgData name="Hayato Ishida" userId="585fa0fa6384767c" providerId="LiveId" clId="{9D77EBC6-9B20-4057-BFA0-2241BA40C072}" dt="2025-08-31T18:07:40.274" v="10"/>
          <ac:spMkLst>
            <pc:docMk/>
            <pc:sldMk cId="3578717366" sldId="458"/>
            <ac:spMk id="2" creationId="{8E14F121-CA06-2F64-E66A-83E5D370CE54}"/>
          </ac:spMkLst>
        </pc:spChg>
        <pc:spChg chg="add mod">
          <ac:chgData name="Hayato Ishida" userId="585fa0fa6384767c" providerId="LiveId" clId="{9D77EBC6-9B20-4057-BFA0-2241BA40C072}" dt="2025-08-31T18:07:40.274" v="10"/>
          <ac:spMkLst>
            <pc:docMk/>
            <pc:sldMk cId="3578717366" sldId="458"/>
            <ac:spMk id="3" creationId="{699CC304-4CAC-5B0D-BF16-B3BFBF9775ED}"/>
          </ac:spMkLst>
        </pc:spChg>
        <pc:graphicFrameChg chg="add mod modGraphic">
          <ac:chgData name="Hayato Ishida" userId="585fa0fa6384767c" providerId="LiveId" clId="{9D77EBC6-9B20-4057-BFA0-2241BA40C072}" dt="2025-09-01T03:35:38.604" v="14" actId="313"/>
          <ac:graphicFrameMkLst>
            <pc:docMk/>
            <pc:sldMk cId="3578717366" sldId="458"/>
            <ac:graphicFrameMk id="4" creationId="{14AEA079-AABD-7047-39C8-746DE4EF7899}"/>
          </ac:graphicFrameMkLst>
        </pc:graphicFrameChg>
      </pc:sldChg>
    </pc:docChg>
  </pc:docChgLst>
  <pc:docChgLst>
    <pc:chgData name="Hayato Ishida" userId="585fa0fa6384767c" providerId="LiveId" clId="{C83C3411-5FC4-4BB4-95C4-179ED23CCBC1}"/>
    <pc:docChg chg="undo redo custSel addSld delSld modSld">
      <pc:chgData name="Hayato Ishida" userId="585fa0fa6384767c" providerId="LiveId" clId="{C83C3411-5FC4-4BB4-95C4-179ED23CCBC1}" dt="2025-05-03T11:27:36.161" v="6505"/>
      <pc:docMkLst>
        <pc:docMk/>
      </pc:docMkLst>
      <pc:sldChg chg="addSp modSp mod">
        <pc:chgData name="Hayato Ishida" userId="585fa0fa6384767c" providerId="LiveId" clId="{C83C3411-5FC4-4BB4-95C4-179ED23CCBC1}" dt="2025-03-15T18:14:40.695" v="4605" actId="20577"/>
        <pc:sldMkLst>
          <pc:docMk/>
          <pc:sldMk cId="3878715192" sldId="256"/>
        </pc:sldMkLst>
      </pc:sldChg>
      <pc:sldChg chg="addSp delSp modSp mod">
        <pc:chgData name="Hayato Ishida" userId="585fa0fa6384767c" providerId="LiveId" clId="{C83C3411-5FC4-4BB4-95C4-179ED23CCBC1}" dt="2025-05-03T11:27:36.161" v="6505"/>
        <pc:sldMkLst>
          <pc:docMk/>
          <pc:sldMk cId="2567433019" sldId="280"/>
        </pc:sldMkLst>
      </pc:sldChg>
      <pc:sldChg chg="addSp delSp modSp mod">
        <pc:chgData name="Hayato Ishida" userId="585fa0fa6384767c" providerId="LiveId" clId="{C83C3411-5FC4-4BB4-95C4-179ED23CCBC1}" dt="2025-05-03T11:27:23.665" v="6504"/>
        <pc:sldMkLst>
          <pc:docMk/>
          <pc:sldMk cId="155858466" sldId="286"/>
        </pc:sldMkLst>
      </pc:sldChg>
      <pc:sldChg chg="addSp delSp modSp mod">
        <pc:chgData name="Hayato Ishida" userId="585fa0fa6384767c" providerId="LiveId" clId="{C83C3411-5FC4-4BB4-95C4-179ED23CCBC1}" dt="2025-05-03T11:27:06.651" v="6503"/>
        <pc:sldMkLst>
          <pc:docMk/>
          <pc:sldMk cId="654251065" sldId="287"/>
        </pc:sldMkLst>
      </pc:sldChg>
      <pc:sldChg chg="modSp mod">
        <pc:chgData name="Hayato Ishida" userId="585fa0fa6384767c" providerId="LiveId" clId="{C83C3411-5FC4-4BB4-95C4-179ED23CCBC1}" dt="2025-02-10T15:52:26.021" v="3865" actId="20577"/>
        <pc:sldMkLst>
          <pc:docMk/>
          <pc:sldMk cId="3041246571" sldId="295"/>
        </pc:sldMkLst>
      </pc:sldChg>
      <pc:sldChg chg="modSp">
        <pc:chgData name="Hayato Ishida" userId="585fa0fa6384767c" providerId="LiveId" clId="{C83C3411-5FC4-4BB4-95C4-179ED23CCBC1}" dt="2025-02-10T16:12:24.843" v="4001"/>
        <pc:sldMkLst>
          <pc:docMk/>
          <pc:sldMk cId="210825285" sldId="311"/>
        </pc:sldMkLst>
      </pc:sldChg>
      <pc:sldChg chg="modSp">
        <pc:chgData name="Hayato Ishida" userId="585fa0fa6384767c" providerId="LiveId" clId="{C83C3411-5FC4-4BB4-95C4-179ED23CCBC1}" dt="2025-02-10T16:12:24.843" v="4001"/>
        <pc:sldMkLst>
          <pc:docMk/>
          <pc:sldMk cId="1611154314" sldId="325"/>
        </pc:sldMkLst>
      </pc:sldChg>
      <pc:sldChg chg="modSp mod">
        <pc:chgData name="Hayato Ishida" userId="585fa0fa6384767c" providerId="LiveId" clId="{C83C3411-5FC4-4BB4-95C4-179ED23CCBC1}" dt="2025-02-10T16:43:18.002" v="4083" actId="21"/>
        <pc:sldMkLst>
          <pc:docMk/>
          <pc:sldMk cId="1235012594" sldId="354"/>
        </pc:sldMkLst>
      </pc:sldChg>
      <pc:sldChg chg="modSp mod">
        <pc:chgData name="Hayato Ishida" userId="585fa0fa6384767c" providerId="LiveId" clId="{C83C3411-5FC4-4BB4-95C4-179ED23CCBC1}" dt="2025-02-13T16:52:36.556" v="4347" actId="20577"/>
        <pc:sldMkLst>
          <pc:docMk/>
          <pc:sldMk cId="3515477389" sldId="386"/>
        </pc:sldMkLst>
      </pc:sldChg>
      <pc:sldChg chg="modSp mod">
        <pc:chgData name="Hayato Ishida" userId="585fa0fa6384767c" providerId="LiveId" clId="{C83C3411-5FC4-4BB4-95C4-179ED23CCBC1}" dt="2025-02-13T16:45:22.307" v="4325" actId="113"/>
        <pc:sldMkLst>
          <pc:docMk/>
          <pc:sldMk cId="2452340586" sldId="408"/>
        </pc:sldMkLst>
      </pc:sldChg>
      <pc:sldChg chg="modSp mod">
        <pc:chgData name="Hayato Ishida" userId="585fa0fa6384767c" providerId="LiveId" clId="{C83C3411-5FC4-4BB4-95C4-179ED23CCBC1}" dt="2025-03-15T18:15:29.381" v="4610" actId="20577"/>
        <pc:sldMkLst>
          <pc:docMk/>
          <pc:sldMk cId="1761223768" sldId="409"/>
        </pc:sldMkLst>
      </pc:sldChg>
      <pc:sldChg chg="modSp mod">
        <pc:chgData name="Hayato Ishida" userId="585fa0fa6384767c" providerId="LiveId" clId="{C83C3411-5FC4-4BB4-95C4-179ED23CCBC1}" dt="2025-02-11T15:33:29.328" v="4231" actId="20577"/>
        <pc:sldMkLst>
          <pc:docMk/>
          <pc:sldMk cId="667050629" sldId="411"/>
        </pc:sldMkLst>
      </pc:sldChg>
      <pc:sldChg chg="modSp mod">
        <pc:chgData name="Hayato Ishida" userId="585fa0fa6384767c" providerId="LiveId" clId="{C83C3411-5FC4-4BB4-95C4-179ED23CCBC1}" dt="2025-02-10T16:43:31.151" v="4094" actId="20577"/>
        <pc:sldMkLst>
          <pc:docMk/>
          <pc:sldMk cId="3956330709" sldId="436"/>
        </pc:sldMkLst>
      </pc:sldChg>
      <pc:sldChg chg="modSp mod">
        <pc:chgData name="Hayato Ishida" userId="585fa0fa6384767c" providerId="LiveId" clId="{C83C3411-5FC4-4BB4-95C4-179ED23CCBC1}" dt="2025-02-23T10:48:42.544" v="4512" actId="20577"/>
        <pc:sldMkLst>
          <pc:docMk/>
          <pc:sldMk cId="2089718421" sldId="437"/>
        </pc:sldMkLst>
      </pc:sldChg>
      <pc:sldChg chg="modSp mod">
        <pc:chgData name="Hayato Ishida" userId="585fa0fa6384767c" providerId="LiveId" clId="{C83C3411-5FC4-4BB4-95C4-179ED23CCBC1}" dt="2025-02-11T16:01:28.476" v="4252" actId="20577"/>
        <pc:sldMkLst>
          <pc:docMk/>
          <pc:sldMk cId="1466431623" sldId="440"/>
        </pc:sldMkLst>
      </pc:sldChg>
      <pc:sldChg chg="modSp mod">
        <pc:chgData name="Hayato Ishida" userId="585fa0fa6384767c" providerId="LiveId" clId="{C83C3411-5FC4-4BB4-95C4-179ED23CCBC1}" dt="2025-02-11T16:00:50.809" v="4240" actId="20577"/>
        <pc:sldMkLst>
          <pc:docMk/>
          <pc:sldMk cId="3158105376" sldId="444"/>
        </pc:sldMkLst>
      </pc:sldChg>
      <pc:sldChg chg="modSp mod">
        <pc:chgData name="Hayato Ishida" userId="585fa0fa6384767c" providerId="LiveId" clId="{C83C3411-5FC4-4BB4-95C4-179ED23CCBC1}" dt="2025-02-13T16:45:35.335" v="4326" actId="113"/>
        <pc:sldMkLst>
          <pc:docMk/>
          <pc:sldMk cId="494858281" sldId="446"/>
        </pc:sldMkLst>
      </pc:sldChg>
      <pc:sldChg chg="modSp mod">
        <pc:chgData name="Hayato Ishida" userId="585fa0fa6384767c" providerId="LiveId" clId="{C83C3411-5FC4-4BB4-95C4-179ED23CCBC1}" dt="2025-02-13T16:45:47.191" v="4327" actId="113"/>
        <pc:sldMkLst>
          <pc:docMk/>
          <pc:sldMk cId="3810752425" sldId="447"/>
        </pc:sldMkLst>
      </pc:sldChg>
      <pc:sldChg chg="addSp delSp modSp mod">
        <pc:chgData name="Hayato Ishida" userId="585fa0fa6384767c" providerId="LiveId" clId="{C83C3411-5FC4-4BB4-95C4-179ED23CCBC1}" dt="2025-02-27T07:31:41.715" v="4532" actId="167"/>
        <pc:sldMkLst>
          <pc:docMk/>
          <pc:sldMk cId="1995728936" sldId="448"/>
        </pc:sldMkLst>
      </pc:sldChg>
      <pc:sldChg chg="modSp mod">
        <pc:chgData name="Hayato Ishida" userId="585fa0fa6384767c" providerId="LiveId" clId="{C83C3411-5FC4-4BB4-95C4-179ED23CCBC1}" dt="2025-02-13T16:46:37.167" v="4329" actId="113"/>
        <pc:sldMkLst>
          <pc:docMk/>
          <pc:sldMk cId="880219158" sldId="449"/>
        </pc:sldMkLst>
      </pc:sldChg>
      <pc:sldChg chg="addSp delSp modSp mod">
        <pc:chgData name="Hayato Ishida" userId="585fa0fa6384767c" providerId="LiveId" clId="{C83C3411-5FC4-4BB4-95C4-179ED23CCBC1}" dt="2025-02-27T07:35:22.942" v="4586" actId="1035"/>
        <pc:sldMkLst>
          <pc:docMk/>
          <pc:sldMk cId="1697722181" sldId="450"/>
        </pc:sldMkLst>
      </pc:sldChg>
      <pc:sldChg chg="addSp delSp modSp mod">
        <pc:chgData name="Hayato Ishida" userId="585fa0fa6384767c" providerId="LiveId" clId="{C83C3411-5FC4-4BB4-95C4-179ED23CCBC1}" dt="2025-02-27T07:36:28.632" v="4599" actId="1076"/>
        <pc:sldMkLst>
          <pc:docMk/>
          <pc:sldMk cId="955519484" sldId="451"/>
        </pc:sldMkLst>
      </pc:sldChg>
      <pc:sldChg chg="modSp mod">
        <pc:chgData name="Hayato Ishida" userId="585fa0fa6384767c" providerId="LiveId" clId="{C83C3411-5FC4-4BB4-95C4-179ED23CCBC1}" dt="2025-03-15T18:38:34.852" v="6053" actId="20577"/>
        <pc:sldMkLst>
          <pc:docMk/>
          <pc:sldMk cId="3156835138" sldId="452"/>
        </pc:sldMkLst>
      </pc:sldChg>
      <pc:sldChg chg="modSp mod">
        <pc:chgData name="Hayato Ishida" userId="585fa0fa6384767c" providerId="LiveId" clId="{C83C3411-5FC4-4BB4-95C4-179ED23CCBC1}" dt="2025-03-15T18:57:52.949" v="6496" actId="20577"/>
        <pc:sldMkLst>
          <pc:docMk/>
          <pc:sldMk cId="577990360" sldId="453"/>
        </pc:sldMkLst>
      </pc:sldChg>
      <pc:sldChg chg="modSp mod">
        <pc:chgData name="Hayato Ishida" userId="585fa0fa6384767c" providerId="LiveId" clId="{C83C3411-5FC4-4BB4-95C4-179ED23CCBC1}" dt="2025-02-12T12:35:09.386" v="4320" actId="27636"/>
        <pc:sldMkLst>
          <pc:docMk/>
          <pc:sldMk cId="466115143" sldId="454"/>
        </pc:sldMkLst>
      </pc:sldChg>
      <pc:sldChg chg="add del setBg">
        <pc:chgData name="Hayato Ishida" userId="585fa0fa6384767c" providerId="LiveId" clId="{C83C3411-5FC4-4BB4-95C4-179ED23CCBC1}" dt="2025-02-10T14:53:55.456" v="122"/>
        <pc:sldMkLst>
          <pc:docMk/>
          <pc:sldMk cId="3247597812" sldId="455"/>
        </pc:sldMkLst>
      </pc:sldChg>
      <pc:sldChg chg="modSp add mod">
        <pc:chgData name="Hayato Ishida" userId="585fa0fa6384767c" providerId="LiveId" clId="{C83C3411-5FC4-4BB4-95C4-179ED23CCBC1}" dt="2025-02-11T16:00:35.795" v="4238" actId="20577"/>
        <pc:sldMkLst>
          <pc:docMk/>
          <pc:sldMk cId="3741534985" sldId="455"/>
        </pc:sldMkLst>
      </pc:sldChg>
      <pc:sldChg chg="add del">
        <pc:chgData name="Hayato Ishida" userId="585fa0fa6384767c" providerId="LiveId" clId="{C83C3411-5FC4-4BB4-95C4-179ED23CCBC1}" dt="2025-02-10T15:10:10.590" v="1251" actId="47"/>
        <pc:sldMkLst>
          <pc:docMk/>
          <pc:sldMk cId="3777243109" sldId="4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recommendation-of-comparative-linguistics-ruby-vs-python"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3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slide" Target="slide19.xml"/><Relationship Id="rId4" Type="http://schemas.openxmlformats.org/officeDocument/2006/relationships/slide" Target="slide1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docswell.com/s/hayat01sh1da/5VM825-dive-deeper-into-presentday-english-vol5-hidden-features-of-language"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12503;&#12525;&#12464;&#12521;&#12510;&#12364;&#30693;&#12427;&#12409;&#12365;97&#12398;&#12371;&#12392;.com/&#12456;&#12483;&#12475;&#12452;/&#35328;&#35486;&#12384;&#12369;&#12391;&#12394;&#12367;&#25991;&#21270;&#12418;&#23398;&#12406;/"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docswell.com/s/hayat01sh1da/KRXJ9J-science-of-corporate-technical-documentation-for-software-engineers-practices#p13"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hyperlink" Target="https://www.docswell.com/s/hayat01sh1da/KRXJ9J-science-of-corporate-technical-documentation-for-software-engineers-practices#p15"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12503;&#12525;&#12464;&#12521;&#12510;&#12364;&#30693;&#12427;&#12409;&#12365;97&#12398;&#12371;&#12392;.com/&#12456;&#12483;&#12475;&#12452;/&#21517;&#21069;&#37325;&#35201;/"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slide" Target="slide1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12503;&#12525;&#12464;&#12521;&#12510;&#12364;&#30693;&#12427;&#12409;&#12365;97&#12398;&#12371;&#12392;.com/&#12456;&#12483;&#12475;&#12452;/&#12503;&#12525;&#12464;&#12521;&#12511;&#12531;&#12464;&#35328;&#35486;&#12399;&#35079;&#25968;&#32722;&#24471;&#12377;&#12409;&#12365;/"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docswell.com/s/hayat01sh1da/5EYW1K-dive-deeper-into-presentday-english-vol1-what-english-is#p12"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12503;&#12525;&#12464;&#12521;&#12510;&#12364;&#30693;&#12427;&#12409;&#12365;97&#12398;&#12371;&#12392;.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runteq.jp/blog/programming-school/23211/?gad_source=1&amp;gclid=EAIaIQobChMIsubv2665iwMVK8FMAh3KViNqEAAYASAAEgJjwvD_BwE" TargetMode="External"/><Relationship Id="rId5" Type="http://schemas.openxmlformats.org/officeDocument/2006/relationships/hyperlink" Target="https://type.jp/et/feature/25261/" TargetMode="External"/><Relationship Id="rId4" Type="http://schemas.openxmlformats.org/officeDocument/2006/relationships/hyperlink" Target="https://laacademia.co.uk/he-who-knows-no-foreign-language-knows-nothing-of-his-mother-tongue/"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Autofit/>
          </a:bodyPr>
          <a:lstStyle/>
          <a:p>
            <a:r>
              <a:rPr lang="ja-JP" altLang="en-US" sz="4400" b="1" dirty="0">
                <a:effectLst>
                  <a:outerShdw blurRad="38100" dist="38100" dir="2700000" algn="tl">
                    <a:srgbClr val="000000">
                      <a:alpha val="43137"/>
                    </a:srgbClr>
                  </a:outerShdw>
                </a:effectLst>
                <a:latin typeface="+mn-lt"/>
              </a:rPr>
              <a:t>比較言語学のススメ</a:t>
            </a:r>
            <a:endParaRPr lang="en-GB" sz="4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t>作成者</a:t>
            </a:r>
            <a:r>
              <a:rPr lang="en-US" sz="3200" b="1" dirty="0"/>
              <a:t>: </a:t>
            </a:r>
            <a:r>
              <a:rPr lang="ja-JP" altLang="en-US" sz="3200" b="1" dirty="0"/>
              <a:t>石田</a:t>
            </a:r>
            <a:r>
              <a:rPr lang="en-US" sz="3200" b="1" dirty="0"/>
              <a:t> </a:t>
            </a:r>
            <a:r>
              <a:rPr lang="ja-JP" altLang="en-US" sz="3200" b="1" dirty="0"/>
              <a:t>隼人</a:t>
            </a:r>
            <a:endParaRPr lang="en-GB" sz="3200" b="1" dirty="0"/>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cs typeface="+mn-cs"/>
              </a:rPr>
              <a:t>最終更新日</a:t>
            </a:r>
            <a:r>
              <a:rPr kumimoji="0" lang="en-GB" altLang="ja-JP" sz="2000" b="1" i="0" u="none" strike="noStrike" kern="1200" cap="none" spc="0" normalizeH="0" baseline="0" noProof="0" dirty="0">
                <a:ln>
                  <a:noFill/>
                </a:ln>
                <a:solidFill>
                  <a:prstClr val="black"/>
                </a:solidFill>
                <a:effectLst/>
                <a:uLnTx/>
                <a:uFillTx/>
                <a:cs typeface="+mn-cs"/>
              </a:rPr>
              <a:t>: 2025</a:t>
            </a:r>
            <a:r>
              <a:rPr kumimoji="0" lang="ja-JP" altLang="en-US" sz="2000" b="1" i="0" u="none" strike="noStrike" kern="1200" cap="none" spc="0" normalizeH="0" baseline="0" noProof="0" dirty="0">
                <a:ln>
                  <a:noFill/>
                </a:ln>
                <a:solidFill>
                  <a:prstClr val="black"/>
                </a:solidFill>
                <a:effectLst/>
                <a:uLnTx/>
                <a:uFillTx/>
                <a:cs typeface="+mn-cs"/>
              </a:rPr>
              <a:t>年</a:t>
            </a:r>
            <a:r>
              <a:rPr kumimoji="0" lang="en-GB" altLang="ja-JP" sz="2000" b="1" i="0" u="none" strike="noStrike" kern="1200" cap="none" spc="0" normalizeH="0" baseline="0" noProof="0" dirty="0">
                <a:ln>
                  <a:noFill/>
                </a:ln>
                <a:solidFill>
                  <a:prstClr val="black"/>
                </a:solidFill>
                <a:effectLst/>
                <a:uLnTx/>
                <a:uFillTx/>
                <a:cs typeface="+mn-cs"/>
              </a:rPr>
              <a:t>03</a:t>
            </a:r>
            <a:r>
              <a:rPr kumimoji="0" lang="ja-JP" altLang="en-US" sz="2000" b="1" i="0" u="none" strike="noStrike" kern="1200" cap="none" spc="0" normalizeH="0" baseline="0" noProof="0" dirty="0">
                <a:ln>
                  <a:noFill/>
                </a:ln>
                <a:solidFill>
                  <a:prstClr val="black"/>
                </a:solidFill>
                <a:effectLst/>
                <a:uLnTx/>
                <a:uFillTx/>
                <a:cs typeface="+mn-cs"/>
              </a:rPr>
              <a:t>月</a:t>
            </a:r>
            <a:r>
              <a:rPr lang="en-GB" altLang="ja-JP" sz="2000" b="1" dirty="0">
                <a:solidFill>
                  <a:prstClr val="black"/>
                </a:solidFill>
              </a:rPr>
              <a:t>16</a:t>
            </a:r>
            <a:r>
              <a:rPr kumimoji="0" lang="ja-JP" altLang="en-US" sz="2000" b="1" i="0" u="none" strike="noStrike" kern="1200" cap="none" spc="0" normalizeH="0" baseline="0" noProof="0" dirty="0">
                <a:ln>
                  <a:noFill/>
                </a:ln>
                <a:solidFill>
                  <a:prstClr val="black"/>
                </a:solidFill>
                <a:effectLst/>
                <a:uLnTx/>
                <a:uFillTx/>
                <a:cs typeface="+mn-cs"/>
              </a:rPr>
              <a:t>日</a:t>
            </a:r>
            <a:endParaRPr kumimoji="0" lang="en-GB" sz="2000" b="1" i="0" u="none" strike="noStrike" kern="1200" cap="none" spc="0" normalizeH="0" baseline="0" noProof="0" dirty="0">
              <a:ln>
                <a:noFill/>
              </a:ln>
              <a:solidFill>
                <a:prstClr val="black"/>
              </a:solidFill>
              <a:effectLst/>
              <a:uLnTx/>
              <a:uFillTx/>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-Ruby vs. Python </a:t>
            </a:r>
            <a:r>
              <a:rPr kumimoji="0" lang="ja-JP" altLang="en-US" sz="32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mn-lt"/>
                <a:cs typeface="+mj-cs"/>
              </a:rPr>
              <a:t>に学ぶ言語のアイデンティティ</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endParaRPr>
          </a:p>
        </p:txBody>
      </p:sp>
      <p:sp>
        <p:nvSpPr>
          <p:cNvPr id="2" name="字幕 2">
            <a:extLst>
              <a:ext uri="{FF2B5EF4-FFF2-40B4-BE49-F238E27FC236}">
                <a16:creationId xmlns:a16="http://schemas.microsoft.com/office/drawing/2014/main" id="{C66BFD24-6971-45E3-C01E-50419A1D1A29}"/>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2EA4FF31-3C45-0516-C014-748E08280261}"/>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756BC3E1-250C-14FD-EC26-7124171AB832}"/>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553A49DA-2969-550C-A4F3-F749441960F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13AFE487-32CA-F9BC-C49A-3825773FF50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61331458-BC0F-7867-0111-15006A117C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0BB15E-AF1B-610D-C0F5-E74D9DB692C3}"/>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50BA187E-BC64-F968-B587-9E1A2DE84C91}"/>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AFEBBB2E-9E0B-581A-640F-72601A55B44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944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4FAA99E9-4950-B35F-3B2E-EA5D40FFE1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14F121-CA06-2F64-E66A-83E5D370CE54}"/>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699CC304-4CAC-5B0D-BF16-B3BFBF9775ED}"/>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14AEA079-AABD-7047-39C8-746DE4EF7899}"/>
              </a:ext>
            </a:extLst>
          </p:cNvPr>
          <p:cNvGraphicFramePr>
            <a:graphicFrameLocks noGrp="1"/>
          </p:cNvGraphicFramePr>
          <p:nvPr>
            <p:extLst>
              <p:ext uri="{D42A27DB-BD31-4B8C-83A1-F6EECF244321}">
                <p14:modId xmlns:p14="http://schemas.microsoft.com/office/powerpoint/2010/main" val="3068468842"/>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3578717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5C6D053A-55F0-E7F3-494B-547D2449589C}"/>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A0C449E0-807A-5F52-9CAF-D8E7A1EE5C94}"/>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6" name="スライド番号プレースホルダー 3">
            <a:extLst>
              <a:ext uri="{FF2B5EF4-FFF2-40B4-BE49-F238E27FC236}">
                <a16:creationId xmlns:a16="http://schemas.microsoft.com/office/drawing/2014/main" id="{82D359D0-6D65-A5CE-D1C1-694ECB6C17B8}"/>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7" name="Table 6">
            <a:extLst>
              <a:ext uri="{FF2B5EF4-FFF2-40B4-BE49-F238E27FC236}">
                <a16:creationId xmlns:a16="http://schemas.microsoft.com/office/drawing/2014/main" id="{F8E3EE19-4FD0-718B-5145-F8C23AA69369}"/>
              </a:ext>
            </a:extLst>
          </p:cNvPr>
          <p:cNvGraphicFramePr>
            <a:graphicFrameLocks noGrp="1"/>
          </p:cNvGraphicFramePr>
          <p:nvPr>
            <p:extLst>
              <p:ext uri="{D42A27DB-BD31-4B8C-83A1-F6EECF244321}">
                <p14:modId xmlns:p14="http://schemas.microsoft.com/office/powerpoint/2010/main" val="1811280181"/>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3139190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506EDA3C-6C35-909C-9E1A-0DAF506656B1}"/>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7" name="スライド番号プレースホルダー 3">
            <a:extLst>
              <a:ext uri="{FF2B5EF4-FFF2-40B4-BE49-F238E27FC236}">
                <a16:creationId xmlns:a16="http://schemas.microsoft.com/office/drawing/2014/main" id="{1886B0AE-4D77-8B4B-EB72-820BE1BD016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コンテンツ プレースホルダー 2">
            <a:extLst>
              <a:ext uri="{FF2B5EF4-FFF2-40B4-BE49-F238E27FC236}">
                <a16:creationId xmlns:a16="http://schemas.microsoft.com/office/drawing/2014/main" id="{786B09D8-56C3-199D-0813-FB33EC4F7148}"/>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言語比較の意義</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4" action="ppaction://hlinksldjump"/>
              </a:rPr>
              <a:t>Ruby </a:t>
            </a:r>
            <a:r>
              <a:rPr lang="ja-JP" altLang="en-US" sz="2400" dirty="0">
                <a:sym typeface="Arial"/>
                <a:hlinkClick r:id="rId4" action="ppaction://hlinksldjump"/>
              </a:rPr>
              <a:t>と </a:t>
            </a:r>
            <a:r>
              <a:rPr lang="en-GB" altLang="ja-JP" sz="2400" dirty="0">
                <a:sym typeface="Arial"/>
                <a:hlinkClick r:id="rId4" action="ppaction://hlinksldjump"/>
              </a:rPr>
              <a:t>Python </a:t>
            </a:r>
            <a:r>
              <a:rPr lang="ja-JP" altLang="en-US" sz="2400" dirty="0">
                <a:sym typeface="Arial"/>
                <a:hlinkClick r:id="rId4" action="ppaction://hlinksldjump"/>
              </a:rPr>
              <a:t>の三大共通点</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5" action="ppaction://hlinksldjump"/>
              </a:rPr>
              <a:t>Ruby </a:t>
            </a:r>
            <a:r>
              <a:rPr lang="ja-JP" altLang="en-US" sz="2400" dirty="0">
                <a:sym typeface="Arial"/>
                <a:hlinkClick r:id="rId5" action="ppaction://hlinksldjump"/>
              </a:rPr>
              <a:t>と </a:t>
            </a:r>
            <a:r>
              <a:rPr lang="en-GB" altLang="ja-JP" sz="2400" dirty="0">
                <a:sym typeface="Arial"/>
                <a:hlinkClick r:id="rId5" action="ppaction://hlinksldjump"/>
              </a:rPr>
              <a:t>Python </a:t>
            </a:r>
            <a:r>
              <a:rPr lang="ja-JP" altLang="en-US" sz="2400" dirty="0">
                <a:sym typeface="Arial"/>
                <a:hlinkClick r:id="rId5" action="ppaction://hlinksldjump"/>
              </a:rPr>
              <a:t>の三大相違点</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おわりに</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mn-lt"/>
              </a:rPr>
              <a:t>1</a:t>
            </a:r>
            <a:r>
              <a:rPr lang="en-US" altLang="ja-JP" b="1" dirty="0">
                <a:latin typeface="+mn-lt"/>
              </a:rPr>
              <a:t>. </a:t>
            </a:r>
            <a:r>
              <a:rPr lang="ja-JP" altLang="en-US" b="1" dirty="0">
                <a:latin typeface="+mn-lt"/>
                <a:sym typeface="Arial"/>
              </a:rPr>
              <a:t>言語比較の意義</a:t>
            </a:r>
            <a:endParaRPr lang="en-GB"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言語比較の意義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ea typeface="+mn-ea"/>
                <a:cs typeface="Calibri"/>
              </a:rPr>
              <a:t>私は大学生時代は英語学を専攻していた。</a:t>
            </a:r>
            <a:endParaRPr kumimoji="0" lang="en-GB" altLang="ja-JP" sz="2400" b="0" i="0" u="none" strike="noStrike" kern="1200" cap="none" spc="0" normalizeH="0" baseline="0" noProof="0" dirty="0">
              <a:ln>
                <a:noFill/>
              </a:ln>
              <a:solidFill>
                <a:prstClr val="black"/>
              </a:solidFill>
              <a:effectLst/>
              <a:uLnTx/>
              <a:uFillTx/>
              <a:ea typeface="+mn-ea"/>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ja-JP" altLang="en-US" sz="2400" dirty="0">
                <a:solidFill>
                  <a:prstClr val="black"/>
                </a:solidFill>
                <a:cs typeface="Calibri"/>
              </a:rPr>
              <a:t>そこでの一番の大きな学びは「</a:t>
            </a:r>
            <a:r>
              <a:rPr lang="ja-JP" altLang="en-US" sz="2400" b="1" dirty="0">
                <a:solidFill>
                  <a:prstClr val="black"/>
                </a:solidFill>
                <a:cs typeface="Calibri"/>
              </a:rPr>
              <a:t>物事の本質は比較によって理解出来る</a:t>
            </a:r>
            <a:r>
              <a:rPr lang="ja-JP" altLang="en-US" sz="2400" dirty="0">
                <a:solidFill>
                  <a:prstClr val="black"/>
                </a:solidFill>
                <a:cs typeface="Calibri"/>
              </a:rPr>
              <a:t>」ということであった。</a:t>
            </a: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ja-JP" altLang="en-US" sz="2400" dirty="0">
                <a:solidFill>
                  <a:prstClr val="black"/>
                </a:solidFill>
                <a:cs typeface="Calibri"/>
              </a:rPr>
              <a:t>そのことを表す格言を以下に引用する。</a:t>
            </a: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endParaRPr kumimoji="0" lang="en-GB" altLang="ja-JP" sz="2400" b="0" i="0" u="none" strike="noStrike" kern="1200" cap="none" spc="0" normalizeH="0" baseline="0" noProof="0" dirty="0">
              <a:ln>
                <a:noFill/>
              </a:ln>
              <a:solidFill>
                <a:prstClr val="black"/>
              </a:solidFill>
              <a:effectLst/>
              <a:uLnTx/>
              <a:uFillTx/>
              <a:ea typeface="+mn-ea"/>
              <a:cs typeface="Calibri"/>
            </a:endParaRPr>
          </a:p>
          <a:p>
            <a:pPr marL="12700" indent="0">
              <a:lnSpc>
                <a:spcPct val="100000"/>
              </a:lnSpc>
              <a:spcBef>
                <a:spcPts val="310"/>
              </a:spcBef>
              <a:buNone/>
              <a:defRPr/>
            </a:pPr>
            <a:r>
              <a:rPr lang="en-GB" altLang="ja-JP" sz="2400" i="1" dirty="0">
                <a:solidFill>
                  <a:prstClr val="black"/>
                </a:solidFill>
                <a:cs typeface="Calibri"/>
              </a:rPr>
              <a:t>"He who knows no foreign language knows nothing of his mother tongue." </a:t>
            </a:r>
            <a:r>
              <a:rPr kumimoji="0" lang="en-GB" altLang="ja-JP" sz="2400" b="0" i="1" u="none" strike="noStrike" kern="1200" cap="none" spc="0" normalizeH="0" baseline="0" noProof="0" dirty="0">
                <a:ln>
                  <a:noFill/>
                </a:ln>
                <a:solidFill>
                  <a:prstClr val="black"/>
                </a:solidFill>
                <a:effectLst/>
                <a:uLnTx/>
                <a:uFillTx/>
                <a:ea typeface="+mn-ea"/>
                <a:cs typeface="Calibri"/>
              </a:rPr>
              <a:t>by  Johann Wolfgang von Goethe</a:t>
            </a:r>
            <a:endParaRPr lang="en-GB" altLang="ja-JP" sz="2400" i="1"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000" i="1" dirty="0">
                <a:solidFill>
                  <a:prstClr val="black"/>
                </a:solidFill>
                <a:cs typeface="Calibri"/>
              </a:rPr>
              <a:t>(</a:t>
            </a:r>
            <a:r>
              <a:rPr lang="ja-JP" altLang="en-US" sz="2000" i="1" dirty="0">
                <a:solidFill>
                  <a:prstClr val="black"/>
                </a:solidFill>
                <a:cs typeface="Calibri"/>
              </a:rPr>
              <a:t>外国語を</a:t>
            </a:r>
            <a:r>
              <a:rPr lang="en-GB" altLang="ja-JP" sz="2000" i="1" dirty="0">
                <a:solidFill>
                  <a:prstClr val="black"/>
                </a:solidFill>
                <a:cs typeface="Calibri"/>
              </a:rPr>
              <a:t>1</a:t>
            </a:r>
            <a:r>
              <a:rPr lang="ja-JP" altLang="en-US" sz="2000" i="1" dirty="0">
                <a:solidFill>
                  <a:prstClr val="black"/>
                </a:solidFill>
                <a:cs typeface="Calibri"/>
              </a:rPr>
              <a:t>つも知らないものは自身の母語について何も知らないのと等しい。 </a:t>
            </a:r>
            <a:r>
              <a:rPr lang="en-GB" altLang="ja-JP" sz="2000" i="1" dirty="0">
                <a:solidFill>
                  <a:prstClr val="black"/>
                </a:solidFill>
                <a:cs typeface="Calibri"/>
              </a:rPr>
              <a:t>by </a:t>
            </a:r>
            <a:r>
              <a:rPr lang="ja-JP" altLang="en-US" sz="2000" i="1" dirty="0">
                <a:solidFill>
                  <a:prstClr val="black"/>
                </a:solidFill>
                <a:cs typeface="Calibri"/>
              </a:rPr>
              <a:t>ヨハン・ヴォルフガング・フォン・ゲーテ、ドイツ人文豪</a:t>
            </a:r>
            <a:r>
              <a:rPr lang="en-GB" altLang="ja-JP" sz="2000" i="1" dirty="0">
                <a:solidFill>
                  <a:prstClr val="black"/>
                </a:solidFill>
                <a:cs typeface="Calibri"/>
              </a:rPr>
              <a:t>)</a:t>
            </a:r>
          </a:p>
        </p:txBody>
      </p:sp>
    </p:spTree>
    <p:extLst>
      <p:ext uri="{BB962C8B-B14F-4D97-AF65-F5344CB8AC3E}">
        <p14:creationId xmlns:p14="http://schemas.microsoft.com/office/powerpoint/2010/main" val="2452340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25460033-7C90-3793-4F85-8453284EAD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8C0A85-D606-731D-856E-FD5084C325F6}"/>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言語比較の意義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001BA983-FE21-E48D-3670-0803046BCA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5E1C64D7-B631-DEED-0472-B11D08371E59}"/>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lang="ja-JP" altLang="en-US" sz="2400" dirty="0">
                <a:solidFill>
                  <a:prstClr val="black"/>
                </a:solidFill>
                <a:cs typeface="Calibri"/>
              </a:rPr>
              <a:t>自然言語においては、英語をはじめとした外国語を勉学・生活・仕事で使うことによって日本語との違いを嫌でも意識することになるので、自身と母語のアイデンティティについて深く考察することになる。</a:t>
            </a: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US" altLang="ja-JP" sz="2400" dirty="0">
                <a:solidFill>
                  <a:prstClr val="black"/>
                </a:solidFill>
                <a:cs typeface="Calibri"/>
              </a:rPr>
              <a:t>※</a:t>
            </a:r>
            <a:r>
              <a:rPr lang="en-GB" altLang="ja-JP" sz="2400" dirty="0">
                <a:solidFill>
                  <a:prstClr val="black"/>
                </a:solidFill>
                <a:cs typeface="Calibri"/>
              </a:rPr>
              <a:t> </a:t>
            </a:r>
            <a:r>
              <a:rPr lang="ja-JP" altLang="en-US" sz="2400" dirty="0">
                <a:solidFill>
                  <a:prstClr val="black"/>
                </a:solidFill>
                <a:cs typeface="Calibri"/>
              </a:rPr>
              <a:t>詳細は拙作「</a:t>
            </a:r>
            <a:r>
              <a:rPr lang="ja-JP" altLang="en-US" sz="2400" dirty="0">
                <a:solidFill>
                  <a:prstClr val="black"/>
                </a:solidFill>
                <a:cs typeface="Calibri"/>
                <a:hlinkClick r:id="rId3"/>
              </a:rPr>
              <a:t>現代英語を知ろう </a:t>
            </a:r>
            <a:r>
              <a:rPr lang="en-US" altLang="ja-JP" sz="2400" dirty="0">
                <a:solidFill>
                  <a:prstClr val="black"/>
                </a:solidFill>
                <a:cs typeface="Calibri"/>
                <a:hlinkClick r:id="rId3"/>
              </a:rPr>
              <a:t>Vol.5 -</a:t>
            </a:r>
            <a:r>
              <a:rPr lang="ja-JP" altLang="en-US" sz="2400" dirty="0">
                <a:solidFill>
                  <a:prstClr val="black"/>
                </a:solidFill>
                <a:cs typeface="Calibri"/>
                <a:hlinkClick r:id="rId3"/>
              </a:rPr>
              <a:t>ことばの側面</a:t>
            </a:r>
            <a:r>
              <a:rPr lang="en-US" altLang="ja-JP" sz="2400" dirty="0">
                <a:solidFill>
                  <a:prstClr val="black"/>
                </a:solidFill>
                <a:cs typeface="Calibri"/>
                <a:hlinkClick r:id="rId3"/>
              </a:rPr>
              <a:t>-</a:t>
            </a:r>
            <a:r>
              <a:rPr lang="ja-JP" altLang="en-US" sz="2400" dirty="0">
                <a:solidFill>
                  <a:prstClr val="black"/>
                </a:solidFill>
                <a:cs typeface="Calibri"/>
              </a:rPr>
              <a:t>」を参照。</a:t>
            </a:r>
            <a:endParaRPr lang="en-GB" altLang="ja-JP" sz="2400" dirty="0">
              <a:solidFill>
                <a:prstClr val="black"/>
              </a:solidFill>
              <a:cs typeface="Calibri"/>
            </a:endParaRPr>
          </a:p>
        </p:txBody>
      </p:sp>
    </p:spTree>
    <p:extLst>
      <p:ext uri="{BB962C8B-B14F-4D97-AF65-F5344CB8AC3E}">
        <p14:creationId xmlns:p14="http://schemas.microsoft.com/office/powerpoint/2010/main" val="105644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FE822A0-0A34-083D-4156-1886A32727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0B9A28-774F-DCFB-4985-C189412A0D62}"/>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言語比較の意義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4C07C25-8111-6ABA-DE2E-7CF60BD015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E37C5E12-13F5-D29C-10CD-F90997BCDC5A}"/>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lang="ja-JP" altLang="en-US" sz="2400" dirty="0">
                <a:solidFill>
                  <a:prstClr val="black"/>
                </a:solidFill>
                <a:cs typeface="Calibri"/>
              </a:rPr>
              <a:t>プログラミング言語においては、</a:t>
            </a:r>
            <a:r>
              <a:rPr lang="en-US" altLang="ja-JP" sz="2400" dirty="0">
                <a:solidFill>
                  <a:prstClr val="black"/>
                </a:solidFill>
                <a:cs typeface="Calibri"/>
              </a:rPr>
              <a:t>『</a:t>
            </a:r>
            <a:r>
              <a:rPr lang="ja-JP" altLang="en-US" sz="2400" dirty="0">
                <a:solidFill>
                  <a:prstClr val="black"/>
                </a:solidFill>
                <a:cs typeface="Calibri"/>
                <a:hlinkClick r:id="rId3"/>
              </a:rPr>
              <a:t>プログラマが知るべき</a:t>
            </a:r>
            <a:r>
              <a:rPr lang="en-US" altLang="ja-JP" sz="2400" dirty="0">
                <a:solidFill>
                  <a:prstClr val="black"/>
                </a:solidFill>
                <a:cs typeface="Calibri"/>
                <a:hlinkClick r:id="rId3"/>
              </a:rPr>
              <a:t>97</a:t>
            </a:r>
            <a:r>
              <a:rPr lang="ja-JP" altLang="en-US" sz="2400" dirty="0">
                <a:solidFill>
                  <a:prstClr val="black"/>
                </a:solidFill>
                <a:cs typeface="Calibri"/>
                <a:hlinkClick r:id="rId3"/>
              </a:rPr>
              <a:t>のこと</a:t>
            </a:r>
            <a:r>
              <a:rPr lang="en-GB" altLang="ja-JP" sz="2400" dirty="0">
                <a:solidFill>
                  <a:prstClr val="black"/>
                </a:solidFill>
                <a:cs typeface="Calibri"/>
                <a:hlinkClick r:id="rId3"/>
              </a:rPr>
              <a:t> &gt; 26. </a:t>
            </a:r>
            <a:r>
              <a:rPr lang="ja-JP" altLang="en-US" sz="2400" dirty="0">
                <a:solidFill>
                  <a:prstClr val="black"/>
                </a:solidFill>
                <a:cs typeface="Calibri"/>
                <a:hlinkClick r:id="rId3"/>
              </a:rPr>
              <a:t>言語だけでなく文化も学ぶ</a:t>
            </a:r>
            <a:r>
              <a:rPr lang="en-US" altLang="ja-JP" sz="2400" dirty="0">
                <a:solidFill>
                  <a:prstClr val="black"/>
                </a:solidFill>
                <a:cs typeface="Calibri"/>
              </a:rPr>
              <a:t>』</a:t>
            </a:r>
            <a:r>
              <a:rPr lang="ja-JP" altLang="en-US" sz="2400" dirty="0">
                <a:solidFill>
                  <a:prstClr val="black"/>
                </a:solidFill>
                <a:cs typeface="Calibri"/>
              </a:rPr>
              <a:t>においても</a:t>
            </a:r>
            <a:r>
              <a:rPr lang="en-GB" altLang="ja-JP" sz="2400" dirty="0">
                <a:solidFill>
                  <a:prstClr val="black"/>
                </a:solidFill>
                <a:cs typeface="Calibri"/>
              </a:rPr>
              <a:t> Anders Norås </a:t>
            </a:r>
            <a:r>
              <a:rPr lang="ja-JP" altLang="en-US" sz="2400" dirty="0">
                <a:solidFill>
                  <a:prstClr val="black"/>
                </a:solidFill>
                <a:cs typeface="Calibri"/>
              </a:rPr>
              <a:t>氏が同様のことに言及している。</a:t>
            </a: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US" altLang="ja-JP" sz="2400" i="1" dirty="0">
                <a:solidFill>
                  <a:prstClr val="black"/>
                </a:solidFill>
                <a:cs typeface="Calibri"/>
              </a:rPr>
              <a:t>Andy Hunt</a:t>
            </a:r>
            <a:r>
              <a:rPr lang="en-GB" altLang="ja-JP" sz="2400" i="1" dirty="0">
                <a:solidFill>
                  <a:prstClr val="black"/>
                </a:solidFill>
                <a:cs typeface="Calibri"/>
              </a:rPr>
              <a:t> </a:t>
            </a:r>
            <a:r>
              <a:rPr lang="ja-JP" altLang="en-US" sz="2400" i="1" dirty="0">
                <a:solidFill>
                  <a:prstClr val="black"/>
                </a:solidFill>
                <a:cs typeface="Calibri"/>
              </a:rPr>
              <a:t>と </a:t>
            </a:r>
            <a:r>
              <a:rPr lang="en-US" altLang="ja-JP" sz="2400" i="1" dirty="0">
                <a:solidFill>
                  <a:prstClr val="black"/>
                </a:solidFill>
                <a:cs typeface="Calibri"/>
              </a:rPr>
              <a:t>Dave Thomas </a:t>
            </a:r>
            <a:r>
              <a:rPr lang="ja-JP" altLang="en-US" sz="2400" i="1" dirty="0">
                <a:solidFill>
                  <a:prstClr val="black"/>
                </a:solidFill>
                <a:cs typeface="Calibri"/>
              </a:rPr>
              <a:t>は、多くの人に影特を与えた著書「逮人プログラマ」の中で、「毎年、新たなプログラミング言語を</a:t>
            </a:r>
            <a:r>
              <a:rPr lang="en-US" altLang="ja-JP" sz="2400" i="1" dirty="0">
                <a:solidFill>
                  <a:prstClr val="black"/>
                </a:solidFill>
                <a:cs typeface="Calibri"/>
              </a:rPr>
              <a:t>1</a:t>
            </a:r>
            <a:r>
              <a:rPr lang="ja-JP" altLang="en-US" sz="2400" i="1" dirty="0">
                <a:solidFill>
                  <a:prstClr val="black"/>
                </a:solidFill>
                <a:cs typeface="Calibri"/>
              </a:rPr>
              <a:t>つは学ぶこと」と勧めています。私はそのアドバイスに従い、過去何年かの間に実際に数多くの言語を学んできました。そして、その中で「</a:t>
            </a:r>
            <a:r>
              <a:rPr lang="ja-JP" altLang="en-US" sz="2400" b="1" i="1" dirty="0">
                <a:solidFill>
                  <a:prstClr val="black"/>
                </a:solidFill>
                <a:cs typeface="Calibri"/>
              </a:rPr>
              <a:t>言語を学ぶというのは、ただ文法、構文を学ぶことではなく、その背景にある文化も学ぶこと</a:t>
            </a:r>
            <a:r>
              <a:rPr lang="ja-JP" altLang="en-US" sz="2400" i="1" dirty="0">
                <a:solidFill>
                  <a:prstClr val="black"/>
                </a:solidFill>
                <a:cs typeface="Calibri"/>
              </a:rPr>
              <a:t>」という重要な教訓を得ました。</a:t>
            </a:r>
            <a:endParaRPr lang="en-GB" altLang="ja-JP" sz="2400" i="1" dirty="0">
              <a:solidFill>
                <a:prstClr val="black"/>
              </a:solidFill>
              <a:cs typeface="Calibri"/>
            </a:endParaRPr>
          </a:p>
        </p:txBody>
      </p:sp>
    </p:spTree>
    <p:extLst>
      <p:ext uri="{BB962C8B-B14F-4D97-AF65-F5344CB8AC3E}">
        <p14:creationId xmlns:p14="http://schemas.microsoft.com/office/powerpoint/2010/main" val="494858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CC693665-8687-9462-4AF7-8221D2F13B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A25554-E472-1D53-D8C3-88BC39ABF861}"/>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言語比較の意義</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CEBE9DEF-01DE-13F8-1521-6829D79AD7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B3C80C53-64BF-2685-2922-C3800BEA3B2A}"/>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ct val="100000"/>
              </a:lnSpc>
              <a:spcBef>
                <a:spcPts val="310"/>
              </a:spcBef>
              <a:spcAft>
                <a:spcPts val="0"/>
              </a:spcAft>
              <a:buClrTx/>
              <a:buSzTx/>
              <a:buFontTx/>
              <a:buNone/>
              <a:tabLst/>
              <a:defRPr/>
            </a:pPr>
            <a:r>
              <a:rPr lang="ja-JP" altLang="en-US" sz="2400" dirty="0">
                <a:solidFill>
                  <a:prstClr val="black"/>
                </a:solidFill>
                <a:cs typeface="Calibri"/>
              </a:rPr>
              <a:t>昨今はソフトウェアエンジニアの責務の広さ・深さともに大きくなっているため、我々が複数言語を扱えることは事実上の必須要件のようになっていると感じている。</a:t>
            </a: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ja-JP" altLang="en-US" sz="2400" dirty="0">
                <a:solidFill>
                  <a:prstClr val="black"/>
                </a:solidFill>
                <a:cs typeface="Calibri"/>
              </a:rPr>
              <a:t>折角複数言語を扱うのであれば、</a:t>
            </a:r>
            <a:r>
              <a:rPr lang="ja-JP" altLang="en-US" sz="2400" b="1" dirty="0">
                <a:solidFill>
                  <a:prstClr val="black"/>
                </a:solidFill>
                <a:cs typeface="Calibri"/>
              </a:rPr>
              <a:t>言語比較を通じて第一言語への理解を深める</a:t>
            </a:r>
            <a:r>
              <a:rPr lang="ja-JP" altLang="en-US" sz="2400" dirty="0">
                <a:solidFill>
                  <a:prstClr val="black"/>
                </a:solidFill>
                <a:cs typeface="Calibri"/>
              </a:rPr>
              <a:t>ことには、スキルセット以上に大きな意義があるはずだ。</a:t>
            </a: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endParaRPr lang="en-GB" altLang="ja-JP" sz="2400" dirty="0">
              <a:solidFill>
                <a:prstClr val="black"/>
              </a:solidFill>
              <a:cs typeface="Calibri"/>
            </a:endParaRPr>
          </a:p>
          <a:p>
            <a:pPr marL="12700" marR="0" lvl="0" indent="0" algn="l" defTabSz="914400" rtl="0" eaLnBrk="1" fontAlgn="auto" latinLnBrk="0" hangingPunct="1">
              <a:lnSpc>
                <a:spcPct val="100000"/>
              </a:lnSpc>
              <a:spcBef>
                <a:spcPts val="310"/>
              </a:spcBef>
              <a:spcAft>
                <a:spcPts val="0"/>
              </a:spcAft>
              <a:buClrTx/>
              <a:buSzTx/>
              <a:buFontTx/>
              <a:buNone/>
              <a:tabLst/>
              <a:defRPr/>
            </a:pPr>
            <a:r>
              <a:rPr lang="en-GB" altLang="ja-JP" sz="2400" dirty="0">
                <a:solidFill>
                  <a:prstClr val="black"/>
                </a:solidFill>
                <a:cs typeface="Calibri"/>
              </a:rPr>
              <a:t>LT </a:t>
            </a:r>
            <a:r>
              <a:rPr lang="ja-JP" altLang="en-US" sz="2400" dirty="0">
                <a:solidFill>
                  <a:prstClr val="black"/>
                </a:solidFill>
                <a:cs typeface="Calibri"/>
              </a:rPr>
              <a:t>という特性上時間の制約を大きく受けるため、今回は我々</a:t>
            </a:r>
            <a:r>
              <a:rPr lang="en-US" altLang="ja-JP" sz="2400" dirty="0">
                <a:solidFill>
                  <a:prstClr val="black"/>
                </a:solidFill>
                <a:cs typeface="Calibri"/>
              </a:rPr>
              <a:t>(</a:t>
            </a:r>
            <a:r>
              <a:rPr lang="ja-JP" altLang="en-US" sz="2400" dirty="0">
                <a:solidFill>
                  <a:prstClr val="black"/>
                </a:solidFill>
                <a:cs typeface="Calibri"/>
              </a:rPr>
              <a:t>私とオーディエンスの皆様</a:t>
            </a:r>
            <a:r>
              <a:rPr lang="en-US" altLang="ja-JP" sz="2400" dirty="0">
                <a:solidFill>
                  <a:prstClr val="black"/>
                </a:solidFill>
                <a:cs typeface="Calibri"/>
              </a:rPr>
              <a:t>)</a:t>
            </a:r>
            <a:r>
              <a:rPr lang="ja-JP" altLang="en-US" sz="2400" dirty="0">
                <a:solidFill>
                  <a:prstClr val="black"/>
                </a:solidFill>
                <a:cs typeface="Calibri"/>
              </a:rPr>
              <a:t>の第一言語である</a:t>
            </a:r>
            <a:r>
              <a:rPr lang="en-GB" altLang="ja-JP" sz="2400" dirty="0">
                <a:solidFill>
                  <a:prstClr val="black"/>
                </a:solidFill>
                <a:cs typeface="Calibri"/>
              </a:rPr>
              <a:t> </a:t>
            </a:r>
            <a:r>
              <a:rPr lang="en-GB" altLang="ja-JP" sz="2400" b="1" dirty="0">
                <a:solidFill>
                  <a:prstClr val="black"/>
                </a:solidFill>
                <a:cs typeface="Calibri"/>
              </a:rPr>
              <a:t>Ruby </a:t>
            </a:r>
            <a:r>
              <a:rPr lang="ja-JP" altLang="en-US" sz="2400" b="1" dirty="0">
                <a:solidFill>
                  <a:prstClr val="black"/>
                </a:solidFill>
                <a:cs typeface="Calibri"/>
              </a:rPr>
              <a:t>が何者であるかを意識するきっかけを作る</a:t>
            </a:r>
            <a:r>
              <a:rPr lang="ja-JP" altLang="en-US" sz="2400" dirty="0">
                <a:solidFill>
                  <a:prstClr val="black"/>
                </a:solidFill>
                <a:cs typeface="Calibri"/>
              </a:rPr>
              <a:t>のがゴールである。</a:t>
            </a:r>
            <a:endParaRPr lang="en-GB" altLang="ja-JP" sz="2400" dirty="0">
              <a:solidFill>
                <a:prstClr val="black"/>
              </a:solidFill>
              <a:cs typeface="Calibri"/>
            </a:endParaRPr>
          </a:p>
        </p:txBody>
      </p:sp>
    </p:spTree>
    <p:extLst>
      <p:ext uri="{BB962C8B-B14F-4D97-AF65-F5344CB8AC3E}">
        <p14:creationId xmlns:p14="http://schemas.microsoft.com/office/powerpoint/2010/main" val="381075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sz="3800" b="1" dirty="0">
                <a:latin typeface="+mn-lt"/>
              </a:rPr>
              <a:t>2. </a:t>
            </a:r>
            <a:r>
              <a:rPr lang="en-GB" altLang="ja-JP" sz="3800" b="1" dirty="0">
                <a:latin typeface="+mn-lt"/>
                <a:sym typeface="Arial"/>
              </a:rPr>
              <a:t>Ruby </a:t>
            </a:r>
            <a:r>
              <a:rPr lang="ja-JP" altLang="en-US" sz="3800" b="1" dirty="0">
                <a:latin typeface="+mn-lt"/>
                <a:sym typeface="Arial"/>
              </a:rPr>
              <a:t>と </a:t>
            </a:r>
            <a:r>
              <a:rPr lang="en-GB" altLang="ja-JP" sz="3800" b="1" dirty="0">
                <a:latin typeface="+mn-lt"/>
                <a:sym typeface="Arial"/>
              </a:rPr>
              <a:t>Python </a:t>
            </a:r>
            <a:r>
              <a:rPr lang="ja-JP" altLang="en-US" sz="3800" b="1" dirty="0">
                <a:latin typeface="+mn-lt"/>
                <a:sym typeface="Arial"/>
              </a:rPr>
              <a:t>の三大共通点</a:t>
            </a:r>
            <a:endParaRPr lang="en-GB" sz="3800"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Ruby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と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Python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の三大共通点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Ruby </a:t>
            </a:r>
            <a:r>
              <a:rPr kumimoji="0" lang="ja-JP" altLang="en-US" sz="2400" b="0" i="0" u="none" strike="noStrike" kern="1200" cap="none" spc="0" normalizeH="0" baseline="0" noProof="0" dirty="0">
                <a:ln>
                  <a:noFill/>
                </a:ln>
                <a:solidFill>
                  <a:prstClr val="black"/>
                </a:solidFill>
                <a:effectLst/>
                <a:uLnTx/>
                <a:uFillTx/>
                <a:ea typeface="+mn-ea"/>
                <a:cs typeface="Yu Gothic"/>
              </a:rPr>
              <a:t>と</a:t>
            </a:r>
            <a:r>
              <a:rPr kumimoji="0" lang="en-GB" altLang="ja-JP" sz="2400" b="0" i="0" u="none" strike="noStrike" kern="1200" cap="none" spc="0" normalizeH="0" baseline="0" noProof="0" dirty="0">
                <a:ln>
                  <a:noFill/>
                </a:ln>
                <a:solidFill>
                  <a:prstClr val="black"/>
                </a:solidFill>
                <a:effectLst/>
                <a:uLnTx/>
                <a:uFillTx/>
                <a:ea typeface="+mn-ea"/>
                <a:cs typeface="Yu Gothic"/>
              </a:rPr>
              <a:t> Python </a:t>
            </a:r>
            <a:r>
              <a:rPr kumimoji="0" lang="ja-JP" altLang="en-US" sz="2400" b="0" i="0" u="none" strike="noStrike" kern="1200" cap="none" spc="0" normalizeH="0" baseline="0" noProof="0" dirty="0">
                <a:ln>
                  <a:noFill/>
                </a:ln>
                <a:solidFill>
                  <a:prstClr val="black"/>
                </a:solidFill>
                <a:effectLst/>
                <a:uLnTx/>
                <a:uFillTx/>
                <a:ea typeface="+mn-ea"/>
                <a:cs typeface="Yu Gothic"/>
              </a:rPr>
              <a:t>には以下</a:t>
            </a:r>
            <a:r>
              <a:rPr kumimoji="0" lang="en-GB" altLang="ja-JP" sz="2400" b="0" i="0" u="none" strike="noStrike" kern="1200" cap="none" spc="0" normalizeH="0" baseline="0" noProof="0" dirty="0">
                <a:ln>
                  <a:noFill/>
                </a:ln>
                <a:solidFill>
                  <a:prstClr val="black"/>
                </a:solidFill>
                <a:effectLst/>
                <a:uLnTx/>
                <a:uFillTx/>
                <a:ea typeface="+mn-ea"/>
                <a:cs typeface="Yu Gothic"/>
              </a:rPr>
              <a:t>3</a:t>
            </a:r>
            <a:r>
              <a:rPr kumimoji="0" lang="ja-JP" altLang="en-US" sz="2400" b="0" i="0" u="none" strike="noStrike" kern="1200" cap="none" spc="0" normalizeH="0" baseline="0" noProof="0" dirty="0">
                <a:ln>
                  <a:noFill/>
                </a:ln>
                <a:solidFill>
                  <a:prstClr val="black"/>
                </a:solidFill>
                <a:effectLst/>
                <a:uLnTx/>
                <a:uFillTx/>
                <a:ea typeface="+mn-ea"/>
                <a:cs typeface="Yu Gothic"/>
              </a:rPr>
              <a:t>つの大きな共通点がある。</a:t>
            </a: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ea typeface="+mn-ea"/>
              <a:cs typeface="Yu Gothic"/>
            </a:endParaRPr>
          </a:p>
          <a:p>
            <a:pPr marL="374015" marR="0" lvl="0" indent="-361950" algn="l" defTabSz="914400" rtl="0" eaLnBrk="1" fontAlgn="auto" latinLnBrk="0" hangingPunct="1">
              <a:lnSpc>
                <a:spcPct val="100000"/>
              </a:lnSpc>
              <a:spcBef>
                <a:spcPts val="0"/>
              </a:spcBef>
              <a:spcAft>
                <a:spcPts val="0"/>
              </a:spcAft>
              <a:buClr>
                <a:srgbClr val="000000"/>
              </a:buClr>
              <a:buSzTx/>
              <a:buFont typeface="Calibri"/>
              <a:buAutoNum type="arabicPeriod"/>
              <a:tabLst>
                <a:tab pos="374650" algn="l"/>
              </a:tabLst>
              <a:defRPr/>
            </a:pPr>
            <a:r>
              <a:rPr kumimoji="0" lang="ja-JP" altLang="en-US" sz="2400" b="1" i="0" u="heavy" strike="noStrike" kern="1200" cap="none" spc="0" normalizeH="0" baseline="0" noProof="0" dirty="0">
                <a:ln>
                  <a:noFill/>
                </a:ln>
                <a:solidFill>
                  <a:srgbClr val="0462C1"/>
                </a:solidFill>
                <a:effectLst/>
                <a:uLnTx/>
                <a:uFill>
                  <a:solidFill>
                    <a:srgbClr val="0462C1"/>
                  </a:solidFill>
                </a:uFill>
                <a:ea typeface="+mn-ea"/>
                <a:cs typeface="Yu Gothic"/>
                <a:hlinkClick r:id="rId3"/>
              </a:rPr>
              <a:t>オブジェクト指向である</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ja-JP" altLang="en-US" sz="2400" b="1" i="0" u="heavy" strike="noStrike" kern="1200" cap="none" spc="-5" normalizeH="0" baseline="0" noProof="0" dirty="0">
                <a:ln>
                  <a:noFill/>
                </a:ln>
                <a:solidFill>
                  <a:srgbClr val="0462C1"/>
                </a:solidFill>
                <a:effectLst/>
                <a:uLnTx/>
                <a:uFill>
                  <a:solidFill>
                    <a:srgbClr val="0462C1"/>
                  </a:solidFill>
                </a:uFill>
                <a:ea typeface="+mn-ea"/>
                <a:cs typeface="Yu Gothic"/>
                <a:hlinkClick r:id="rId4"/>
              </a:rPr>
              <a:t>動的型付け言語である</a:t>
            </a:r>
            <a:endParaRPr kumimoji="0" lang="en-GB" altLang="ja-JP" sz="2400" b="1" i="0" u="heavy" strike="noStrike" kern="1200" cap="none" spc="-5" normalizeH="0" baseline="0" noProof="0" dirty="0">
              <a:ln>
                <a:noFill/>
              </a:ln>
              <a:solidFill>
                <a:srgbClr val="0462C1"/>
              </a:solidFill>
              <a:effectLst/>
              <a:uLnTx/>
              <a:uFill>
                <a:solidFill>
                  <a:srgbClr val="0462C1"/>
                </a:solidFill>
              </a:uFill>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lang="ja-JP" altLang="en-US" sz="2400" b="1" spc="-5" dirty="0">
                <a:solidFill>
                  <a:srgbClr val="0462C1"/>
                </a:solidFill>
                <a:uFill>
                  <a:solidFill>
                    <a:srgbClr val="0462C1"/>
                  </a:solidFill>
                </a:uFill>
                <a:cs typeface="Yu Gothic"/>
                <a:hlinkClick r:id="rId5" action="ppaction://hlinksldjump"/>
              </a:rPr>
              <a:t>開発者体験重視である</a:t>
            </a:r>
            <a:endParaRPr kumimoji="0" lang="ja-JP" altLang="en-US" sz="2400" b="0" i="0"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Ruby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と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Python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の三大共通点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fontScale="77500" lnSpcReduction="20000"/>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cs typeface="Yu Gothic"/>
              </a:rPr>
              <a:t>①</a:t>
            </a:r>
            <a:r>
              <a:rPr kumimoji="0" lang="ja-JP" altLang="en-US" sz="2800" b="1" i="0" u="none" strike="noStrike" kern="1200" cap="none" spc="-165" normalizeH="0" baseline="0" noProof="0" dirty="0">
                <a:ln>
                  <a:noFill/>
                </a:ln>
                <a:solidFill>
                  <a:prstClr val="black"/>
                </a:solidFill>
                <a:effectLst/>
                <a:uLnTx/>
                <a:uFillTx/>
                <a:cs typeface="Yu Gothic"/>
              </a:rPr>
              <a:t> </a:t>
            </a:r>
            <a:r>
              <a:rPr kumimoji="0" lang="ja-JP" altLang="en-US" sz="2800" b="1" i="0" u="none" strike="noStrike" kern="1200" cap="none" spc="-5" normalizeH="0" baseline="0" noProof="0" dirty="0">
                <a:ln>
                  <a:noFill/>
                </a:ln>
                <a:solidFill>
                  <a:prstClr val="black"/>
                </a:solidFill>
                <a:effectLst/>
                <a:uLnTx/>
                <a:uFillTx/>
                <a:cs typeface="Yu Gothic"/>
              </a:rPr>
              <a:t>オブジェクト指向である</a:t>
            </a:r>
            <a:endParaRPr kumimoji="0" lang="ja-JP" altLang="en-US" sz="2800" b="0" i="0" u="none" strike="noStrike" kern="1200" cap="none" spc="0" normalizeH="0" baseline="0" noProof="0" dirty="0">
              <a:ln>
                <a:noFill/>
              </a:ln>
              <a:solidFill>
                <a:prstClr val="black"/>
              </a:solidFill>
              <a:effectLst/>
              <a:uLnTx/>
              <a:uFillTx/>
              <a:cs typeface="Yu Gothic"/>
            </a:endParaRPr>
          </a:p>
          <a:p>
            <a:pPr marL="12700" marR="158750" lvl="0" indent="0" algn="just" defTabSz="914400" rtl="0" eaLnBrk="1" fontAlgn="auto" latinLnBrk="0" hangingPunct="1">
              <a:lnSpc>
                <a:spcPts val="2590"/>
              </a:lnSpc>
              <a:spcBef>
                <a:spcPts val="107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cs typeface="Yu Gothic"/>
              </a:rPr>
              <a:t>オブジェクト指向の三原則は以下の通りである。</a:t>
            </a:r>
          </a:p>
          <a:p>
            <a:pPr marL="357188" marR="158750" lvl="0" indent="-344488" algn="just" defTabSz="914400" rtl="0" eaLnBrk="1" fontAlgn="auto" latinLnBrk="0" hangingPunct="1">
              <a:lnSpc>
                <a:spcPts val="2590"/>
              </a:lnSpc>
              <a:spcBef>
                <a:spcPts val="1070"/>
              </a:spcBef>
              <a:spcAft>
                <a:spcPts val="0"/>
              </a:spcAft>
              <a:buClrTx/>
              <a:buSzTx/>
              <a:buFont typeface="+mj-lt"/>
              <a:buAutoNum type="arabicPeriod"/>
              <a:tabLst/>
              <a:defRPr/>
            </a:pPr>
            <a:r>
              <a:rPr kumimoji="0" lang="ja-JP" altLang="en-US" sz="2400" b="1" i="0" u="none" strike="noStrike" kern="1200" cap="none" spc="0" normalizeH="0" baseline="0" noProof="0" dirty="0">
                <a:ln>
                  <a:noFill/>
                </a:ln>
                <a:solidFill>
                  <a:prstClr val="black"/>
                </a:solidFill>
                <a:effectLst/>
                <a:uLnTx/>
                <a:uFillTx/>
                <a:cs typeface="Yu Gothic"/>
              </a:rPr>
              <a:t>継承</a:t>
            </a:r>
            <a:r>
              <a:rPr kumimoji="0" lang="en-GB" altLang="ja-JP" sz="2400" b="1" i="0" u="none" strike="noStrike" kern="1200" cap="none" spc="0" normalizeH="0" baseline="0" noProof="0" dirty="0">
                <a:ln>
                  <a:noFill/>
                </a:ln>
                <a:solidFill>
                  <a:prstClr val="black"/>
                </a:solidFill>
                <a:effectLst/>
                <a:uLnTx/>
                <a:uFillTx/>
                <a:cs typeface="Yu Gothic"/>
              </a:rPr>
              <a:t>:</a:t>
            </a:r>
            <a:r>
              <a:rPr kumimoji="0" lang="en-GB" altLang="ja-JP" sz="2400" i="0" u="none" strike="noStrike" kern="1200" cap="none" spc="0" normalizeH="0" baseline="0" noProof="0" dirty="0">
                <a:ln>
                  <a:noFill/>
                </a:ln>
                <a:solidFill>
                  <a:prstClr val="black"/>
                </a:solidFill>
                <a:effectLst/>
                <a:uLnTx/>
                <a:uFillTx/>
                <a:cs typeface="Yu Gothic"/>
              </a:rPr>
              <a:t> </a:t>
            </a:r>
            <a:r>
              <a:rPr kumimoji="0" lang="ja-JP" altLang="en-US" sz="2400" i="0" u="none" strike="noStrike" kern="1200" cap="none" spc="0" normalizeH="0" baseline="0" noProof="0" dirty="0">
                <a:ln>
                  <a:noFill/>
                </a:ln>
                <a:solidFill>
                  <a:prstClr val="black"/>
                </a:solidFill>
                <a:effectLst/>
                <a:uLnTx/>
                <a:uFillTx/>
                <a:cs typeface="Yu Gothic"/>
              </a:rPr>
              <a:t>親クラス</a:t>
            </a:r>
            <a:r>
              <a:rPr kumimoji="0" lang="en-US" altLang="ja-JP" sz="2400" i="0" u="none" strike="noStrike" kern="1200" cap="none" spc="0" normalizeH="0" baseline="0" noProof="0" dirty="0">
                <a:ln>
                  <a:noFill/>
                </a:ln>
                <a:solidFill>
                  <a:prstClr val="black"/>
                </a:solidFill>
                <a:effectLst/>
                <a:uLnTx/>
                <a:uFillTx/>
                <a:cs typeface="Yu Gothic"/>
              </a:rPr>
              <a:t>(</a:t>
            </a:r>
            <a:r>
              <a:rPr kumimoji="0" lang="ja-JP" altLang="en-US" sz="2400" i="0" u="none" strike="noStrike" kern="1200" cap="none" spc="0" normalizeH="0" baseline="0" noProof="0" dirty="0">
                <a:ln>
                  <a:noFill/>
                </a:ln>
                <a:solidFill>
                  <a:prstClr val="black"/>
                </a:solidFill>
                <a:effectLst/>
                <a:uLnTx/>
                <a:uFillTx/>
                <a:cs typeface="Yu Gothic"/>
              </a:rPr>
              <a:t>基底クラス</a:t>
            </a:r>
            <a:r>
              <a:rPr kumimoji="0" lang="en-US" altLang="ja-JP" sz="2400" i="0" u="none" strike="noStrike" kern="1200" cap="none" spc="0" normalizeH="0" baseline="0" noProof="0" dirty="0">
                <a:ln>
                  <a:noFill/>
                </a:ln>
                <a:solidFill>
                  <a:prstClr val="black"/>
                </a:solidFill>
                <a:effectLst/>
                <a:uLnTx/>
                <a:uFillTx/>
                <a:cs typeface="Yu Gothic"/>
              </a:rPr>
              <a:t>)</a:t>
            </a:r>
            <a:r>
              <a:rPr kumimoji="0" lang="ja-JP" altLang="en-US" sz="2400" i="0" u="none" strike="noStrike" kern="1200" cap="none" spc="0" normalizeH="0" baseline="0" noProof="0" dirty="0">
                <a:ln>
                  <a:noFill/>
                </a:ln>
                <a:solidFill>
                  <a:prstClr val="black"/>
                </a:solidFill>
                <a:effectLst/>
                <a:uLnTx/>
                <a:uFillTx/>
                <a:cs typeface="Yu Gothic"/>
              </a:rPr>
              <a:t>の抽象度の高いメソッドや属性を子クラスが継承。子クラスは親クラス</a:t>
            </a:r>
            <a:r>
              <a:rPr kumimoji="0" lang="en-US" altLang="ja-JP" sz="2400" i="0" u="none" strike="noStrike" kern="1200" cap="none" spc="0" normalizeH="0" baseline="0" noProof="0" dirty="0">
                <a:ln>
                  <a:noFill/>
                </a:ln>
                <a:solidFill>
                  <a:prstClr val="black"/>
                </a:solidFill>
                <a:effectLst/>
                <a:uLnTx/>
                <a:uFillTx/>
                <a:cs typeface="Yu Gothic"/>
              </a:rPr>
              <a:t>(</a:t>
            </a:r>
            <a:r>
              <a:rPr kumimoji="0" lang="ja-JP" altLang="en-US" sz="2400" i="0" u="none" strike="noStrike" kern="1200" cap="none" spc="0" normalizeH="0" baseline="0" noProof="0" dirty="0">
                <a:ln>
                  <a:noFill/>
                </a:ln>
                <a:solidFill>
                  <a:prstClr val="black"/>
                </a:solidFill>
                <a:effectLst/>
                <a:uLnTx/>
                <a:uFillTx/>
                <a:cs typeface="Yu Gothic"/>
              </a:rPr>
              <a:t>基底クラス</a:t>
            </a:r>
            <a:r>
              <a:rPr kumimoji="0" lang="en-US" altLang="ja-JP" sz="2400" i="0" u="none" strike="noStrike" kern="1200" cap="none" spc="0" normalizeH="0" baseline="0" noProof="0" dirty="0">
                <a:ln>
                  <a:noFill/>
                </a:ln>
                <a:solidFill>
                  <a:prstClr val="black"/>
                </a:solidFill>
                <a:effectLst/>
                <a:uLnTx/>
                <a:uFillTx/>
                <a:cs typeface="Yu Gothic"/>
              </a:rPr>
              <a:t>)</a:t>
            </a:r>
            <a:r>
              <a:rPr kumimoji="0" lang="ja-JP" altLang="en-US" sz="2400" i="0" u="none" strike="noStrike" kern="1200" cap="none" spc="0" normalizeH="0" baseline="0" noProof="0" dirty="0">
                <a:ln>
                  <a:noFill/>
                </a:ln>
                <a:solidFill>
                  <a:prstClr val="black"/>
                </a:solidFill>
                <a:effectLst/>
                <a:uLnTx/>
                <a:uFillTx/>
                <a:cs typeface="Yu Gothic"/>
              </a:rPr>
              <a:t>の性質を受け継ぐため、差分のみ実装をすれば良いので再利用性によるコーディング効率化が可能</a:t>
            </a:r>
            <a:endParaRPr kumimoji="0" lang="en-GB" altLang="ja-JP" sz="2400" b="1" i="0" u="none" strike="noStrike" kern="1200" cap="none" spc="0" normalizeH="0" baseline="0" noProof="0" dirty="0">
              <a:ln>
                <a:noFill/>
              </a:ln>
              <a:solidFill>
                <a:prstClr val="black"/>
              </a:solidFill>
              <a:effectLst/>
              <a:uLnTx/>
              <a:uFillTx/>
              <a:cs typeface="Yu Gothic"/>
            </a:endParaRPr>
          </a:p>
          <a:p>
            <a:pPr marL="357188" marR="158750" lvl="0" indent="-344488" algn="just" defTabSz="914400" rtl="0" eaLnBrk="1" fontAlgn="auto" latinLnBrk="0" hangingPunct="1">
              <a:lnSpc>
                <a:spcPts val="2590"/>
              </a:lnSpc>
              <a:spcBef>
                <a:spcPts val="1070"/>
              </a:spcBef>
              <a:spcAft>
                <a:spcPts val="0"/>
              </a:spcAft>
              <a:buClrTx/>
              <a:buSzTx/>
              <a:buFont typeface="+mj-lt"/>
              <a:buAutoNum type="arabicPeriod"/>
              <a:tabLst/>
              <a:defRPr/>
            </a:pPr>
            <a:r>
              <a:rPr kumimoji="0" lang="ja-JP" altLang="en-US" sz="2400" b="1" i="0" u="none" strike="noStrike" kern="1200" cap="none" spc="0" normalizeH="0" baseline="0" noProof="0" dirty="0">
                <a:ln>
                  <a:noFill/>
                </a:ln>
                <a:solidFill>
                  <a:prstClr val="black"/>
                </a:solidFill>
                <a:effectLst/>
                <a:uLnTx/>
                <a:uFillTx/>
                <a:cs typeface="Yu Gothic"/>
              </a:rPr>
              <a:t>ポリモーフィズム</a:t>
            </a:r>
            <a:r>
              <a:rPr kumimoji="0" lang="en-US" altLang="ja-JP" sz="2400" b="1" i="0" u="none" strike="noStrike" kern="1200" cap="none" spc="0" normalizeH="0" baseline="0" noProof="0" dirty="0">
                <a:ln>
                  <a:noFill/>
                </a:ln>
                <a:solidFill>
                  <a:prstClr val="black"/>
                </a:solidFill>
                <a:effectLst/>
                <a:uLnTx/>
                <a:uFillTx/>
                <a:cs typeface="Yu Gothic"/>
              </a:rPr>
              <a:t>(</a:t>
            </a:r>
            <a:r>
              <a:rPr kumimoji="0" lang="ja-JP" altLang="en-US" sz="2400" b="1" i="0" u="none" strike="noStrike" kern="1200" cap="none" spc="0" normalizeH="0" baseline="0" noProof="0" dirty="0">
                <a:ln>
                  <a:noFill/>
                </a:ln>
                <a:solidFill>
                  <a:prstClr val="black"/>
                </a:solidFill>
                <a:effectLst/>
                <a:uLnTx/>
                <a:uFillTx/>
                <a:cs typeface="Yu Gothic"/>
              </a:rPr>
              <a:t>多様性</a:t>
            </a:r>
            <a:r>
              <a:rPr kumimoji="0" lang="en-US" altLang="ja-JP" sz="2400" b="1" i="0" u="none" strike="noStrike" kern="1200" cap="none" spc="0" normalizeH="0" baseline="0" noProof="0" dirty="0">
                <a:ln>
                  <a:noFill/>
                </a:ln>
                <a:solidFill>
                  <a:prstClr val="black"/>
                </a:solidFill>
                <a:effectLst/>
                <a:uLnTx/>
                <a:uFillTx/>
                <a:cs typeface="Yu Gothic"/>
              </a:rPr>
              <a:t>):</a:t>
            </a:r>
            <a:r>
              <a:rPr lang="en-GB" altLang="ja-JP" sz="2400" dirty="0">
                <a:solidFill>
                  <a:prstClr val="black"/>
                </a:solidFill>
                <a:cs typeface="Yu Gothic"/>
              </a:rPr>
              <a:t> </a:t>
            </a:r>
            <a:r>
              <a:rPr lang="ja-JP" altLang="en-US" sz="2400" dirty="0">
                <a:solidFill>
                  <a:prstClr val="black"/>
                </a:solidFill>
                <a:cs typeface="Yu Gothic"/>
              </a:rPr>
              <a:t>メソッド呼び出しというメッセージを受け取るレシーバーによって挙動が異なること</a:t>
            </a:r>
            <a:r>
              <a:rPr lang="en-GB" altLang="ja-JP" sz="2400" dirty="0">
                <a:solidFill>
                  <a:prstClr val="black"/>
                </a:solidFill>
                <a:cs typeface="Yu Gothic"/>
              </a:rPr>
              <a:t>(e.g.,</a:t>
            </a:r>
            <a:r>
              <a:rPr lang="ja-JP" altLang="en-US" sz="2400" dirty="0">
                <a:solidFill>
                  <a:prstClr val="black"/>
                </a:solidFill>
                <a:cs typeface="Yu Gothic"/>
              </a:rPr>
              <a:t> </a:t>
            </a:r>
            <a:r>
              <a:rPr lang="en-GB" altLang="ja-JP" sz="2400" dirty="0">
                <a:solidFill>
                  <a:prstClr val="black"/>
                </a:solidFill>
                <a:cs typeface="Yu Gothic"/>
              </a:rPr>
              <a:t>Doctor#practice </a:t>
            </a:r>
            <a:r>
              <a:rPr lang="ja-JP" altLang="en-US" sz="2400" dirty="0">
                <a:solidFill>
                  <a:prstClr val="black"/>
                </a:solidFill>
                <a:cs typeface="Yu Gothic"/>
              </a:rPr>
              <a:t>は「～を開業する」という行為を、</a:t>
            </a:r>
            <a:r>
              <a:rPr lang="en-GB" altLang="ja-JP" sz="2400" dirty="0">
                <a:solidFill>
                  <a:prstClr val="black"/>
                </a:solidFill>
                <a:cs typeface="Yu Gothic"/>
              </a:rPr>
              <a:t>Athlete#practice </a:t>
            </a:r>
            <a:r>
              <a:rPr lang="ja-JP" altLang="en-US" sz="2400" dirty="0">
                <a:solidFill>
                  <a:prstClr val="black"/>
                </a:solidFill>
                <a:cs typeface="Yu Gothic"/>
              </a:rPr>
              <a:t>は「～を練習する」といった具合</a:t>
            </a:r>
            <a:r>
              <a:rPr lang="en-GB" altLang="ja-JP" sz="2400" dirty="0">
                <a:solidFill>
                  <a:prstClr val="black"/>
                </a:solidFill>
                <a:cs typeface="Yu Gothic"/>
              </a:rPr>
              <a:t>)</a:t>
            </a:r>
            <a:endParaRPr lang="en-GB" altLang="ja-JP" sz="2400" b="1" dirty="0">
              <a:solidFill>
                <a:prstClr val="black"/>
              </a:solidFill>
              <a:cs typeface="Yu Gothic"/>
            </a:endParaRPr>
          </a:p>
          <a:p>
            <a:pPr marL="357188" marR="158750" lvl="0" indent="-344488" algn="just" defTabSz="914400" rtl="0" eaLnBrk="1" fontAlgn="auto" latinLnBrk="0" hangingPunct="1">
              <a:lnSpc>
                <a:spcPts val="2590"/>
              </a:lnSpc>
              <a:spcBef>
                <a:spcPts val="1070"/>
              </a:spcBef>
              <a:spcAft>
                <a:spcPts val="0"/>
              </a:spcAft>
              <a:buClrTx/>
              <a:buSzTx/>
              <a:buFont typeface="+mj-lt"/>
              <a:buAutoNum type="arabicPeriod"/>
              <a:tabLst/>
              <a:defRPr/>
            </a:pPr>
            <a:r>
              <a:rPr lang="ja-JP" altLang="en-US" sz="2400" b="1" dirty="0">
                <a:solidFill>
                  <a:prstClr val="black"/>
                </a:solidFill>
                <a:cs typeface="Yu Gothic"/>
              </a:rPr>
              <a:t>カプセル化</a:t>
            </a:r>
            <a:r>
              <a:rPr lang="en-GB" altLang="ja-JP" sz="2400" b="1" dirty="0">
                <a:solidFill>
                  <a:prstClr val="black"/>
                </a:solidFill>
                <a:cs typeface="Yu Gothic"/>
              </a:rPr>
              <a:t>: </a:t>
            </a:r>
            <a:r>
              <a:rPr lang="ja-JP" altLang="en-US" sz="2400" dirty="0">
                <a:solidFill>
                  <a:prstClr val="black"/>
                </a:solidFill>
                <a:cs typeface="Yu Gothic"/>
              </a:rPr>
              <a:t>内部の詳細な処理やデータを隠蔽し、</a:t>
            </a:r>
            <a:r>
              <a:rPr lang="en-GB" altLang="ja-JP" sz="2400" dirty="0">
                <a:solidFill>
                  <a:prstClr val="black"/>
                </a:solidFill>
                <a:cs typeface="Yu Gothic"/>
              </a:rPr>
              <a:t>I/F </a:t>
            </a:r>
            <a:r>
              <a:rPr lang="ja-JP" altLang="en-US" sz="2400" dirty="0">
                <a:solidFill>
                  <a:prstClr val="black"/>
                </a:solidFill>
                <a:cs typeface="Yu Gothic"/>
              </a:rPr>
              <a:t>を通じたレシーバー間のメッセージ</a:t>
            </a:r>
            <a:r>
              <a:rPr lang="en-GB" altLang="ja-JP" sz="2400" dirty="0">
                <a:solidFill>
                  <a:prstClr val="black"/>
                </a:solidFill>
                <a:cs typeface="Yu Gothic"/>
              </a:rPr>
              <a:t>(</a:t>
            </a:r>
            <a:r>
              <a:rPr lang="ja-JP" altLang="en-US" sz="2400" dirty="0">
                <a:solidFill>
                  <a:prstClr val="black"/>
                </a:solidFill>
                <a:cs typeface="Yu Gothic"/>
              </a:rPr>
              <a:t>メソッドコールや属性へのアクセス</a:t>
            </a:r>
            <a:r>
              <a:rPr lang="en-GB" altLang="ja-JP" sz="2400" dirty="0">
                <a:solidFill>
                  <a:prstClr val="black"/>
                </a:solidFill>
                <a:cs typeface="Yu Gothic"/>
              </a:rPr>
              <a:t>)</a:t>
            </a:r>
            <a:r>
              <a:rPr lang="ja-JP" altLang="en-US" sz="2400" dirty="0">
                <a:solidFill>
                  <a:prstClr val="black"/>
                </a:solidFill>
                <a:cs typeface="Yu Gothic"/>
              </a:rPr>
              <a:t>に起因する外側から見た振舞いのみに関心を持つ仕様のこと。内部処理への強結合を仕様レベルで防ぐことで保守性を担保出来る側面を持つ</a:t>
            </a:r>
            <a:endParaRPr kumimoji="0" lang="ja-JP" altLang="en-US" sz="2400" b="1" i="0" u="none" strike="noStrike" kern="1200" cap="none" spc="0" normalizeH="0" baseline="0" noProof="0" dirty="0">
              <a:ln>
                <a:noFill/>
              </a:ln>
              <a:solidFill>
                <a:prstClr val="black"/>
              </a:solidFill>
              <a:effectLst/>
              <a:uLnTx/>
              <a:uFillTx/>
              <a:cs typeface="Yu Gothic"/>
            </a:endParaRPr>
          </a:p>
        </p:txBody>
      </p:sp>
    </p:spTree>
    <p:extLst>
      <p:ext uri="{BB962C8B-B14F-4D97-AF65-F5344CB8AC3E}">
        <p14:creationId xmlns:p14="http://schemas.microsoft.com/office/powerpoint/2010/main" val="1761223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Ruby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と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Python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の三大共通点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lnSpcReduction="10000"/>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800" b="1" i="0" u="none" strike="noStrike" kern="0" cap="none" spc="-5" normalizeH="0" baseline="0" noProof="0" dirty="0">
                <a:ln>
                  <a:noFill/>
                </a:ln>
                <a:solidFill>
                  <a:prstClr val="black"/>
                </a:solidFill>
                <a:effectLst/>
                <a:uLnTx/>
                <a:uFillTx/>
                <a:ea typeface="+mn-ea"/>
              </a:rPr>
              <a:t>②</a:t>
            </a:r>
            <a:r>
              <a:rPr kumimoji="0" lang="ja-JP" altLang="en-US" sz="2800" b="1" i="0" u="none" strike="noStrike" kern="0" cap="none" spc="-165" normalizeH="0" baseline="0" noProof="0" dirty="0">
                <a:ln>
                  <a:noFill/>
                </a:ln>
                <a:solidFill>
                  <a:prstClr val="black"/>
                </a:solidFill>
                <a:effectLst/>
                <a:uLnTx/>
                <a:uFillTx/>
                <a:ea typeface="+mn-ea"/>
              </a:rPr>
              <a:t> </a:t>
            </a:r>
            <a:r>
              <a:rPr kumimoji="0" lang="ja-JP" altLang="en-US" sz="2800" b="1" i="0" u="none" strike="noStrike" kern="0" cap="none" spc="-5" normalizeH="0" baseline="0" noProof="0" dirty="0">
                <a:ln>
                  <a:noFill/>
                </a:ln>
                <a:solidFill>
                  <a:prstClr val="black"/>
                </a:solidFill>
                <a:effectLst/>
                <a:uLnTx/>
                <a:uFillTx/>
                <a:ea typeface="+mn-ea"/>
              </a:rPr>
              <a:t>動的型付け言語である</a:t>
            </a:r>
            <a:endParaRPr kumimoji="0" lang="en-GB" altLang="ja-JP" sz="2800" b="1"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400" i="0" u="none" strike="noStrike" kern="0" cap="none" spc="-5" normalizeH="0" baseline="0" noProof="0" dirty="0">
                <a:ln>
                  <a:noFill/>
                </a:ln>
                <a:solidFill>
                  <a:prstClr val="black"/>
                </a:solidFill>
                <a:effectLst/>
                <a:uLnTx/>
                <a:uFillTx/>
                <a:ea typeface="+mn-ea"/>
              </a:rPr>
              <a:t>コンパイル時にデータ型が決定するのが「</a:t>
            </a:r>
            <a:r>
              <a:rPr kumimoji="0" lang="ja-JP" altLang="en-US" sz="2400" b="1" i="0" u="none" strike="noStrike" kern="0" cap="none" spc="-5" normalizeH="0" baseline="0" noProof="0" dirty="0">
                <a:ln>
                  <a:noFill/>
                </a:ln>
                <a:solidFill>
                  <a:prstClr val="black"/>
                </a:solidFill>
                <a:effectLst/>
                <a:uLnTx/>
                <a:uFillTx/>
                <a:ea typeface="+mn-ea"/>
              </a:rPr>
              <a:t>静的型付け</a:t>
            </a:r>
            <a:r>
              <a:rPr kumimoji="0" lang="ja-JP" altLang="en-US" sz="2400" i="0" u="none" strike="noStrike" kern="0" cap="none" spc="-5" normalizeH="0" baseline="0" noProof="0" dirty="0">
                <a:ln>
                  <a:noFill/>
                </a:ln>
                <a:solidFill>
                  <a:prstClr val="black"/>
                </a:solidFill>
                <a:effectLst/>
                <a:uLnTx/>
                <a:uFillTx/>
                <a:ea typeface="+mn-ea"/>
              </a:rPr>
              <a:t>」、実行時にデータ型が変数のデータによって決定するのが「</a:t>
            </a:r>
            <a:r>
              <a:rPr kumimoji="0" lang="ja-JP" altLang="en-US" sz="2400" b="1" i="0" u="none" strike="noStrike" kern="0" cap="none" spc="-5" normalizeH="0" baseline="0" noProof="0" dirty="0">
                <a:ln>
                  <a:noFill/>
                </a:ln>
                <a:solidFill>
                  <a:prstClr val="black"/>
                </a:solidFill>
                <a:effectLst/>
                <a:uLnTx/>
                <a:uFillTx/>
                <a:ea typeface="+mn-ea"/>
              </a:rPr>
              <a:t>動的型付け</a:t>
            </a:r>
            <a:r>
              <a:rPr kumimoji="0" lang="ja-JP" altLang="en-US" sz="2400" i="0" u="none" strike="noStrike" kern="0" cap="none" spc="-5" normalizeH="0" baseline="0" noProof="0" dirty="0">
                <a:ln>
                  <a:noFill/>
                </a:ln>
                <a:solidFill>
                  <a:prstClr val="black"/>
                </a:solidFill>
                <a:effectLst/>
                <a:uLnTx/>
                <a:uFillTx/>
                <a:ea typeface="+mn-ea"/>
              </a:rPr>
              <a:t>」である。</a:t>
            </a: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lang="ja-JP" altLang="en-US" sz="2400" kern="0" spc="-5" dirty="0">
                <a:solidFill>
                  <a:prstClr val="black"/>
                </a:solidFill>
              </a:rPr>
              <a:t>前者は</a:t>
            </a:r>
            <a:r>
              <a:rPr lang="en-GB" altLang="ja-JP" sz="2400" kern="0" spc="-5" dirty="0">
                <a:solidFill>
                  <a:prstClr val="black"/>
                </a:solidFill>
              </a:rPr>
              <a:t> C </a:t>
            </a:r>
            <a:r>
              <a:rPr lang="ja-JP" altLang="en-US" sz="2400" kern="0" spc="-5" dirty="0">
                <a:solidFill>
                  <a:prstClr val="black"/>
                </a:solidFill>
              </a:rPr>
              <a:t>・</a:t>
            </a:r>
            <a:r>
              <a:rPr lang="en-GB" altLang="ja-JP" sz="2400" kern="0" spc="-5" dirty="0">
                <a:solidFill>
                  <a:prstClr val="black"/>
                </a:solidFill>
              </a:rPr>
              <a:t>Java</a:t>
            </a:r>
            <a:r>
              <a:rPr lang="ja-JP" altLang="en-US" sz="2400" kern="0" spc="-5" dirty="0">
                <a:solidFill>
                  <a:prstClr val="black"/>
                </a:solidFill>
              </a:rPr>
              <a:t>・</a:t>
            </a:r>
            <a:r>
              <a:rPr lang="en-GB" altLang="ja-JP" sz="2400" kern="0" spc="-5" dirty="0">
                <a:solidFill>
                  <a:prstClr val="black"/>
                </a:solidFill>
              </a:rPr>
              <a:t>TypeScript</a:t>
            </a:r>
            <a:r>
              <a:rPr lang="ja-JP" altLang="en-US" sz="2400" kern="0" spc="-5" dirty="0">
                <a:solidFill>
                  <a:prstClr val="black"/>
                </a:solidFill>
              </a:rPr>
              <a:t>、後者は</a:t>
            </a:r>
            <a:r>
              <a:rPr lang="en-GB" altLang="ja-JP" sz="2400" kern="0" spc="-5" dirty="0">
                <a:solidFill>
                  <a:prstClr val="black"/>
                </a:solidFill>
              </a:rPr>
              <a:t> Ruby</a:t>
            </a:r>
            <a:r>
              <a:rPr lang="ja-JP" altLang="en-US" sz="2400" kern="0" spc="-5" dirty="0">
                <a:solidFill>
                  <a:prstClr val="black"/>
                </a:solidFill>
              </a:rPr>
              <a:t>・</a:t>
            </a:r>
            <a:r>
              <a:rPr lang="en-GB" altLang="ja-JP" sz="2400" kern="0" spc="-5" dirty="0">
                <a:solidFill>
                  <a:prstClr val="black"/>
                </a:solidFill>
              </a:rPr>
              <a:t>Python</a:t>
            </a:r>
            <a:r>
              <a:rPr lang="ja-JP" altLang="en-US" sz="2400" kern="0" spc="-5" dirty="0">
                <a:solidFill>
                  <a:prstClr val="black"/>
                </a:solidFill>
              </a:rPr>
              <a:t>・</a:t>
            </a:r>
            <a:r>
              <a:rPr lang="en-GB" altLang="ja-JP" sz="2400" kern="0" spc="-5" dirty="0">
                <a:solidFill>
                  <a:prstClr val="black"/>
                </a:solidFill>
              </a:rPr>
              <a:t>JavaScript</a:t>
            </a:r>
            <a:r>
              <a:rPr lang="ja-JP" altLang="en-US" sz="2400" kern="0" spc="-5" dirty="0">
                <a:solidFill>
                  <a:prstClr val="black"/>
                </a:solidFill>
              </a:rPr>
              <a:t>・</a:t>
            </a:r>
            <a:r>
              <a:rPr lang="en-GB" altLang="ja-JP" sz="2400" kern="0" spc="-5" dirty="0">
                <a:solidFill>
                  <a:prstClr val="black"/>
                </a:solidFill>
              </a:rPr>
              <a:t>PHP </a:t>
            </a:r>
            <a:r>
              <a:rPr lang="ja-JP" altLang="en-US" sz="2400" kern="0" spc="-5" dirty="0">
                <a:solidFill>
                  <a:prstClr val="black"/>
                </a:solidFill>
              </a:rPr>
              <a:t>などが当てはまる。</a:t>
            </a:r>
            <a:endParaRPr lang="en-GB" altLang="ja-JP" sz="2400" kern="0" spc="-5" dirty="0">
              <a:solidFill>
                <a:prstClr val="black"/>
              </a:solidFill>
            </a:endParaRP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cs typeface="Calibri"/>
              </a:rPr>
              <a:t>Ruby </a:t>
            </a:r>
            <a:r>
              <a:rPr lang="ja-JP" altLang="en-US" sz="2400" kern="0" spc="-5" dirty="0">
                <a:solidFill>
                  <a:prstClr val="black"/>
                </a:solidFill>
                <a:cs typeface="Calibri"/>
              </a:rPr>
              <a:t>や</a:t>
            </a:r>
            <a:r>
              <a:rPr lang="en-GB" altLang="ja-JP" sz="2400" kern="0" spc="-5" dirty="0">
                <a:solidFill>
                  <a:prstClr val="black"/>
                </a:solidFill>
                <a:cs typeface="Calibri"/>
              </a:rPr>
              <a:t> Python </a:t>
            </a:r>
            <a:r>
              <a:rPr lang="ja-JP" altLang="en-US" sz="2400" kern="0" spc="-5" dirty="0">
                <a:solidFill>
                  <a:prstClr val="black"/>
                </a:solidFill>
                <a:cs typeface="Calibri"/>
              </a:rPr>
              <a:t>などの</a:t>
            </a:r>
            <a:r>
              <a:rPr lang="ja-JP" altLang="en-US" sz="2400" b="1" kern="0" spc="-5" dirty="0">
                <a:solidFill>
                  <a:prstClr val="black"/>
                </a:solidFill>
                <a:cs typeface="Calibri"/>
              </a:rPr>
              <a:t>動的型付け言語は実装者である人間が干渉できないため、実行時まで変数にどんな型のデータが入っているかが分からない</a:t>
            </a:r>
            <a:r>
              <a:rPr lang="ja-JP" altLang="en-US" sz="2400" kern="0" spc="-5" dirty="0">
                <a:solidFill>
                  <a:prstClr val="black"/>
                </a:solidFill>
                <a:cs typeface="Calibri"/>
              </a:rPr>
              <a:t>。</a:t>
            </a:r>
            <a:endParaRPr lang="en-GB" altLang="ja-JP" sz="2400" kern="0" spc="-5" dirty="0">
              <a:solidFill>
                <a:prstClr val="black"/>
              </a:solidFill>
              <a:cs typeface="Calibri"/>
            </a:endParaRPr>
          </a:p>
          <a:p>
            <a:pPr marL="42545" marR="0" lvl="0" indent="0" defTabSz="914400" eaLnBrk="1" fontAlgn="auto" latinLnBrk="0" hangingPunct="1">
              <a:lnSpc>
                <a:spcPct val="100000"/>
              </a:lnSpc>
              <a:spcBef>
                <a:spcPts val="384"/>
              </a:spcBef>
              <a:spcAft>
                <a:spcPts val="0"/>
              </a:spcAft>
              <a:buClrTx/>
              <a:buSzTx/>
              <a:buFontTx/>
              <a:buNone/>
              <a:tabLst/>
              <a:defRPr/>
            </a:pPr>
            <a:r>
              <a:rPr lang="ja-JP" altLang="en-US" sz="2400" kern="0" spc="-5" dirty="0">
                <a:solidFill>
                  <a:prstClr val="black"/>
                </a:solidFill>
                <a:cs typeface="Calibri"/>
              </a:rPr>
              <a:t>そのため、</a:t>
            </a:r>
            <a:r>
              <a:rPr lang="ja-JP" altLang="en-US" sz="2400" b="1" kern="0" spc="-5" dirty="0">
                <a:solidFill>
                  <a:prstClr val="black"/>
                </a:solidFill>
                <a:cs typeface="Calibri"/>
              </a:rPr>
              <a:t>それが一見して分かるような変数の命名は特に重要である</a:t>
            </a:r>
            <a:r>
              <a:rPr lang="ja-JP" altLang="en-US" sz="2400" kern="0" spc="-5" dirty="0">
                <a:solidFill>
                  <a:prstClr val="black"/>
                </a:solidFill>
                <a:cs typeface="Calibri"/>
              </a:rPr>
              <a:t>。</a:t>
            </a:r>
            <a:endParaRPr lang="en-GB" altLang="ja-JP" sz="2400" kern="0" spc="-5" dirty="0">
              <a:solidFill>
                <a:prstClr val="black"/>
              </a:solidFill>
              <a:cs typeface="Calibri"/>
            </a:endParaRPr>
          </a:p>
          <a:p>
            <a:pPr marL="42545" marR="0" lvl="0" indent="0" defTabSz="914400" eaLnBrk="1" fontAlgn="auto" latinLnBrk="0" hangingPunct="1">
              <a:lnSpc>
                <a:spcPct val="100000"/>
              </a:lnSpc>
              <a:spcBef>
                <a:spcPts val="384"/>
              </a:spcBef>
              <a:spcAft>
                <a:spcPts val="0"/>
              </a:spcAft>
              <a:buClrTx/>
              <a:buSzTx/>
              <a:buFontTx/>
              <a:buNone/>
              <a:tabLst/>
              <a:defRPr/>
            </a:pPr>
            <a:r>
              <a:rPr lang="en-US" altLang="ja-JP" sz="2400" dirty="0">
                <a:solidFill>
                  <a:prstClr val="black"/>
                </a:solidFill>
                <a:cs typeface="Calibri"/>
              </a:rPr>
              <a:t>『</a:t>
            </a:r>
            <a:r>
              <a:rPr lang="ja-JP" altLang="en-US" sz="2400" dirty="0">
                <a:solidFill>
                  <a:prstClr val="black"/>
                </a:solidFill>
                <a:cs typeface="Calibri"/>
                <a:hlinkClick r:id="rId3"/>
              </a:rPr>
              <a:t>プログラマが知るべき</a:t>
            </a:r>
            <a:r>
              <a:rPr lang="en-US" altLang="ja-JP" sz="2400" dirty="0">
                <a:solidFill>
                  <a:prstClr val="black"/>
                </a:solidFill>
                <a:cs typeface="Calibri"/>
                <a:hlinkClick r:id="rId3"/>
              </a:rPr>
              <a:t>97</a:t>
            </a:r>
            <a:r>
              <a:rPr lang="ja-JP" altLang="en-US" sz="2400" dirty="0">
                <a:solidFill>
                  <a:prstClr val="black"/>
                </a:solidFill>
                <a:cs typeface="Calibri"/>
                <a:hlinkClick r:id="rId3"/>
              </a:rPr>
              <a:t>のこと </a:t>
            </a:r>
            <a:r>
              <a:rPr lang="en-US" altLang="ja-JP" sz="2400" dirty="0">
                <a:solidFill>
                  <a:prstClr val="black"/>
                </a:solidFill>
                <a:cs typeface="Calibri"/>
                <a:hlinkClick r:id="rId3"/>
              </a:rPr>
              <a:t>&gt; 107. </a:t>
            </a:r>
            <a:r>
              <a:rPr lang="ja-JP" altLang="en-US" sz="2400" dirty="0">
                <a:solidFill>
                  <a:prstClr val="black"/>
                </a:solidFill>
                <a:cs typeface="Calibri"/>
                <a:hlinkClick r:id="rId3"/>
              </a:rPr>
              <a:t>名前重要</a:t>
            </a:r>
            <a:r>
              <a:rPr lang="en-US" altLang="ja-JP" sz="2400" dirty="0">
                <a:solidFill>
                  <a:prstClr val="black"/>
                </a:solidFill>
                <a:cs typeface="Calibri"/>
              </a:rPr>
              <a:t>』</a:t>
            </a:r>
            <a:r>
              <a:rPr lang="ja-JP" altLang="en-US" sz="2400" dirty="0">
                <a:solidFill>
                  <a:prstClr val="black"/>
                </a:solidFill>
                <a:cs typeface="Calibri"/>
              </a:rPr>
              <a:t>において</a:t>
            </a:r>
            <a:r>
              <a:rPr lang="en-GB" altLang="ja-JP" sz="2400" dirty="0">
                <a:solidFill>
                  <a:prstClr val="black"/>
                </a:solidFill>
                <a:cs typeface="Calibri"/>
              </a:rPr>
              <a:t> Ruby </a:t>
            </a:r>
            <a:r>
              <a:rPr lang="ja-JP" altLang="en-US" sz="2400" dirty="0">
                <a:solidFill>
                  <a:prstClr val="black"/>
                </a:solidFill>
                <a:cs typeface="Calibri"/>
              </a:rPr>
              <a:t>の生みの父であるまつもとゆきひろ氏</a:t>
            </a:r>
            <a:r>
              <a:rPr lang="en-GB" altLang="ja-JP" sz="2400" dirty="0">
                <a:solidFill>
                  <a:prstClr val="black"/>
                </a:solidFill>
                <a:cs typeface="Calibri"/>
              </a:rPr>
              <a:t>(</a:t>
            </a:r>
            <a:r>
              <a:rPr lang="ja-JP" altLang="en-US" sz="2400" dirty="0">
                <a:solidFill>
                  <a:prstClr val="black"/>
                </a:solidFill>
                <a:cs typeface="Calibri"/>
              </a:rPr>
              <a:t>以降、</a:t>
            </a:r>
            <a:r>
              <a:rPr lang="en-GB" altLang="ja-JP" sz="2400" dirty="0">
                <a:solidFill>
                  <a:prstClr val="black"/>
                </a:solidFill>
                <a:cs typeface="Calibri"/>
              </a:rPr>
              <a:t>Matz)</a:t>
            </a:r>
            <a:r>
              <a:rPr lang="ja-JP" altLang="en-US" sz="2400" kern="0" spc="-5" dirty="0">
                <a:solidFill>
                  <a:prstClr val="black"/>
                </a:solidFill>
                <a:cs typeface="Calibri"/>
              </a:rPr>
              <a:t>が言及しているが、</a:t>
            </a:r>
            <a:r>
              <a:rPr lang="ja-JP" altLang="en-US" sz="2400" b="1" kern="0" spc="-5" dirty="0">
                <a:solidFill>
                  <a:prstClr val="black"/>
                </a:solidFill>
                <a:cs typeface="Calibri"/>
              </a:rPr>
              <a:t>適切な命名は適切な設計の鑑である</a:t>
            </a:r>
            <a:r>
              <a:rPr lang="ja-JP" altLang="en-US" sz="2400" kern="0" spc="-5" dirty="0">
                <a:solidFill>
                  <a:prstClr val="black"/>
                </a:solidFill>
                <a:cs typeface="Calibri"/>
              </a:rPr>
              <a:t>。</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667050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58EF8E6E-890D-FE3A-723B-06EE475363D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9526E28-9E6A-A26E-6ADE-4092A4B22F6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2.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Ruby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と </a:t>
            </a:r>
            <a:r>
              <a:rPr kumimoji="0" lang="en-GB"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Python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sym typeface="Arial"/>
              </a:rPr>
              <a:t>の三大共通点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40EE857-5A96-42AF-4E99-57BB1CDC3B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2FB5459-98F6-6ABE-9586-69158A34F831}"/>
              </a:ext>
            </a:extLst>
          </p:cNvPr>
          <p:cNvSpPr>
            <a:spLocks noGrp="1"/>
          </p:cNvSpPr>
          <p:nvPr>
            <p:ph idx="1"/>
          </p:nvPr>
        </p:nvSpPr>
        <p:spPr>
          <a:xfrm>
            <a:off x="838200" y="1825625"/>
            <a:ext cx="10515600" cy="4351338"/>
          </a:xfrm>
        </p:spPr>
        <p:txBody>
          <a:bodyPr>
            <a:normAutofit lnSpcReduction="10000"/>
          </a:bodyPr>
          <a:lstStyle/>
          <a:p>
            <a:pPr marL="42545" marR="0" lvl="0" indent="0" defTabSz="914400" eaLnBrk="1" fontAlgn="auto" latinLnBrk="0" hangingPunct="1">
              <a:lnSpc>
                <a:spcPct val="100000"/>
              </a:lnSpc>
              <a:spcBef>
                <a:spcPts val="384"/>
              </a:spcBef>
              <a:spcAft>
                <a:spcPts val="0"/>
              </a:spcAft>
              <a:buClrTx/>
              <a:buSzTx/>
              <a:buFontTx/>
              <a:buNone/>
              <a:tabLst/>
              <a:defRPr/>
            </a:pPr>
            <a:r>
              <a:rPr lang="ja-JP" altLang="en-US" b="1" kern="0" spc="-5" dirty="0">
                <a:solidFill>
                  <a:prstClr val="black"/>
                </a:solidFill>
              </a:rPr>
              <a:t>③</a:t>
            </a:r>
            <a:r>
              <a:rPr kumimoji="0" lang="ja-JP" altLang="en-US" sz="2800" b="1" i="0" u="none" strike="noStrike" kern="0" cap="none" spc="-165" normalizeH="0" baseline="0" noProof="0" dirty="0">
                <a:ln>
                  <a:noFill/>
                </a:ln>
                <a:solidFill>
                  <a:prstClr val="black"/>
                </a:solidFill>
                <a:effectLst/>
                <a:uLnTx/>
                <a:uFillTx/>
                <a:ea typeface="+mn-ea"/>
              </a:rPr>
              <a:t> </a:t>
            </a:r>
            <a:r>
              <a:rPr kumimoji="0" lang="ja-JP" altLang="en-US" sz="2800" b="1" i="0" u="none" strike="noStrike" kern="0" cap="none" spc="-5" normalizeH="0" baseline="0" noProof="0" dirty="0">
                <a:ln>
                  <a:noFill/>
                </a:ln>
                <a:solidFill>
                  <a:prstClr val="black"/>
                </a:solidFill>
                <a:effectLst/>
                <a:uLnTx/>
                <a:uFillTx/>
                <a:ea typeface="+mn-ea"/>
              </a:rPr>
              <a:t>開発者体験重視である</a:t>
            </a:r>
            <a:endParaRPr kumimoji="0" lang="en-GB" altLang="ja-JP" sz="2800" b="1"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kumimoji="0" lang="en-US" altLang="ja-JP" sz="2400" i="0" u="none" strike="noStrike" kern="0" cap="none" spc="-5" normalizeH="0" baseline="0" noProof="0" dirty="0">
                <a:ln>
                  <a:noFill/>
                </a:ln>
                <a:solidFill>
                  <a:prstClr val="black"/>
                </a:solidFill>
                <a:effectLst/>
                <a:uLnTx/>
                <a:uFillTx/>
                <a:ea typeface="+mn-ea"/>
              </a:rPr>
              <a:t>Ruby</a:t>
            </a:r>
            <a:r>
              <a:rPr lang="en-GB" altLang="ja-JP" sz="2400" kern="0" spc="-5" dirty="0">
                <a:solidFill>
                  <a:prstClr val="black"/>
                </a:solidFill>
              </a:rPr>
              <a:t> </a:t>
            </a:r>
            <a:r>
              <a:rPr lang="ja-JP" altLang="en-US" sz="2400" kern="0" spc="-5" dirty="0">
                <a:solidFill>
                  <a:prstClr val="black"/>
                </a:solidFill>
              </a:rPr>
              <a:t>や</a:t>
            </a:r>
            <a:r>
              <a:rPr lang="en-GB" altLang="ja-JP" sz="2400" kern="0" spc="-5" dirty="0">
                <a:solidFill>
                  <a:prstClr val="black"/>
                </a:solidFill>
              </a:rPr>
              <a:t> Python </a:t>
            </a:r>
            <a:r>
              <a:rPr lang="ja-JP" altLang="en-US" sz="2400" kern="0" spc="-5" dirty="0">
                <a:solidFill>
                  <a:prstClr val="black"/>
                </a:solidFill>
              </a:rPr>
              <a:t>は実行が容易である、動的プログラミング</a:t>
            </a:r>
            <a:r>
              <a:rPr lang="en-US" altLang="ja-JP" sz="2400" kern="0" spc="-5" dirty="0">
                <a:solidFill>
                  <a:prstClr val="black"/>
                </a:solidFill>
              </a:rPr>
              <a:t>(</a:t>
            </a:r>
            <a:r>
              <a:rPr lang="en-GB" altLang="ja-JP" sz="2400" kern="0" spc="-5" dirty="0">
                <a:solidFill>
                  <a:prstClr val="black"/>
                </a:solidFill>
              </a:rPr>
              <a:t>e.g., `eval` </a:t>
            </a:r>
            <a:r>
              <a:rPr lang="ja-JP" altLang="en-US" sz="2400" kern="0" spc="-5" dirty="0">
                <a:solidFill>
                  <a:prstClr val="black"/>
                </a:solidFill>
              </a:rPr>
              <a:t>関数・</a:t>
            </a:r>
            <a:r>
              <a:rPr lang="en-GB" altLang="ja-JP" sz="2400" kern="0" spc="-5" dirty="0">
                <a:solidFill>
                  <a:prstClr val="black"/>
                </a:solidFill>
              </a:rPr>
              <a:t>`Module#class_eval`</a:t>
            </a:r>
            <a:r>
              <a:rPr lang="en-US" altLang="ja-JP" sz="2400" kern="0" spc="-5" dirty="0">
                <a:solidFill>
                  <a:prstClr val="black"/>
                </a:solidFill>
              </a:rPr>
              <a:t>)</a:t>
            </a:r>
            <a:r>
              <a:rPr lang="ja-JP" altLang="en-US" sz="2400" kern="0" spc="-5" dirty="0">
                <a:solidFill>
                  <a:prstClr val="black"/>
                </a:solidFill>
              </a:rPr>
              <a:t>が可能であるなど、その強力な特長を活かした良質なコーディング体験を開発者に提供してくれる。</a:t>
            </a:r>
            <a:endParaRPr lang="en-GB" altLang="ja-JP" sz="2400" kern="0" spc="-5" dirty="0">
              <a:solidFill>
                <a:prstClr val="black"/>
              </a:solidFill>
            </a:endParaRPr>
          </a:p>
          <a:p>
            <a:pPr marL="42545" marR="0" lvl="0" indent="0" defTabSz="914400" eaLnBrk="1" fontAlgn="auto" latinLnBrk="0" hangingPunct="1">
              <a:lnSpc>
                <a:spcPct val="100000"/>
              </a:lnSpc>
              <a:spcBef>
                <a:spcPts val="384"/>
              </a:spcBef>
              <a:spcAft>
                <a:spcPts val="0"/>
              </a:spcAft>
              <a:buClrTx/>
              <a:buSzTx/>
              <a:buFontTx/>
              <a:buNone/>
              <a:tabLst/>
              <a:defRPr/>
            </a:pPr>
            <a:r>
              <a:rPr lang="ja-JP" altLang="en-US" sz="2400" kern="0" spc="-5" dirty="0">
                <a:solidFill>
                  <a:prstClr val="black"/>
                </a:solidFill>
              </a:rPr>
              <a:t>雑に書いたプログラムですら動いてしまうので、</a:t>
            </a:r>
            <a:r>
              <a:rPr kumimoji="0" lang="ja-JP" altLang="en-US" sz="2400" i="0" u="none" strike="noStrike" kern="0" cap="none" spc="-5" normalizeH="0" baseline="0" noProof="0" dirty="0">
                <a:ln>
                  <a:noFill/>
                </a:ln>
                <a:solidFill>
                  <a:prstClr val="black"/>
                </a:solidFill>
                <a:effectLst/>
                <a:uLnTx/>
                <a:uFillTx/>
                <a:ea typeface="+mn-ea"/>
              </a:rPr>
              <a:t>「大いなる力には大いなる責任が伴う」の格言通り、</a:t>
            </a:r>
            <a:r>
              <a:rPr kumimoji="0" lang="ja-JP" altLang="en-US" sz="2400" b="1" i="0" u="none" strike="noStrike" kern="0" cap="none" spc="-5" normalizeH="0" baseline="0" noProof="0" dirty="0">
                <a:ln>
                  <a:noFill/>
                </a:ln>
                <a:solidFill>
                  <a:prstClr val="black"/>
                </a:solidFill>
                <a:effectLst/>
                <a:uLnTx/>
                <a:uFillTx/>
                <a:ea typeface="+mn-ea"/>
              </a:rPr>
              <a:t>一定以上の力量を持って駆使しなければ可読性の低下と煩雑なデバッグ体験などのトレードオフに痛いしっぺ返しを食らう</a:t>
            </a:r>
            <a:r>
              <a:rPr kumimoji="0" lang="ja-JP" altLang="en-US" sz="2400" i="0" u="none" strike="noStrike" kern="0" cap="none" spc="-5" normalizeH="0" baseline="0" noProof="0" dirty="0">
                <a:ln>
                  <a:noFill/>
                </a:ln>
                <a:solidFill>
                  <a:prstClr val="black"/>
                </a:solidFill>
                <a:effectLst/>
                <a:uLnTx/>
                <a:uFillTx/>
                <a:ea typeface="+mn-ea"/>
              </a:rPr>
              <a:t>ことになる。</a:t>
            </a: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400" i="0" u="none" strike="noStrike" kern="0" cap="none" spc="-5" normalizeH="0" baseline="0" noProof="0" dirty="0">
                <a:ln>
                  <a:noFill/>
                </a:ln>
                <a:solidFill>
                  <a:prstClr val="black"/>
                </a:solidFill>
                <a:effectLst/>
                <a:uLnTx/>
                <a:uFillTx/>
                <a:ea typeface="+mn-ea"/>
              </a:rPr>
              <a:t>要件に基づいて仕様を明らかにし、そこから逆算して必要な実装を</a:t>
            </a:r>
            <a:r>
              <a:rPr lang="ja-JP" altLang="en-US" sz="2400" dirty="0"/>
              <a:t>クラス・メソッドあたりの責務のスコープを最小限に絞って行う必要がある。</a:t>
            </a:r>
            <a:endParaRPr lang="en-GB" altLang="ja-JP" sz="2400" dirty="0"/>
          </a:p>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400" i="0" u="none" strike="noStrike" kern="0" cap="none" spc="-5" normalizeH="0" baseline="0" noProof="0" dirty="0">
                <a:ln>
                  <a:noFill/>
                </a:ln>
                <a:solidFill>
                  <a:prstClr val="black"/>
                </a:solidFill>
                <a:effectLst/>
                <a:uLnTx/>
                <a:uFillTx/>
                <a:ea typeface="+mn-ea"/>
              </a:rPr>
              <a:t>ここまで話せばテストコードの重要性は言わずもがな、自明であろう。</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3741534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3500" b="1" dirty="0">
                <a:latin typeface="+mn-lt"/>
              </a:rPr>
              <a:t>3. Ruby </a:t>
            </a:r>
            <a:r>
              <a:rPr lang="ja-JP" altLang="en-US" sz="3500" b="1" dirty="0">
                <a:latin typeface="+mn-lt"/>
              </a:rPr>
              <a:t>と </a:t>
            </a:r>
            <a:r>
              <a:rPr lang="en-GB" altLang="ja-JP" sz="3500" b="1" dirty="0">
                <a:latin typeface="+mn-lt"/>
              </a:rPr>
              <a:t>Python </a:t>
            </a:r>
            <a:r>
              <a:rPr lang="ja-JP" altLang="en-US" sz="3500" b="1" dirty="0">
                <a:latin typeface="+mn-lt"/>
              </a:rPr>
              <a:t>の三大相違点</a:t>
            </a:r>
            <a:endParaRPr lang="en-GB" sz="3500" b="1" dirty="0">
              <a:latin typeface="+mn-lt"/>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5080"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Ruby </a:t>
            </a:r>
            <a:r>
              <a:rPr kumimoji="0" lang="ja-JP" altLang="en-US" sz="2400" b="0" i="0" u="none" strike="noStrike" kern="1200" cap="none" spc="0" normalizeH="0" baseline="0" noProof="0" dirty="0">
                <a:ln>
                  <a:noFill/>
                </a:ln>
                <a:solidFill>
                  <a:prstClr val="black"/>
                </a:solidFill>
                <a:effectLst/>
                <a:uLnTx/>
                <a:uFillTx/>
                <a:ea typeface="+mn-ea"/>
                <a:cs typeface="Yu Gothic"/>
              </a:rPr>
              <a:t>と</a:t>
            </a:r>
            <a:r>
              <a:rPr kumimoji="0" lang="en-GB" altLang="ja-JP" sz="2400" b="0" i="0" u="none" strike="noStrike" kern="1200" cap="none" spc="0" normalizeH="0" baseline="0" noProof="0" dirty="0">
                <a:ln>
                  <a:noFill/>
                </a:ln>
                <a:solidFill>
                  <a:prstClr val="black"/>
                </a:solidFill>
                <a:effectLst/>
                <a:uLnTx/>
                <a:uFillTx/>
                <a:ea typeface="+mn-ea"/>
                <a:cs typeface="Yu Gothic"/>
              </a:rPr>
              <a:t> Python </a:t>
            </a:r>
            <a:r>
              <a:rPr kumimoji="0" lang="ja-JP" altLang="en-US" sz="2400" b="0" i="0" u="none" strike="noStrike" kern="1200" cap="none" spc="0" normalizeH="0" baseline="0" noProof="0" dirty="0">
                <a:ln>
                  <a:noFill/>
                </a:ln>
                <a:solidFill>
                  <a:prstClr val="black"/>
                </a:solidFill>
                <a:effectLst/>
                <a:uLnTx/>
                <a:uFillTx/>
                <a:ea typeface="+mn-ea"/>
                <a:cs typeface="Yu Gothic"/>
              </a:rPr>
              <a:t>には以下</a:t>
            </a:r>
            <a:r>
              <a:rPr kumimoji="0" lang="en-GB" altLang="ja-JP" sz="2400" b="0" i="0" u="none" strike="noStrike" kern="1200" cap="none" spc="0" normalizeH="0" baseline="0" noProof="0" dirty="0">
                <a:ln>
                  <a:noFill/>
                </a:ln>
                <a:solidFill>
                  <a:prstClr val="black"/>
                </a:solidFill>
                <a:effectLst/>
                <a:uLnTx/>
                <a:uFillTx/>
                <a:ea typeface="+mn-ea"/>
                <a:cs typeface="Yu Gothic"/>
              </a:rPr>
              <a:t>3</a:t>
            </a:r>
            <a:r>
              <a:rPr kumimoji="0" lang="ja-JP" altLang="en-US" sz="2400" b="0" i="0" u="none" strike="noStrike" kern="1200" cap="none" spc="0" normalizeH="0" baseline="0" noProof="0" dirty="0">
                <a:ln>
                  <a:noFill/>
                </a:ln>
                <a:solidFill>
                  <a:prstClr val="black"/>
                </a:solidFill>
                <a:effectLst/>
                <a:uLnTx/>
                <a:uFillTx/>
                <a:ea typeface="+mn-ea"/>
                <a:cs typeface="Yu Gothic"/>
              </a:rPr>
              <a:t>つの大きな相違点がある。</a:t>
            </a: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lang="ja-JP" altLang="en-US" sz="2250" b="0" i="0" u="none" strike="noStrike" kern="1200" cap="none" spc="0" normalizeH="0" baseline="0" noProof="0" dirty="0">
              <a:ln>
                <a:noFill/>
              </a:ln>
              <a:solidFill>
                <a:prstClr val="black"/>
              </a:solidFill>
              <a:effectLst/>
              <a:uLnTx/>
              <a:uFillTx/>
              <a:ea typeface="+mn-ea"/>
              <a:cs typeface="Yu Gothic"/>
            </a:endParaRPr>
          </a:p>
          <a:p>
            <a:pPr marL="374015" marR="0" lvl="0" indent="-361950" algn="l" defTabSz="914400" rtl="0" eaLnBrk="1" fontAlgn="auto" latinLnBrk="0" hangingPunct="1">
              <a:lnSpc>
                <a:spcPct val="100000"/>
              </a:lnSpc>
              <a:spcBef>
                <a:spcPts val="0"/>
              </a:spcBef>
              <a:spcAft>
                <a:spcPts val="0"/>
              </a:spcAft>
              <a:buClr>
                <a:srgbClr val="000000"/>
              </a:buClr>
              <a:buSzTx/>
              <a:buFont typeface="Calibri"/>
              <a:buAutoNum type="arabicPeriod"/>
              <a:tabLst>
                <a:tab pos="374650" algn="l"/>
              </a:tabLst>
              <a:defRPr/>
            </a:pPr>
            <a:r>
              <a:rPr lang="en-GB" altLang="ja-JP" sz="2400" b="1" dirty="0">
                <a:uFill>
                  <a:solidFill>
                    <a:srgbClr val="0462C1"/>
                  </a:solidFill>
                </a:uFill>
                <a:cs typeface="Yu Gothic"/>
                <a:hlinkClick r:id="rId3" action="ppaction://hlinksldjump"/>
              </a:rPr>
              <a:t>Private </a:t>
            </a:r>
            <a:r>
              <a:rPr lang="ja-JP" altLang="en-US" sz="2400" b="1" dirty="0">
                <a:uFill>
                  <a:solidFill>
                    <a:srgbClr val="0462C1"/>
                  </a:solidFill>
                </a:uFill>
                <a:cs typeface="Yu Gothic"/>
                <a:hlinkClick r:id="rId3" action="ppaction://hlinksldjump"/>
              </a:rPr>
              <a:t>フィールドの概念の有無</a:t>
            </a:r>
            <a:endParaRPr kumimoji="0" lang="ja-JP" altLang="en-US" sz="2400" b="0" i="0" strike="noStrike" kern="1200" cap="none" spc="0" normalizeH="0" baseline="0" noProof="0" dirty="0">
              <a:ln>
                <a:noFill/>
              </a:ln>
              <a:effectLst/>
              <a:uLnTx/>
              <a:uFillTx/>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ja-JP" altLang="en-US" sz="2400" b="1" i="0" strike="noStrike" kern="1200" cap="none" spc="-5" normalizeH="0" baseline="0" noProof="0" dirty="0">
                <a:ln>
                  <a:noFill/>
                </a:ln>
                <a:effectLst/>
                <a:uLnTx/>
                <a:uFill>
                  <a:solidFill>
                    <a:srgbClr val="0462C1"/>
                  </a:solidFill>
                </a:uFill>
                <a:cs typeface="Yu Gothic"/>
                <a:hlinkClick r:id="rId4" action="ppaction://hlinksldjump"/>
              </a:rPr>
              <a:t>遅延評価での返り値キャッシュ手法</a:t>
            </a:r>
            <a:endParaRPr kumimoji="0" lang="en-GB" altLang="ja-JP" sz="2400" b="1" i="0" strike="noStrike" kern="1200" cap="none" spc="-5" normalizeH="0" baseline="0" noProof="0" dirty="0">
              <a:ln>
                <a:noFill/>
              </a:ln>
              <a:effectLst/>
              <a:uLnTx/>
              <a:uFill>
                <a:solidFill>
                  <a:srgbClr val="0462C1"/>
                </a:solidFill>
              </a:uFill>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r>
              <a:rPr kumimoji="0" lang="ja-JP" altLang="en-US" sz="2400" b="1" i="0" strike="noStrike" kern="1200" cap="none" spc="-5" normalizeH="0" baseline="0" noProof="0" dirty="0">
                <a:ln>
                  <a:noFill/>
                </a:ln>
                <a:effectLst/>
                <a:uLnTx/>
                <a:uFill>
                  <a:solidFill>
                    <a:srgbClr val="0462C1"/>
                  </a:solidFill>
                </a:uFill>
                <a:cs typeface="Yu Gothic"/>
                <a:hlinkClick r:id="rId5" action="ppaction://hlinksldjump"/>
              </a:rPr>
              <a:t>レシーバーと引数</a:t>
            </a:r>
            <a:endParaRPr kumimoji="0" lang="en-GB" altLang="ja-JP" sz="2400" b="1" i="0" strike="noStrike" kern="1200" cap="none" spc="-5" normalizeH="0" baseline="0" noProof="0" dirty="0">
              <a:ln>
                <a:noFill/>
              </a:ln>
              <a:effectLst/>
              <a:uLnTx/>
              <a:uFill>
                <a:solidFill>
                  <a:srgbClr val="0462C1"/>
                </a:solidFill>
              </a:uFill>
              <a:ea typeface="+mn-ea"/>
              <a:cs typeface="Yu Gothic"/>
            </a:endParaRPr>
          </a:p>
          <a:p>
            <a:pPr marL="374015" marR="0" lvl="0" indent="-361950" algn="l" defTabSz="914400" rtl="0" eaLnBrk="1" fontAlgn="auto" latinLnBrk="0" hangingPunct="1">
              <a:lnSpc>
                <a:spcPct val="100000"/>
              </a:lnSpc>
              <a:spcBef>
                <a:spcPts val="710"/>
              </a:spcBef>
              <a:spcAft>
                <a:spcPts val="0"/>
              </a:spcAft>
              <a:buClr>
                <a:srgbClr val="000000"/>
              </a:buClr>
              <a:buSzTx/>
              <a:buFont typeface="Calibri"/>
              <a:buAutoNum type="arabicPeriod"/>
              <a:tabLst>
                <a:tab pos="374650" algn="l"/>
              </a:tabLst>
              <a:defRPr/>
            </a:pPr>
            <a:endParaRPr kumimoji="0" lang="ja-JP" altLang="en-US"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3956330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b="1" i="0" u="none" strike="noStrike" kern="1200" cap="none" spc="-5" normalizeH="0" baseline="0" noProof="0" dirty="0">
                <a:ln>
                  <a:noFill/>
                </a:ln>
                <a:solidFill>
                  <a:prstClr val="black"/>
                </a:solidFill>
                <a:effectLst/>
                <a:uLnTx/>
                <a:uFillTx/>
                <a:cs typeface="Yu Gothic"/>
              </a:rPr>
              <a:t>①</a:t>
            </a:r>
            <a:r>
              <a:rPr kumimoji="0" lang="ja-JP" altLang="en-US" b="1" i="0" u="none" strike="noStrike" kern="1200" cap="none" spc="-165" normalizeH="0" baseline="0" noProof="0" dirty="0">
                <a:ln>
                  <a:noFill/>
                </a:ln>
                <a:solidFill>
                  <a:prstClr val="black"/>
                </a:solidFill>
                <a:effectLst/>
                <a:uLnTx/>
                <a:uFillTx/>
                <a:cs typeface="Yu Gothic"/>
              </a:rPr>
              <a:t> </a:t>
            </a:r>
            <a:r>
              <a:rPr lang="en-GB" altLang="ja-JP" b="1" dirty="0">
                <a:uFill>
                  <a:solidFill>
                    <a:srgbClr val="0462C1"/>
                  </a:solidFill>
                </a:uFill>
                <a:cs typeface="Yu Gothic"/>
              </a:rPr>
              <a:t>Private </a:t>
            </a:r>
            <a:r>
              <a:rPr lang="ja-JP" altLang="en-US" b="1" dirty="0">
                <a:uFill>
                  <a:solidFill>
                    <a:srgbClr val="0462C1"/>
                  </a:solidFill>
                </a:uFill>
                <a:cs typeface="Yu Gothic"/>
              </a:rPr>
              <a:t>フィールドの概念の有無</a:t>
            </a:r>
            <a:endParaRPr kumimoji="0" lang="ja-JP" altLang="en-US" sz="3200" b="1" i="0" u="none" strike="noStrike" kern="1200" cap="none" spc="-5" normalizeH="0" baseline="0" noProof="0" dirty="0">
              <a:ln>
                <a:noFill/>
              </a:ln>
              <a:solidFill>
                <a:prstClr val="black"/>
              </a:solidFill>
              <a:effectLst/>
              <a:uLnTx/>
              <a:uFillTx/>
              <a:cs typeface="Yu Gothic"/>
            </a:endParaRPr>
          </a:p>
          <a:p>
            <a:pPr marL="12700" marR="158750" lvl="0" indent="0" algn="just" defTabSz="914400" rtl="0" eaLnBrk="1" fontAlgn="auto" latinLnBrk="0" hangingPunct="1">
              <a:lnSpc>
                <a:spcPts val="2590"/>
              </a:lnSpc>
              <a:spcBef>
                <a:spcPts val="1070"/>
              </a:spcBef>
              <a:spcAft>
                <a:spcPts val="0"/>
              </a:spcAft>
              <a:buClrTx/>
              <a:buSzTx/>
              <a:buFontTx/>
              <a:buNone/>
              <a:tabLst/>
              <a:defRPr/>
            </a:pPr>
            <a:r>
              <a:rPr lang="en-GB" altLang="ja-JP" sz="2400" dirty="0">
                <a:solidFill>
                  <a:prstClr val="black"/>
                </a:solidFill>
                <a:cs typeface="Yu Gothic"/>
              </a:rPr>
              <a:t>Ruby </a:t>
            </a:r>
            <a:r>
              <a:rPr lang="ja-JP" altLang="en-US" sz="2400" dirty="0">
                <a:solidFill>
                  <a:prstClr val="black"/>
                </a:solidFill>
                <a:cs typeface="Yu Gothic"/>
              </a:rPr>
              <a:t>には</a:t>
            </a:r>
            <a:r>
              <a:rPr lang="en-GB" altLang="ja-JP" sz="2400" dirty="0">
                <a:solidFill>
                  <a:prstClr val="black"/>
                </a:solidFill>
                <a:cs typeface="Yu Gothic"/>
              </a:rPr>
              <a:t> `private` </a:t>
            </a:r>
            <a:r>
              <a:rPr lang="ja-JP" altLang="en-US" sz="2400" dirty="0">
                <a:solidFill>
                  <a:prstClr val="black"/>
                </a:solidFill>
                <a:cs typeface="Yu Gothic"/>
              </a:rPr>
              <a:t>キーワード以下を</a:t>
            </a:r>
            <a:r>
              <a:rPr lang="en-GB" altLang="ja-JP" sz="2400" dirty="0">
                <a:solidFill>
                  <a:prstClr val="black"/>
                </a:solidFill>
                <a:cs typeface="Yu Gothic"/>
              </a:rPr>
              <a:t> Private </a:t>
            </a:r>
            <a:r>
              <a:rPr lang="ja-JP" altLang="en-US" sz="2400" dirty="0">
                <a:solidFill>
                  <a:prstClr val="black"/>
                </a:solidFill>
                <a:cs typeface="Yu Gothic"/>
              </a:rPr>
              <a:t>フィールドして扱う機構が存在する。</a:t>
            </a:r>
            <a:endParaRPr lang="en-GB" altLang="ja-JP" sz="2400" dirty="0">
              <a:solidFill>
                <a:prstClr val="black"/>
              </a:solidFill>
              <a:cs typeface="Yu Gothic"/>
            </a:endParaRPr>
          </a:p>
          <a:p>
            <a:pPr marL="12700" marR="158750" lvl="0" indent="0" algn="just" defTabSz="914400" rtl="0" eaLnBrk="1" fontAlgn="auto" latinLnBrk="0" hangingPunct="1">
              <a:lnSpc>
                <a:spcPts val="2590"/>
              </a:lnSpc>
              <a:spcBef>
                <a:spcPts val="1070"/>
              </a:spcBef>
              <a:spcAft>
                <a:spcPts val="0"/>
              </a:spcAft>
              <a:buClrTx/>
              <a:buSzTx/>
              <a:buFontTx/>
              <a:buNone/>
              <a:tabLst/>
              <a:defRPr/>
            </a:pPr>
            <a:r>
              <a:rPr lang="ja-JP" altLang="en-US" sz="2400" dirty="0">
                <a:solidFill>
                  <a:prstClr val="black"/>
                </a:solidFill>
                <a:cs typeface="Yu Gothic"/>
              </a:rPr>
              <a:t>一方、</a:t>
            </a:r>
            <a:r>
              <a:rPr lang="en-GB" altLang="ja-JP" sz="2400" dirty="0">
                <a:solidFill>
                  <a:prstClr val="black"/>
                </a:solidFill>
                <a:cs typeface="Yu Gothic"/>
              </a:rPr>
              <a:t>Python </a:t>
            </a:r>
            <a:r>
              <a:rPr lang="ja-JP" altLang="en-US" sz="2400" dirty="0">
                <a:solidFill>
                  <a:prstClr val="black"/>
                </a:solidFill>
                <a:cs typeface="Yu Gothic"/>
              </a:rPr>
              <a:t>には</a:t>
            </a:r>
            <a:r>
              <a:rPr lang="en-GB" altLang="ja-JP" sz="2400" dirty="0">
                <a:solidFill>
                  <a:prstClr val="black"/>
                </a:solidFill>
                <a:cs typeface="Yu Gothic"/>
              </a:rPr>
              <a:t> Private </a:t>
            </a:r>
            <a:r>
              <a:rPr lang="ja-JP" altLang="en-US" sz="2400" dirty="0">
                <a:solidFill>
                  <a:prstClr val="black"/>
                </a:solidFill>
                <a:cs typeface="Yu Gothic"/>
              </a:rPr>
              <a:t>フィールドの概念そのものがない。</a:t>
            </a:r>
            <a:endParaRPr lang="en-GB" altLang="ja-JP" sz="2400" dirty="0">
              <a:solidFill>
                <a:prstClr val="black"/>
              </a:solidFill>
              <a:cs typeface="Yu Gothic"/>
            </a:endParaRPr>
          </a:p>
        </p:txBody>
      </p:sp>
    </p:spTree>
    <p:extLst>
      <p:ext uri="{BB962C8B-B14F-4D97-AF65-F5344CB8AC3E}">
        <p14:creationId xmlns:p14="http://schemas.microsoft.com/office/powerpoint/2010/main" val="3158105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CCBA450D-57F3-BA33-62F0-64BB59A08DE0}"/>
            </a:ext>
          </a:extLst>
        </p:cNvPr>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02FC8D93-B5AC-658C-7D0B-18C7B251FA81}"/>
              </a:ext>
            </a:extLst>
          </p:cNvPr>
          <p:cNvSpPr>
            <a:spLocks noGrp="1"/>
          </p:cNvSpPr>
          <p:nvPr>
            <p:ph idx="1"/>
          </p:nvPr>
        </p:nvSpPr>
        <p:spPr>
          <a:xfrm>
            <a:off x="838200" y="1825625"/>
            <a:ext cx="10515600" cy="4351338"/>
          </a:xfrm>
        </p:spPr>
        <p:txBody>
          <a:bodyPr>
            <a:normAutofit/>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b="1" i="0" u="none" strike="noStrike" kern="1200" cap="none" spc="-5" normalizeH="0" baseline="0" noProof="0" dirty="0">
                <a:ln>
                  <a:noFill/>
                </a:ln>
                <a:solidFill>
                  <a:prstClr val="black"/>
                </a:solidFill>
                <a:effectLst/>
                <a:uLnTx/>
                <a:uFillTx/>
                <a:latin typeface="Yu Gothic"/>
                <a:cs typeface="Yu Gothic"/>
              </a:rPr>
              <a:t>①</a:t>
            </a:r>
            <a:r>
              <a:rPr kumimoji="0" lang="ja-JP" altLang="en-US" b="1" i="0" u="none" strike="noStrike" kern="1200" cap="none" spc="-165" normalizeH="0" baseline="0" noProof="0" dirty="0">
                <a:ln>
                  <a:noFill/>
                </a:ln>
                <a:solidFill>
                  <a:prstClr val="black"/>
                </a:solidFill>
                <a:effectLst/>
                <a:uLnTx/>
                <a:uFillTx/>
                <a:latin typeface="Yu Gothic"/>
                <a:cs typeface="Yu Gothic"/>
              </a:rPr>
              <a:t> </a:t>
            </a:r>
            <a:r>
              <a:rPr lang="en-GB" altLang="ja-JP" b="1" dirty="0">
                <a:uFill>
                  <a:solidFill>
                    <a:srgbClr val="0462C1"/>
                  </a:solidFill>
                </a:uFill>
                <a:latin typeface="Yu Gothic"/>
                <a:cs typeface="Yu Gothic"/>
              </a:rPr>
              <a:t>Private </a:t>
            </a:r>
            <a:r>
              <a:rPr lang="ja-JP" altLang="en-US" b="1" dirty="0">
                <a:uFill>
                  <a:solidFill>
                    <a:srgbClr val="0462C1"/>
                  </a:solidFill>
                </a:uFill>
                <a:latin typeface="Yu Gothic"/>
                <a:cs typeface="Yu Gothic"/>
              </a:rPr>
              <a:t>フィールドの概念の有無</a:t>
            </a:r>
            <a:endParaRPr kumimoji="0" lang="ja-JP" altLang="en-US" sz="3200" b="1" i="0" u="none" strike="noStrike" kern="1200" cap="none" spc="-5" normalizeH="0" baseline="0" noProof="0" dirty="0">
              <a:ln>
                <a:noFill/>
              </a:ln>
              <a:solidFill>
                <a:prstClr val="black"/>
              </a:solidFill>
              <a:effectLst/>
              <a:uLnTx/>
              <a:uFillTx/>
              <a:latin typeface="Yu Gothic"/>
              <a:cs typeface="Yu Gothic"/>
            </a:endParaRPr>
          </a:p>
        </p:txBody>
      </p:sp>
      <p:pic>
        <p:nvPicPr>
          <p:cNvPr id="8" name="Picture 7">
            <a:extLst>
              <a:ext uri="{FF2B5EF4-FFF2-40B4-BE49-F238E27FC236}">
                <a16:creationId xmlns:a16="http://schemas.microsoft.com/office/drawing/2014/main" id="{BF901407-58E9-AF43-3902-FFA08875A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3565" y="2306991"/>
            <a:ext cx="4247066" cy="3873189"/>
          </a:xfrm>
          <a:prstGeom prst="rect">
            <a:avLst/>
          </a:prstGeom>
        </p:spPr>
      </p:pic>
      <p:pic>
        <p:nvPicPr>
          <p:cNvPr id="11" name="Picture 10">
            <a:extLst>
              <a:ext uri="{FF2B5EF4-FFF2-40B4-BE49-F238E27FC236}">
                <a16:creationId xmlns:a16="http://schemas.microsoft.com/office/drawing/2014/main" id="{3B5B3054-9E13-9C94-D312-26BD6F4BD0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06991"/>
            <a:ext cx="6585365" cy="3869971"/>
          </a:xfrm>
          <a:prstGeom prst="rect">
            <a:avLst/>
          </a:prstGeom>
        </p:spPr>
      </p:pic>
      <p:sp>
        <p:nvSpPr>
          <p:cNvPr id="2" name="タイトル 1">
            <a:extLst>
              <a:ext uri="{FF2B5EF4-FFF2-40B4-BE49-F238E27FC236}">
                <a16:creationId xmlns:a16="http://schemas.microsoft.com/office/drawing/2014/main" id="{98111C45-722A-2414-9273-FD0D908C8F2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847FE11-53BA-ECD4-4CE6-AD63ABD3F9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93C4A092-2C02-E385-BD62-503C33BBB349}"/>
              </a:ext>
            </a:extLst>
          </p:cNvPr>
          <p:cNvSpPr/>
          <p:nvPr/>
        </p:nvSpPr>
        <p:spPr>
          <a:xfrm>
            <a:off x="1057136" y="3372129"/>
            <a:ext cx="3840480" cy="190462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95728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A2D64130-3777-1561-A634-3C4B68C887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345A51-34AB-7435-46CD-EA80AD20DE1B}"/>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323B76A4-B0A0-4F99-5866-E165092412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7A692F56-DEDB-6A0E-5D87-0C1699CADBDF}"/>
              </a:ext>
            </a:extLst>
          </p:cNvPr>
          <p:cNvSpPr>
            <a:spLocks noGrp="1"/>
          </p:cNvSpPr>
          <p:nvPr>
            <p:ph idx="1"/>
          </p:nvPr>
        </p:nvSpPr>
        <p:spPr>
          <a:xfrm>
            <a:off x="838200" y="1825625"/>
            <a:ext cx="10515600" cy="4351338"/>
          </a:xfrm>
        </p:spPr>
        <p:txBody>
          <a:bodyPr>
            <a:normAutofit lnSpcReduction="10000"/>
          </a:bodyPr>
          <a:lstStyle/>
          <a:p>
            <a:pPr marL="12700" marR="0" lvl="0" indent="0" algn="just" defTabSz="914400" rtl="0" eaLnBrk="1" fontAlgn="auto" latinLnBrk="0" hangingPunct="1">
              <a:lnSpc>
                <a:spcPct val="100000"/>
              </a:lnSpc>
              <a:spcBef>
                <a:spcPts val="955"/>
              </a:spcBef>
              <a:spcAft>
                <a:spcPts val="0"/>
              </a:spcAft>
              <a:buClrTx/>
              <a:buSzTx/>
              <a:buFontTx/>
              <a:buNone/>
              <a:tabLst/>
              <a:defRPr/>
            </a:pPr>
            <a:r>
              <a:rPr kumimoji="0" lang="ja-JP" altLang="en-US" b="1" i="0" u="none" strike="noStrike" kern="1200" cap="none" spc="-5" normalizeH="0" baseline="0" noProof="0" dirty="0">
                <a:ln>
                  <a:noFill/>
                </a:ln>
                <a:solidFill>
                  <a:prstClr val="black"/>
                </a:solidFill>
                <a:effectLst/>
                <a:uLnTx/>
                <a:uFillTx/>
                <a:cs typeface="Yu Gothic"/>
              </a:rPr>
              <a:t>①</a:t>
            </a:r>
            <a:r>
              <a:rPr kumimoji="0" lang="ja-JP" altLang="en-US" b="1" i="0" u="none" strike="noStrike" kern="1200" cap="none" spc="-165" normalizeH="0" baseline="0" noProof="0" dirty="0">
                <a:ln>
                  <a:noFill/>
                </a:ln>
                <a:solidFill>
                  <a:prstClr val="black"/>
                </a:solidFill>
                <a:effectLst/>
                <a:uLnTx/>
                <a:uFillTx/>
                <a:cs typeface="Yu Gothic"/>
              </a:rPr>
              <a:t> </a:t>
            </a:r>
            <a:r>
              <a:rPr lang="en-GB" altLang="ja-JP" b="1" dirty="0">
                <a:uFill>
                  <a:solidFill>
                    <a:srgbClr val="0462C1"/>
                  </a:solidFill>
                </a:uFill>
                <a:cs typeface="Yu Gothic"/>
              </a:rPr>
              <a:t>Private </a:t>
            </a:r>
            <a:r>
              <a:rPr lang="ja-JP" altLang="en-US" b="1" dirty="0">
                <a:uFill>
                  <a:solidFill>
                    <a:srgbClr val="0462C1"/>
                  </a:solidFill>
                </a:uFill>
                <a:cs typeface="Yu Gothic"/>
              </a:rPr>
              <a:t>フィールドの概念の有無</a:t>
            </a:r>
            <a:endParaRPr kumimoji="0" lang="ja-JP" altLang="en-US" sz="3200" b="1" i="0" u="none" strike="noStrike" kern="1200" cap="none" spc="-5" normalizeH="0" baseline="0" noProof="0" dirty="0">
              <a:ln>
                <a:noFill/>
              </a:ln>
              <a:solidFill>
                <a:prstClr val="black"/>
              </a:solidFill>
              <a:effectLst/>
              <a:uLnTx/>
              <a:uFillTx/>
              <a:cs typeface="Yu Gothic"/>
            </a:endParaRPr>
          </a:p>
          <a:p>
            <a:pPr marL="42545" indent="0">
              <a:lnSpc>
                <a:spcPct val="100000"/>
              </a:lnSpc>
              <a:spcBef>
                <a:spcPts val="384"/>
              </a:spcBef>
              <a:buNone/>
              <a:defRPr/>
            </a:pPr>
            <a:r>
              <a:rPr kumimoji="0" lang="ja-JP" altLang="en-US" sz="2400" i="0" u="none" strike="noStrike" kern="0" cap="none" spc="-5" normalizeH="0" baseline="0" noProof="0" dirty="0">
                <a:ln>
                  <a:noFill/>
                </a:ln>
                <a:solidFill>
                  <a:prstClr val="black"/>
                </a:solidFill>
                <a:effectLst/>
                <a:uLnTx/>
                <a:uFillTx/>
                <a:ea typeface="+mn-ea"/>
              </a:rPr>
              <a:t>「</a:t>
            </a:r>
            <a:r>
              <a:rPr kumimoji="0" lang="en-GB" altLang="ja-JP" sz="2400" i="0" u="none" strike="noStrike" kern="0" cap="none" spc="-5" normalizeH="0" baseline="0" noProof="0" dirty="0">
                <a:ln>
                  <a:noFill/>
                </a:ln>
                <a:solidFill>
                  <a:prstClr val="black"/>
                </a:solidFill>
                <a:effectLst/>
                <a:uLnTx/>
                <a:uFillTx/>
                <a:hlinkClick r:id="rId3" action="ppaction://hlinksldjump"/>
              </a:rPr>
              <a:t>2. Ruby </a:t>
            </a:r>
            <a:r>
              <a:rPr kumimoji="0" lang="ja-JP" altLang="en-US" sz="2400" i="0" u="none" strike="noStrike" kern="0" cap="none" spc="-5" normalizeH="0" baseline="0" noProof="0" dirty="0">
                <a:ln>
                  <a:noFill/>
                </a:ln>
                <a:solidFill>
                  <a:prstClr val="black"/>
                </a:solidFill>
                <a:effectLst/>
                <a:uLnTx/>
                <a:uFillTx/>
                <a:hlinkClick r:id="rId3" action="ppaction://hlinksldjump"/>
              </a:rPr>
              <a:t>と </a:t>
            </a:r>
            <a:r>
              <a:rPr kumimoji="0" lang="en-GB" altLang="ja-JP" sz="2400" i="0" u="none" strike="noStrike" kern="0" cap="none" spc="-5" normalizeH="0" baseline="0" noProof="0" dirty="0">
                <a:ln>
                  <a:noFill/>
                </a:ln>
                <a:solidFill>
                  <a:prstClr val="black"/>
                </a:solidFill>
                <a:effectLst/>
                <a:uLnTx/>
                <a:uFillTx/>
                <a:hlinkClick r:id="rId3" action="ppaction://hlinksldjump"/>
              </a:rPr>
              <a:t>Python </a:t>
            </a:r>
            <a:r>
              <a:rPr kumimoji="0" lang="ja-JP" altLang="en-US" sz="2400" i="0" u="none" strike="noStrike" kern="0" cap="none" spc="-5" normalizeH="0" baseline="0" noProof="0" dirty="0">
                <a:ln>
                  <a:noFill/>
                </a:ln>
                <a:solidFill>
                  <a:prstClr val="black"/>
                </a:solidFill>
                <a:effectLst/>
                <a:uLnTx/>
                <a:uFillTx/>
                <a:hlinkClick r:id="rId3" action="ppaction://hlinksldjump"/>
              </a:rPr>
              <a:t>の三大共通点 </a:t>
            </a:r>
            <a:r>
              <a:rPr lang="en-GB" altLang="ja-JP" sz="2400" kern="0" spc="-5" dirty="0">
                <a:solidFill>
                  <a:prstClr val="black"/>
                </a:solidFill>
                <a:hlinkClick r:id="rId3" action="ppaction://hlinksldjump"/>
              </a:rPr>
              <a:t>&gt; </a:t>
            </a:r>
            <a:r>
              <a:rPr kumimoji="0" lang="ja-JP" altLang="en-US" sz="2400" i="0" u="none" strike="noStrike" kern="1200" cap="none" spc="-5" normalizeH="0" baseline="0" noProof="0" dirty="0">
                <a:ln>
                  <a:noFill/>
                </a:ln>
                <a:solidFill>
                  <a:prstClr val="black"/>
                </a:solidFill>
                <a:effectLst/>
                <a:uLnTx/>
                <a:uFillTx/>
                <a:cs typeface="Yu Gothic"/>
                <a:hlinkClick r:id="rId3" action="ppaction://hlinksldjump"/>
              </a:rPr>
              <a:t>①</a:t>
            </a:r>
            <a:r>
              <a:rPr kumimoji="0" lang="ja-JP" altLang="en-US" sz="2400" i="0" u="none" strike="noStrike" kern="1200" cap="none" spc="-165" normalizeH="0" baseline="0" noProof="0" dirty="0">
                <a:ln>
                  <a:noFill/>
                </a:ln>
                <a:solidFill>
                  <a:prstClr val="black"/>
                </a:solidFill>
                <a:effectLst/>
                <a:uLnTx/>
                <a:uFillTx/>
                <a:cs typeface="Yu Gothic"/>
                <a:hlinkClick r:id="rId3" action="ppaction://hlinksldjump"/>
              </a:rPr>
              <a:t> </a:t>
            </a:r>
            <a:r>
              <a:rPr kumimoji="0" lang="ja-JP" altLang="en-US" sz="2400" i="0" u="none" strike="noStrike" kern="1200" cap="none" spc="-5" normalizeH="0" baseline="0" noProof="0" dirty="0">
                <a:ln>
                  <a:noFill/>
                </a:ln>
                <a:solidFill>
                  <a:prstClr val="black"/>
                </a:solidFill>
                <a:effectLst/>
                <a:uLnTx/>
                <a:uFillTx/>
                <a:cs typeface="Yu Gothic"/>
                <a:hlinkClick r:id="rId3" action="ppaction://hlinksldjump"/>
              </a:rPr>
              <a:t>オブジェクト指向である </a:t>
            </a:r>
            <a:r>
              <a:rPr lang="en-GB" altLang="ja-JP" sz="2400" kern="0" spc="-5" dirty="0">
                <a:solidFill>
                  <a:prstClr val="black"/>
                </a:solidFill>
                <a:hlinkClick r:id="rId3" action="ppaction://hlinksldjump"/>
              </a:rPr>
              <a:t>&gt; </a:t>
            </a:r>
            <a:r>
              <a:rPr kumimoji="0" lang="en-GB" altLang="ja-JP" sz="2400" i="0" u="none" strike="noStrike" kern="1200" cap="none" spc="0" normalizeH="0" baseline="0" noProof="0" dirty="0">
                <a:ln>
                  <a:noFill/>
                </a:ln>
                <a:solidFill>
                  <a:prstClr val="black"/>
                </a:solidFill>
                <a:effectLst/>
                <a:uLnTx/>
                <a:uFillTx/>
                <a:cs typeface="Yu Gothic"/>
                <a:hlinkClick r:id="rId3" action="ppaction://hlinksldjump"/>
              </a:rPr>
              <a:t>3. </a:t>
            </a:r>
            <a:r>
              <a:rPr lang="ja-JP" altLang="en-US" sz="2400" dirty="0">
                <a:solidFill>
                  <a:prstClr val="black"/>
                </a:solidFill>
                <a:cs typeface="Yu Gothic"/>
                <a:hlinkClick r:id="rId3" action="ppaction://hlinksldjump"/>
              </a:rPr>
              <a:t>カプセル化</a:t>
            </a:r>
            <a:r>
              <a:rPr kumimoji="0" lang="ja-JP" altLang="en-US" sz="2400" i="0" u="none" strike="noStrike" kern="0" cap="none" spc="-5" normalizeH="0" baseline="0" noProof="0" dirty="0">
                <a:ln>
                  <a:noFill/>
                </a:ln>
                <a:solidFill>
                  <a:prstClr val="black"/>
                </a:solidFill>
                <a:effectLst/>
                <a:uLnTx/>
                <a:uFillTx/>
                <a:ea typeface="+mn-ea"/>
              </a:rPr>
              <a:t>」で言及した</a:t>
            </a:r>
            <a:r>
              <a:rPr lang="ja-JP" altLang="en-US" sz="2400" b="1" dirty="0">
                <a:solidFill>
                  <a:prstClr val="black"/>
                </a:solidFill>
                <a:cs typeface="Yu Gothic"/>
              </a:rPr>
              <a:t>内部の詳細な処理やデータを隠蔽する機構がオブジェクト言語の大きな特徴だが、</a:t>
            </a:r>
            <a:r>
              <a:rPr lang="en-GB" altLang="ja-JP" sz="2400" b="1" dirty="0">
                <a:solidFill>
                  <a:prstClr val="black"/>
                </a:solidFill>
                <a:ea typeface="+mj-ea"/>
                <a:cs typeface="Yu Gothic"/>
              </a:rPr>
              <a:t>Python</a:t>
            </a:r>
            <a:r>
              <a:rPr lang="en-GB" altLang="ja-JP" sz="2400" b="1" dirty="0">
                <a:solidFill>
                  <a:prstClr val="black"/>
                </a:solidFill>
                <a:cs typeface="Yu Gothic"/>
              </a:rPr>
              <a:t> </a:t>
            </a:r>
            <a:r>
              <a:rPr lang="ja-JP" altLang="en-US" sz="2400" b="1" dirty="0">
                <a:solidFill>
                  <a:prstClr val="black"/>
                </a:solidFill>
                <a:cs typeface="Yu Gothic"/>
              </a:rPr>
              <a:t>にはこれが存在しない</a:t>
            </a:r>
            <a:r>
              <a:rPr lang="ja-JP" altLang="en-US" sz="2400" dirty="0">
                <a:solidFill>
                  <a:prstClr val="black"/>
                </a:solidFill>
                <a:cs typeface="Yu Gothic"/>
              </a:rPr>
              <a:t>。</a:t>
            </a:r>
            <a:endParaRPr lang="en-GB" altLang="ja-JP" sz="2400" dirty="0">
              <a:solidFill>
                <a:prstClr val="black"/>
              </a:solidFill>
              <a:cs typeface="Yu Gothic"/>
            </a:endParaRPr>
          </a:p>
          <a:p>
            <a:pPr marL="42545" indent="0">
              <a:lnSpc>
                <a:spcPct val="100000"/>
              </a:lnSpc>
              <a:spcBef>
                <a:spcPts val="384"/>
              </a:spcBef>
              <a:buNone/>
              <a:defRPr/>
            </a:pPr>
            <a:r>
              <a:rPr kumimoji="0" lang="ja-JP" altLang="en-US" sz="2400" i="0" u="none" strike="noStrike" kern="0" cap="none" spc="-5" normalizeH="0" baseline="0" noProof="0" dirty="0">
                <a:ln>
                  <a:noFill/>
                </a:ln>
                <a:solidFill>
                  <a:prstClr val="black"/>
                </a:solidFill>
                <a:effectLst/>
                <a:uLnTx/>
                <a:uFillTx/>
                <a:ea typeface="+mn-ea"/>
              </a:rPr>
              <a:t>これはクラス外でもデータの書き換えやメソッドコール・オーバーライドが可能なので、バグが混入する可能性が高く危険である。</a:t>
            </a:r>
            <a:endParaRPr kumimoji="0" lang="en-GB" altLang="ja-JP" sz="2400" i="0" u="none" strike="noStrike" kern="0" cap="none" spc="-5" normalizeH="0" baseline="0" noProof="0" dirty="0">
              <a:ln>
                <a:noFill/>
              </a:ln>
              <a:solidFill>
                <a:prstClr val="black"/>
              </a:solidFill>
              <a:effectLst/>
              <a:uLnTx/>
              <a:uFillTx/>
              <a:ea typeface="+mn-ea"/>
            </a:endParaRPr>
          </a:p>
          <a:p>
            <a:pPr marL="42545" indent="0">
              <a:lnSpc>
                <a:spcPct val="100000"/>
              </a:lnSpc>
              <a:spcBef>
                <a:spcPts val="384"/>
              </a:spcBef>
              <a:buNone/>
              <a:defRPr/>
            </a:pPr>
            <a:r>
              <a:rPr lang="ja-JP" altLang="en-US" sz="2400" kern="0" spc="-5" dirty="0">
                <a:solidFill>
                  <a:prstClr val="black"/>
                </a:solidFill>
              </a:rPr>
              <a:t>また、</a:t>
            </a:r>
            <a:r>
              <a:rPr lang="en-GB" altLang="ja-JP" sz="2400" kern="0" spc="-5" dirty="0">
                <a:solidFill>
                  <a:prstClr val="black"/>
                </a:solidFill>
              </a:rPr>
              <a:t>`def _method` </a:t>
            </a:r>
            <a:r>
              <a:rPr lang="ja-JP" altLang="en-US" sz="2400" kern="0" spc="-5" dirty="0">
                <a:solidFill>
                  <a:prstClr val="black"/>
                </a:solidFill>
              </a:rPr>
              <a:t>や</a:t>
            </a:r>
            <a:r>
              <a:rPr lang="en-GB" altLang="ja-JP" sz="2400" kern="0" spc="-5" dirty="0">
                <a:solidFill>
                  <a:prstClr val="black"/>
                </a:solidFill>
              </a:rPr>
              <a:t> `def __method__` </a:t>
            </a:r>
            <a:r>
              <a:rPr lang="ja-JP" altLang="en-US" sz="2400" kern="0" spc="-5" dirty="0">
                <a:solidFill>
                  <a:prstClr val="black"/>
                </a:solidFill>
              </a:rPr>
              <a:t>のように定義して暗黙的にプライベートメソッドとして扱うことは出来るが、機構に保障されていないので安全ではない。</a:t>
            </a:r>
            <a:endParaRPr lang="en-GB" altLang="ja-JP" sz="2400" kern="0" spc="-5" dirty="0">
              <a:solidFill>
                <a:prstClr val="black"/>
              </a:solidFill>
            </a:endParaRPr>
          </a:p>
          <a:p>
            <a:pPr marL="42545" indent="0">
              <a:lnSpc>
                <a:spcPct val="100000"/>
              </a:lnSpc>
              <a:spcBef>
                <a:spcPts val="384"/>
              </a:spcBef>
              <a:buNone/>
              <a:defRPr/>
            </a:pPr>
            <a:r>
              <a:rPr kumimoji="0" lang="ja-JP" altLang="en-US" sz="2400" i="0" u="none" strike="noStrike" kern="0" cap="none" spc="-5" normalizeH="0" baseline="0" noProof="0" dirty="0">
                <a:ln>
                  <a:noFill/>
                </a:ln>
                <a:solidFill>
                  <a:prstClr val="black"/>
                </a:solidFill>
                <a:effectLst/>
                <a:uLnTx/>
                <a:uFillTx/>
                <a:ea typeface="+mn-ea"/>
              </a:rPr>
              <a:t>また、ライブラリのメソッドは</a:t>
            </a:r>
            <a:r>
              <a:rPr kumimoji="0" lang="en-GB" altLang="ja-JP" sz="2400" i="0" u="none" strike="noStrike" kern="0" cap="none" spc="-5" normalizeH="0" baseline="0" noProof="0" dirty="0">
                <a:ln>
                  <a:noFill/>
                </a:ln>
                <a:solidFill>
                  <a:prstClr val="black"/>
                </a:solidFill>
                <a:effectLst/>
                <a:uLnTx/>
                <a:uFillTx/>
                <a:ea typeface="+mn-ea"/>
              </a:rPr>
              <a:t> `_` </a:t>
            </a:r>
            <a:r>
              <a:rPr kumimoji="0" lang="ja-JP" altLang="en-US" sz="2400" i="0" u="none" strike="noStrike" kern="0" cap="none" spc="-5" normalizeH="0" baseline="0" noProof="0" dirty="0">
                <a:ln>
                  <a:noFill/>
                </a:ln>
                <a:solidFill>
                  <a:prstClr val="black"/>
                </a:solidFill>
                <a:effectLst/>
                <a:uLnTx/>
                <a:uFillTx/>
                <a:ea typeface="+mn-ea"/>
              </a:rPr>
              <a:t>で始まる命名が多いため、思わぬオーバーライドを誘発することも</a:t>
            </a:r>
            <a:r>
              <a:rPr kumimoji="0" lang="en-GB" altLang="ja-JP" sz="2400" i="0" u="none" strike="noStrike" kern="0" cap="none" spc="-5" normalizeH="0" baseline="0" noProof="0" dirty="0">
                <a:ln>
                  <a:noFill/>
                </a:ln>
                <a:solidFill>
                  <a:prstClr val="black"/>
                </a:solidFill>
                <a:effectLst/>
                <a:uLnTx/>
                <a:uFillTx/>
                <a:ea typeface="+mn-ea"/>
              </a:rPr>
              <a:t> Python </a:t>
            </a:r>
            <a:r>
              <a:rPr kumimoji="0" lang="ja-JP" altLang="en-US" sz="2400" i="0" u="none" strike="noStrike" kern="0" cap="none" spc="-5" normalizeH="0" baseline="0" noProof="0" dirty="0">
                <a:ln>
                  <a:noFill/>
                </a:ln>
                <a:solidFill>
                  <a:prstClr val="black"/>
                </a:solidFill>
                <a:effectLst/>
                <a:uLnTx/>
                <a:uFillTx/>
                <a:ea typeface="+mn-ea"/>
              </a:rPr>
              <a:t>ユーザーには嘆かれている</a:t>
            </a:r>
            <a:r>
              <a:rPr lang="ja-JP" altLang="en-US" sz="2400" kern="0" spc="-5" dirty="0">
                <a:solidFill>
                  <a:prstClr val="black"/>
                </a:solidFill>
              </a:rPr>
              <a:t>ことは</a:t>
            </a:r>
            <a:r>
              <a:rPr lang="en-GB" altLang="ja-JP" sz="2400" kern="0" spc="-5" dirty="0">
                <a:solidFill>
                  <a:prstClr val="black"/>
                </a:solidFill>
              </a:rPr>
              <a:t> </a:t>
            </a:r>
            <a:r>
              <a:rPr kumimoji="0" lang="en-GB" altLang="ja-JP" sz="2400" i="0" u="none" strike="noStrike" kern="0" cap="none" spc="-5" normalizeH="0" baseline="0" noProof="0" dirty="0">
                <a:ln>
                  <a:noFill/>
                </a:ln>
                <a:solidFill>
                  <a:prstClr val="black"/>
                </a:solidFill>
                <a:effectLst/>
                <a:uLnTx/>
                <a:uFillTx/>
                <a:ea typeface="+mn-ea"/>
              </a:rPr>
              <a:t>X </a:t>
            </a:r>
            <a:r>
              <a:rPr lang="ja-JP" altLang="en-US" sz="2400" kern="0" spc="-5" dirty="0">
                <a:solidFill>
                  <a:prstClr val="black"/>
                </a:solidFill>
              </a:rPr>
              <a:t>と</a:t>
            </a:r>
            <a:r>
              <a:rPr lang="en-GB" altLang="ja-JP" sz="2400" kern="0" spc="-5" dirty="0">
                <a:solidFill>
                  <a:prstClr val="black"/>
                </a:solidFill>
              </a:rPr>
              <a:t> Quora </a:t>
            </a:r>
            <a:r>
              <a:rPr lang="ja-JP" altLang="en-US" sz="2400" kern="0" spc="-5" dirty="0">
                <a:solidFill>
                  <a:prstClr val="black"/>
                </a:solidFill>
              </a:rPr>
              <a:t>で観測している</a:t>
            </a:r>
            <a:r>
              <a:rPr kumimoji="0" lang="ja-JP" altLang="en-US" sz="2400" i="0" u="none" strike="noStrike" kern="0" cap="none" spc="-5" normalizeH="0" baseline="0" noProof="0" dirty="0">
                <a:ln>
                  <a:noFill/>
                </a:ln>
                <a:solidFill>
                  <a:prstClr val="black"/>
                </a:solidFill>
                <a:effectLst/>
                <a:uLnTx/>
                <a:uFillTx/>
                <a:ea typeface="+mn-ea"/>
              </a:rPr>
              <a:t>。</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880219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b="1" i="0" u="none" strike="noStrike" kern="0" cap="none" spc="-5" normalizeH="0" baseline="0" noProof="0" dirty="0">
                <a:ln>
                  <a:noFill/>
                </a:ln>
                <a:solidFill>
                  <a:prstClr val="black"/>
                </a:solidFill>
                <a:effectLst/>
                <a:uLnTx/>
                <a:uFillTx/>
                <a:ea typeface="+mn-ea"/>
              </a:rPr>
              <a:t>② </a:t>
            </a:r>
            <a:r>
              <a:rPr kumimoji="0" lang="ja-JP" altLang="en-US" b="1" i="0" strike="noStrike" kern="1200" cap="none" spc="-5" normalizeH="0" baseline="0" noProof="0" dirty="0">
                <a:ln>
                  <a:noFill/>
                </a:ln>
                <a:effectLst/>
                <a:uLnTx/>
                <a:uFill>
                  <a:solidFill>
                    <a:srgbClr val="0462C1"/>
                  </a:solidFill>
                </a:uFill>
                <a:ea typeface="+mn-ea"/>
                <a:cs typeface="Yu Gothic"/>
              </a:rPr>
              <a:t>遅延評価での返り値キャッシュ手法</a:t>
            </a:r>
            <a:endParaRPr lang="en-GB" altLang="ja-JP" b="1" spc="-5" dirty="0">
              <a:uFill>
                <a:solidFill>
                  <a:srgbClr val="0462C1"/>
                </a:solidFill>
              </a:uFill>
              <a:cs typeface="Yu Gothic"/>
            </a:endParaRPr>
          </a:p>
          <a:p>
            <a:pPr marL="42545" marR="0" lvl="0" indent="0" defTabSz="914400" eaLnBrk="1" fontAlgn="auto" latinLnBrk="0" hangingPunct="1">
              <a:lnSpc>
                <a:spcPct val="100000"/>
              </a:lnSpc>
              <a:spcBef>
                <a:spcPts val="384"/>
              </a:spcBef>
              <a:spcAft>
                <a:spcPts val="0"/>
              </a:spcAft>
              <a:buClrTx/>
              <a:buSzTx/>
              <a:buFontTx/>
              <a:buNone/>
              <a:tabLst/>
              <a:defRPr/>
            </a:pPr>
            <a:r>
              <a:rPr lang="ja-JP" altLang="en-US" sz="2400" kern="0" spc="-5" dirty="0">
                <a:solidFill>
                  <a:prstClr val="black"/>
                </a:solidFill>
              </a:rPr>
              <a:t>言語によって利用可能な記号が異なる。</a:t>
            </a:r>
            <a:endParaRPr lang="en-GB" altLang="ja-JP" sz="2400" kern="0" spc="-5" dirty="0">
              <a:solidFill>
                <a:prstClr val="black"/>
              </a:solidFill>
            </a:endParaRPr>
          </a:p>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sz="2400" i="0" u="none" strike="noStrike" kern="0" cap="none" spc="-5" normalizeH="0" baseline="0" noProof="0" dirty="0">
                <a:ln>
                  <a:noFill/>
                </a:ln>
                <a:solidFill>
                  <a:prstClr val="black"/>
                </a:solidFill>
                <a:effectLst/>
                <a:uLnTx/>
                <a:uFillTx/>
                <a:ea typeface="+mn-ea"/>
              </a:rPr>
              <a:t>その</a:t>
            </a:r>
            <a:r>
              <a:rPr kumimoji="0" lang="en-GB" altLang="ja-JP" sz="2400" i="0" u="none" strike="noStrike" kern="0" cap="none" spc="-5" normalizeH="0" baseline="0" noProof="0" dirty="0">
                <a:ln>
                  <a:noFill/>
                </a:ln>
                <a:solidFill>
                  <a:prstClr val="black"/>
                </a:solidFill>
                <a:effectLst/>
                <a:uLnTx/>
                <a:uFillTx/>
                <a:ea typeface="+mn-ea"/>
              </a:rPr>
              <a:t>1</a:t>
            </a:r>
            <a:r>
              <a:rPr kumimoji="0" lang="ja-JP" altLang="en-US" sz="2400" i="0" u="none" strike="noStrike" kern="0" cap="none" spc="-5" normalizeH="0" baseline="0" noProof="0" dirty="0">
                <a:ln>
                  <a:noFill/>
                </a:ln>
                <a:solidFill>
                  <a:prstClr val="black"/>
                </a:solidFill>
                <a:effectLst/>
                <a:uLnTx/>
                <a:uFillTx/>
                <a:ea typeface="+mn-ea"/>
              </a:rPr>
              <a:t>つが </a:t>
            </a:r>
            <a:r>
              <a:rPr kumimoji="0" lang="en-GB" altLang="ja-JP" sz="2400" i="0" u="none" strike="noStrike" kern="0" cap="none" spc="-5" normalizeH="0" baseline="0" noProof="0" dirty="0">
                <a:ln>
                  <a:noFill/>
                </a:ln>
                <a:solidFill>
                  <a:prstClr val="black"/>
                </a:solidFill>
                <a:effectLst/>
                <a:uLnTx/>
                <a:uFillTx/>
                <a:ea typeface="+mn-ea"/>
              </a:rPr>
              <a:t>`||` </a:t>
            </a:r>
            <a:r>
              <a:rPr kumimoji="0" lang="ja-JP" altLang="en-US" sz="2400" i="0" u="none" strike="noStrike" kern="0" cap="none" spc="-5" normalizeH="0" baseline="0" noProof="0" dirty="0">
                <a:ln>
                  <a:noFill/>
                </a:ln>
                <a:solidFill>
                  <a:prstClr val="black"/>
                </a:solidFill>
                <a:effectLst/>
                <a:uLnTx/>
                <a:uFillTx/>
                <a:ea typeface="+mn-ea"/>
              </a:rPr>
              <a:t>である。</a:t>
            </a: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kumimoji="0" lang="en-GB" altLang="ja-JP" sz="2400" i="0" u="none" strike="noStrike" kern="0" cap="none" spc="-5" normalizeH="0" baseline="0" noProof="0" dirty="0">
                <a:ln>
                  <a:noFill/>
                </a:ln>
                <a:solidFill>
                  <a:prstClr val="black"/>
                </a:solidFill>
                <a:effectLst/>
                <a:uLnTx/>
                <a:uFillTx/>
                <a:ea typeface="+mn-ea"/>
              </a:rPr>
              <a:t>Ruby </a:t>
            </a:r>
            <a:r>
              <a:rPr kumimoji="0" lang="ja-JP" altLang="en-US" sz="2400" i="0" u="none" strike="noStrike" kern="0" cap="none" spc="-5" normalizeH="0" baseline="0" noProof="0" dirty="0">
                <a:ln>
                  <a:noFill/>
                </a:ln>
                <a:solidFill>
                  <a:prstClr val="black"/>
                </a:solidFill>
                <a:effectLst/>
                <a:uLnTx/>
                <a:uFillTx/>
                <a:ea typeface="+mn-ea"/>
              </a:rPr>
              <a:t>において当該記号は返り値のメモ化</a:t>
            </a:r>
            <a:r>
              <a:rPr kumimoji="0" lang="en-GB" altLang="ja-JP" sz="2400" i="0" u="none" strike="noStrike" kern="0" cap="none" spc="-5" normalizeH="0" baseline="0" noProof="0" dirty="0">
                <a:ln>
                  <a:noFill/>
                </a:ln>
                <a:solidFill>
                  <a:prstClr val="black"/>
                </a:solidFill>
                <a:effectLst/>
                <a:uLnTx/>
                <a:uFillTx/>
                <a:ea typeface="+mn-ea"/>
              </a:rPr>
              <a:t>(</a:t>
            </a:r>
            <a:r>
              <a:rPr kumimoji="0" lang="ja-JP" altLang="en-US" sz="2400" i="0" u="none" strike="noStrike" kern="0" cap="none" spc="-5" normalizeH="0" baseline="0" noProof="0" dirty="0">
                <a:ln>
                  <a:noFill/>
                </a:ln>
                <a:solidFill>
                  <a:prstClr val="black"/>
                </a:solidFill>
                <a:effectLst/>
                <a:uLnTx/>
                <a:uFillTx/>
                <a:ea typeface="+mn-ea"/>
              </a:rPr>
              <a:t>キャッシュ</a:t>
            </a:r>
            <a:r>
              <a:rPr kumimoji="0" lang="en-GB" altLang="ja-JP" sz="2400" i="0" u="none" strike="noStrike" kern="0" cap="none" spc="-5" normalizeH="0" baseline="0" noProof="0" dirty="0">
                <a:ln>
                  <a:noFill/>
                </a:ln>
                <a:solidFill>
                  <a:prstClr val="black"/>
                </a:solidFill>
                <a:effectLst/>
                <a:uLnTx/>
                <a:uFillTx/>
                <a:ea typeface="+mn-ea"/>
              </a:rPr>
              <a:t>)</a:t>
            </a:r>
            <a:r>
              <a:rPr kumimoji="0" lang="ja-JP" altLang="en-US" sz="2400" i="0" u="none" strike="noStrike" kern="0" cap="none" spc="-5" normalizeH="0" baseline="0" noProof="0" dirty="0">
                <a:ln>
                  <a:noFill/>
                </a:ln>
                <a:solidFill>
                  <a:prstClr val="black"/>
                </a:solidFill>
                <a:effectLst/>
                <a:uLnTx/>
                <a:uFillTx/>
                <a:ea typeface="+mn-ea"/>
              </a:rPr>
              <a:t>でよく使われる。</a:t>
            </a: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endParaRPr kumimoji="0" lang="en-GB" altLang="ja-JP" sz="2400" i="0" u="none" strike="noStrike" kern="0" cap="none" spc="-5" normalizeH="0" baseline="0" noProof="0" dirty="0">
              <a:ln>
                <a:noFill/>
              </a:ln>
              <a:solidFill>
                <a:prstClr val="black"/>
              </a:solidFill>
              <a:effectLst/>
              <a:uLnTx/>
              <a:uFillTx/>
              <a:ea typeface="+mn-ea"/>
            </a:endParaRPr>
          </a:p>
          <a:p>
            <a:pPr marL="42545" marR="0" lvl="0" indent="0" defTabSz="914400" eaLnBrk="1" fontAlgn="auto" latinLnBrk="0" hangingPunct="1">
              <a:lnSpc>
                <a:spcPct val="100000"/>
              </a:lnSpc>
              <a:spcBef>
                <a:spcPts val="384"/>
              </a:spcBef>
              <a:spcAft>
                <a:spcPts val="0"/>
              </a:spcAft>
              <a:buClrTx/>
              <a:buSzTx/>
              <a:buFontTx/>
              <a:buNone/>
              <a:tabLst/>
              <a:defRPr/>
            </a:pPr>
            <a:r>
              <a:rPr lang="ja-JP" altLang="en-US" sz="2400" kern="0" spc="-5" dirty="0">
                <a:solidFill>
                  <a:prstClr val="black"/>
                </a:solidFill>
              </a:rPr>
              <a:t>一方、</a:t>
            </a:r>
            <a:r>
              <a:rPr lang="en-GB" altLang="ja-JP" sz="2400" kern="0" spc="-5" dirty="0">
                <a:solidFill>
                  <a:prstClr val="black"/>
                </a:solidFill>
              </a:rPr>
              <a:t>Python </a:t>
            </a:r>
            <a:r>
              <a:rPr lang="ja-JP" altLang="en-US" sz="2400" kern="0" spc="-5" dirty="0">
                <a:solidFill>
                  <a:prstClr val="black"/>
                </a:solidFill>
              </a:rPr>
              <a:t>では当該記号は使えないため、</a:t>
            </a:r>
            <a:r>
              <a:rPr lang="en-GB" altLang="ja-JP" sz="2400" kern="0" spc="-5" dirty="0">
                <a:solidFill>
                  <a:prstClr val="black"/>
                </a:solidFill>
              </a:rPr>
              <a:t>Ruby </a:t>
            </a:r>
            <a:r>
              <a:rPr lang="ja-JP" altLang="en-US" sz="2400" kern="0" spc="-5" dirty="0">
                <a:solidFill>
                  <a:prstClr val="black"/>
                </a:solidFill>
              </a:rPr>
              <a:t>のようにメソッド定義で遅延評価でのキャッシュを行うことは出来ない。</a:t>
            </a:r>
            <a:endParaRPr lang="en-GB" altLang="ja-JP" sz="2400" kern="0" spc="-5" dirty="0">
              <a:solidFill>
                <a:prstClr val="black"/>
              </a:solidFill>
            </a:endParaRPr>
          </a:p>
          <a:p>
            <a:pPr marL="42545" marR="0" lvl="0" indent="0" defTabSz="914400" eaLnBrk="1" fontAlgn="auto" latinLnBrk="0" hangingPunct="1">
              <a:lnSpc>
                <a:spcPct val="100000"/>
              </a:lnSpc>
              <a:spcBef>
                <a:spcPts val="384"/>
              </a:spcBef>
              <a:spcAft>
                <a:spcPts val="0"/>
              </a:spcAft>
              <a:buClrTx/>
              <a:buSzTx/>
              <a:buFontTx/>
              <a:buNone/>
              <a:tabLst/>
              <a:defRPr/>
            </a:pPr>
            <a:r>
              <a:rPr lang="en-GB" altLang="ja-JP" sz="2400" kern="0" spc="-5" dirty="0">
                <a:solidFill>
                  <a:prstClr val="black"/>
                </a:solidFill>
              </a:rPr>
              <a:t>Python </a:t>
            </a:r>
            <a:r>
              <a:rPr lang="ja-JP" altLang="en-US" sz="2400" kern="0" spc="-5">
                <a:solidFill>
                  <a:prstClr val="black"/>
                </a:solidFill>
              </a:rPr>
              <a:t>では、次スライドのようにメソッド</a:t>
            </a:r>
            <a:r>
              <a:rPr lang="ja-JP" altLang="en-US" sz="2400" kern="0" spc="-5" dirty="0">
                <a:solidFill>
                  <a:prstClr val="black"/>
                </a:solidFill>
              </a:rPr>
              <a:t>の返り値をインスタンス変数に代入することでキャッシュすることしか出来ない模様。</a:t>
            </a:r>
            <a:endParaRPr kumimoji="0" lang="en-GB" altLang="ja-JP" sz="2400" i="0" u="none" strike="noStrike" kern="0" cap="none" spc="-5" normalizeH="0" baseline="0" noProof="0" dirty="0">
              <a:ln>
                <a:noFill/>
              </a:ln>
              <a:solidFill>
                <a:prstClr val="black"/>
              </a:solidFill>
              <a:effectLst/>
              <a:uLnTx/>
              <a:uFillTx/>
              <a:ea typeface="+mn-ea"/>
            </a:endParaRPr>
          </a:p>
        </p:txBody>
      </p:sp>
    </p:spTree>
    <p:extLst>
      <p:ext uri="{BB962C8B-B14F-4D97-AF65-F5344CB8AC3E}">
        <p14:creationId xmlns:p14="http://schemas.microsoft.com/office/powerpoint/2010/main" val="2089718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25E87B34-4486-7EC9-0D98-9EA3625FE3C0}"/>
            </a:ext>
          </a:extLst>
        </p:cNvPr>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9A8B4D3D-4E1B-39AE-36DC-DF1E401BF132}"/>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ct val="100000"/>
              </a:lnSpc>
              <a:spcBef>
                <a:spcPts val="384"/>
              </a:spcBef>
              <a:spcAft>
                <a:spcPts val="0"/>
              </a:spcAft>
              <a:buClrTx/>
              <a:buSzTx/>
              <a:buFontTx/>
              <a:buNone/>
              <a:tabLst/>
              <a:defRPr/>
            </a:pPr>
            <a:r>
              <a:rPr kumimoji="0" lang="ja-JP" altLang="en-US" b="1" i="0" u="none" strike="noStrike" kern="0" cap="none" spc="-5" normalizeH="0" baseline="0" noProof="0" dirty="0">
                <a:ln>
                  <a:noFill/>
                </a:ln>
                <a:solidFill>
                  <a:prstClr val="black"/>
                </a:solidFill>
                <a:effectLst/>
                <a:uLnTx/>
                <a:uFillTx/>
                <a:ea typeface="+mn-ea"/>
              </a:rPr>
              <a:t>② </a:t>
            </a:r>
            <a:r>
              <a:rPr kumimoji="0" lang="ja-JP" altLang="en-US" b="1" i="0" strike="noStrike" kern="1200" cap="none" spc="-5" normalizeH="0" baseline="0" noProof="0" dirty="0">
                <a:ln>
                  <a:noFill/>
                </a:ln>
                <a:effectLst/>
                <a:uLnTx/>
                <a:uFill>
                  <a:solidFill>
                    <a:srgbClr val="0462C1"/>
                  </a:solidFill>
                </a:uFill>
                <a:ea typeface="+mn-ea"/>
                <a:cs typeface="Yu Gothic"/>
              </a:rPr>
              <a:t>遅延評価での返り値キャッシュ手法</a:t>
            </a:r>
            <a:endParaRPr kumimoji="0" lang="en-GB" altLang="ja-JP" b="1" i="0" strike="noStrike" kern="1200" cap="none" spc="-5" normalizeH="0" baseline="0" noProof="0" dirty="0">
              <a:ln>
                <a:noFill/>
              </a:ln>
              <a:effectLst/>
              <a:uLnTx/>
              <a:uFill>
                <a:solidFill>
                  <a:srgbClr val="0462C1"/>
                </a:solidFill>
              </a:uFill>
              <a:ea typeface="+mn-ea"/>
              <a:cs typeface="Yu Gothic"/>
            </a:endParaRPr>
          </a:p>
        </p:txBody>
      </p:sp>
      <p:pic>
        <p:nvPicPr>
          <p:cNvPr id="8" name="Picture 7">
            <a:extLst>
              <a:ext uri="{FF2B5EF4-FFF2-40B4-BE49-F238E27FC236}">
                <a16:creationId xmlns:a16="http://schemas.microsoft.com/office/drawing/2014/main" id="{16C78878-D1E2-B506-B1E5-E4803F387C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3565" y="2306991"/>
            <a:ext cx="4247066" cy="3873189"/>
          </a:xfrm>
          <a:prstGeom prst="rect">
            <a:avLst/>
          </a:prstGeom>
        </p:spPr>
      </p:pic>
      <p:pic>
        <p:nvPicPr>
          <p:cNvPr id="9" name="Picture 8">
            <a:extLst>
              <a:ext uri="{FF2B5EF4-FFF2-40B4-BE49-F238E27FC236}">
                <a16:creationId xmlns:a16="http://schemas.microsoft.com/office/drawing/2014/main" id="{C09D356E-EC38-78B0-DE84-4AC623B512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06991"/>
            <a:ext cx="6585365" cy="3869971"/>
          </a:xfrm>
          <a:prstGeom prst="rect">
            <a:avLst/>
          </a:prstGeom>
        </p:spPr>
      </p:pic>
      <p:sp>
        <p:nvSpPr>
          <p:cNvPr id="2" name="タイトル 1">
            <a:extLst>
              <a:ext uri="{FF2B5EF4-FFF2-40B4-BE49-F238E27FC236}">
                <a16:creationId xmlns:a16="http://schemas.microsoft.com/office/drawing/2014/main" id="{D44CAAFA-E46E-F467-2BC0-E5D98C308B4B}"/>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886D93F-647C-9261-9751-03F4733655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00E3F5E-B260-5F3D-692B-2A4DC34EF79D}"/>
              </a:ext>
            </a:extLst>
          </p:cNvPr>
          <p:cNvSpPr/>
          <p:nvPr/>
        </p:nvSpPr>
        <p:spPr>
          <a:xfrm>
            <a:off x="1101741" y="3716513"/>
            <a:ext cx="3470259" cy="32115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DE0D9A04-1169-1C94-6309-416A39556CE4}"/>
              </a:ext>
            </a:extLst>
          </p:cNvPr>
          <p:cNvSpPr/>
          <p:nvPr/>
        </p:nvSpPr>
        <p:spPr>
          <a:xfrm>
            <a:off x="1200616" y="4264320"/>
            <a:ext cx="1172363" cy="1152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04B3D693-2DC1-3540-2081-277114D8C933}"/>
              </a:ext>
            </a:extLst>
          </p:cNvPr>
          <p:cNvSpPr/>
          <p:nvPr/>
        </p:nvSpPr>
        <p:spPr>
          <a:xfrm>
            <a:off x="1865972" y="4803300"/>
            <a:ext cx="1172363" cy="1152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3CF6E1F6-B6EF-74EA-E344-82885FA83CCF}"/>
              </a:ext>
            </a:extLst>
          </p:cNvPr>
          <p:cNvSpPr/>
          <p:nvPr/>
        </p:nvSpPr>
        <p:spPr>
          <a:xfrm>
            <a:off x="7687106" y="3630065"/>
            <a:ext cx="1546220" cy="50775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AB8F83B8-5745-54CA-5521-F4AAD6E668CF}"/>
              </a:ext>
            </a:extLst>
          </p:cNvPr>
          <p:cNvSpPr/>
          <p:nvPr/>
        </p:nvSpPr>
        <p:spPr>
          <a:xfrm>
            <a:off x="7772481" y="2824127"/>
            <a:ext cx="2004907" cy="7453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BACD3A1B-7A32-2CBD-D438-C178B34B20E0}"/>
              </a:ext>
            </a:extLst>
          </p:cNvPr>
          <p:cNvSpPr/>
          <p:nvPr/>
        </p:nvSpPr>
        <p:spPr>
          <a:xfrm>
            <a:off x="8687696" y="4525032"/>
            <a:ext cx="915733" cy="745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A4B9B295-DFA5-37CE-6867-6891B6DEEA15}"/>
              </a:ext>
            </a:extLst>
          </p:cNvPr>
          <p:cNvSpPr/>
          <p:nvPr/>
        </p:nvSpPr>
        <p:spPr>
          <a:xfrm>
            <a:off x="1865972" y="4995851"/>
            <a:ext cx="1172363" cy="1152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6852EC42-EB5A-4CA4-3EFF-FC1B542F521C}"/>
              </a:ext>
            </a:extLst>
          </p:cNvPr>
          <p:cNvSpPr/>
          <p:nvPr/>
        </p:nvSpPr>
        <p:spPr>
          <a:xfrm>
            <a:off x="8161653" y="5052259"/>
            <a:ext cx="915733" cy="745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36FCDF98-6BFC-2500-1B4D-E7E5A6119FF0}"/>
              </a:ext>
            </a:extLst>
          </p:cNvPr>
          <p:cNvSpPr/>
          <p:nvPr/>
        </p:nvSpPr>
        <p:spPr>
          <a:xfrm>
            <a:off x="8169247" y="5346537"/>
            <a:ext cx="915733" cy="745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97722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ja-JP" altLang="en-US" sz="2800" b="1" i="0" strike="noStrike" kern="1200" cap="none" spc="-5" normalizeH="0" baseline="0" noProof="0" dirty="0">
                <a:ln>
                  <a:noFill/>
                </a:ln>
                <a:effectLst/>
                <a:uLnTx/>
                <a:uFill>
                  <a:solidFill>
                    <a:srgbClr val="0462C1"/>
                  </a:solidFill>
                </a:uFill>
                <a:ea typeface="+mn-ea"/>
                <a:cs typeface="Yu Gothic"/>
              </a:rPr>
              <a:t>レシーバーと引数</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en-GB" altLang="ja-JP" sz="2400" b="0" i="0" u="none" strike="noStrike" kern="1200" cap="none" spc="0" normalizeH="0" baseline="0" noProof="0" dirty="0">
                <a:ln>
                  <a:noFill/>
                </a:ln>
                <a:solidFill>
                  <a:prstClr val="black"/>
                </a:solidFill>
                <a:effectLst/>
                <a:uLnTx/>
                <a:uFillTx/>
                <a:ea typeface="+mn-ea"/>
                <a:cs typeface="Yu Gothic"/>
              </a:rPr>
              <a:t>Ruby </a:t>
            </a:r>
            <a:r>
              <a:rPr kumimoji="0" lang="ja-JP" altLang="en-US" sz="2400" b="0" i="0" u="none" strike="noStrike" kern="1200" cap="none" spc="0" normalizeH="0" baseline="0" noProof="0" dirty="0">
                <a:ln>
                  <a:noFill/>
                </a:ln>
                <a:solidFill>
                  <a:prstClr val="black"/>
                </a:solidFill>
                <a:effectLst/>
                <a:uLnTx/>
                <a:uFillTx/>
                <a:ea typeface="+mn-ea"/>
                <a:cs typeface="Yu Gothic"/>
              </a:rPr>
              <a:t>と</a:t>
            </a:r>
            <a:r>
              <a:rPr kumimoji="0" lang="en-GB" altLang="ja-JP" sz="2400" b="0" i="0" u="none" strike="noStrike" kern="1200" cap="none" spc="0" normalizeH="0" baseline="0" noProof="0" dirty="0">
                <a:ln>
                  <a:noFill/>
                </a:ln>
                <a:solidFill>
                  <a:prstClr val="black"/>
                </a:solidFill>
                <a:effectLst/>
                <a:uLnTx/>
                <a:uFillTx/>
                <a:ea typeface="+mn-ea"/>
                <a:cs typeface="Yu Gothic"/>
              </a:rPr>
              <a:t> Python </a:t>
            </a:r>
            <a:r>
              <a:rPr kumimoji="0" lang="ja-JP" altLang="en-US" sz="2400" b="0" i="0" u="none" strike="noStrike" kern="1200" cap="none" spc="0" normalizeH="0" baseline="0" noProof="0" dirty="0">
                <a:ln>
                  <a:noFill/>
                </a:ln>
                <a:solidFill>
                  <a:prstClr val="black"/>
                </a:solidFill>
                <a:effectLst/>
                <a:uLnTx/>
                <a:uFillTx/>
                <a:ea typeface="+mn-ea"/>
                <a:cs typeface="Yu Gothic"/>
              </a:rPr>
              <a:t>を交互に書いていて、同じ用途・同じ名前の組込みメソッドをコールする際にレシーバーと引数を逆に書いてしまうことがよくある。</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lang="ja-JP" altLang="en-US" sz="2400" dirty="0">
                <a:solidFill>
                  <a:prstClr val="black"/>
                </a:solidFill>
                <a:cs typeface="Yu Gothic"/>
              </a:rPr>
              <a:t>その一例が</a:t>
            </a:r>
            <a:r>
              <a:rPr lang="en-GB" altLang="ja-JP" sz="2400" dirty="0">
                <a:solidFill>
                  <a:prstClr val="black"/>
                </a:solidFill>
                <a:cs typeface="Yu Gothic"/>
              </a:rPr>
              <a:t> Ruby </a:t>
            </a:r>
            <a:r>
              <a:rPr lang="ja-JP" altLang="en-US" sz="2400" dirty="0">
                <a:solidFill>
                  <a:prstClr val="black"/>
                </a:solidFill>
                <a:cs typeface="Yu Gothic"/>
              </a:rPr>
              <a:t>の</a:t>
            </a:r>
            <a:r>
              <a:rPr lang="en-GB" altLang="ja-JP" sz="2400" dirty="0">
                <a:solidFill>
                  <a:prstClr val="black"/>
                </a:solidFill>
                <a:cs typeface="Yu Gothic"/>
              </a:rPr>
              <a:t> `</a:t>
            </a:r>
            <a:r>
              <a:rPr lang="en-GB" altLang="ja-JP" sz="2400" b="1" dirty="0">
                <a:solidFill>
                  <a:prstClr val="black"/>
                </a:solidFill>
                <a:cs typeface="Yu Gothic"/>
              </a:rPr>
              <a:t>Array#join`</a:t>
            </a:r>
            <a:r>
              <a:rPr lang="ja-JP" altLang="en-US" sz="2400" dirty="0">
                <a:solidFill>
                  <a:prstClr val="black"/>
                </a:solidFill>
                <a:cs typeface="Yu Gothic"/>
              </a:rPr>
              <a:t>、</a:t>
            </a:r>
            <a:r>
              <a:rPr lang="en-GB" altLang="ja-JP" sz="2400" dirty="0">
                <a:solidFill>
                  <a:prstClr val="black"/>
                </a:solidFill>
                <a:cs typeface="Yu Gothic"/>
              </a:rPr>
              <a:t>Python </a:t>
            </a:r>
            <a:r>
              <a:rPr lang="ja-JP" altLang="en-US" sz="2400" dirty="0">
                <a:solidFill>
                  <a:prstClr val="black"/>
                </a:solidFill>
                <a:cs typeface="Yu Gothic"/>
              </a:rPr>
              <a:t>の</a:t>
            </a:r>
            <a:r>
              <a:rPr lang="en-GB" altLang="ja-JP" sz="2400" dirty="0">
                <a:solidFill>
                  <a:prstClr val="black"/>
                </a:solidFill>
                <a:cs typeface="Yu Gothic"/>
              </a:rPr>
              <a:t> `</a:t>
            </a:r>
            <a:r>
              <a:rPr lang="en-GB" altLang="ja-JP" sz="2400" b="1" dirty="0">
                <a:solidFill>
                  <a:prstClr val="black"/>
                </a:solidFill>
                <a:cs typeface="Yu Gothic"/>
              </a:rPr>
              <a:t>String#join`</a:t>
            </a:r>
            <a:r>
              <a:rPr lang="en-GB" altLang="ja-JP" sz="2400" dirty="0">
                <a:solidFill>
                  <a:prstClr val="black"/>
                </a:solidFill>
                <a:cs typeface="Yu Gothic"/>
              </a:rPr>
              <a:t> </a:t>
            </a:r>
            <a:r>
              <a:rPr lang="ja-JP" altLang="en-US" sz="2400" dirty="0">
                <a:solidFill>
                  <a:prstClr val="black"/>
                </a:solidFill>
                <a:cs typeface="Yu Gothic"/>
              </a:rPr>
              <a:t>だ。</a:t>
            </a:r>
            <a:endParaRPr lang="en-GB" altLang="ja-JP" sz="2400" dirty="0">
              <a:solidFill>
                <a:prstClr val="black"/>
              </a:solidFill>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268288" indent="-255588">
              <a:lnSpc>
                <a:spcPts val="2565"/>
              </a:lnSpc>
              <a:spcBef>
                <a:spcPts val="0"/>
              </a:spcBef>
              <a:defRPr/>
            </a:pPr>
            <a:r>
              <a:rPr lang="en-GB" altLang="ja-JP" sz="2400" b="1" dirty="0">
                <a:solidFill>
                  <a:prstClr val="black"/>
                </a:solidFill>
                <a:cs typeface="Yu Gothic"/>
              </a:rPr>
              <a:t>`Array#join`</a:t>
            </a:r>
            <a:r>
              <a:rPr lang="en-GB" altLang="ja-JP" sz="2400" dirty="0">
                <a:solidFill>
                  <a:prstClr val="black"/>
                </a:solidFill>
                <a:cs typeface="Yu Gothic"/>
              </a:rPr>
              <a:t> in Ruby: </a:t>
            </a:r>
            <a:r>
              <a:rPr lang="ja-JP" altLang="en-US" sz="2400" dirty="0">
                <a:solidFill>
                  <a:prstClr val="black"/>
                </a:solidFill>
                <a:cs typeface="Yu Gothic"/>
              </a:rPr>
              <a:t>結合対象の配列をレシーバーに、区切り文字を引数に取る</a:t>
            </a:r>
            <a:endParaRPr lang="en-GB" altLang="ja-JP" sz="2400" dirty="0">
              <a:solidFill>
                <a:prstClr val="black"/>
              </a:solidFill>
              <a:cs typeface="Yu Gothic"/>
            </a:endParaRPr>
          </a:p>
          <a:p>
            <a:pPr marL="268288" indent="-255588">
              <a:lnSpc>
                <a:spcPts val="2565"/>
              </a:lnSpc>
              <a:spcBef>
                <a:spcPts val="0"/>
              </a:spcBef>
              <a:defRPr/>
            </a:pPr>
            <a:r>
              <a:rPr lang="en-GB" altLang="ja-JP" sz="2400" b="1" dirty="0">
                <a:solidFill>
                  <a:prstClr val="black"/>
                </a:solidFill>
                <a:cs typeface="Yu Gothic"/>
              </a:rPr>
              <a:t>`String#join`</a:t>
            </a:r>
            <a:r>
              <a:rPr lang="en-GB" altLang="ja-JP" sz="2400" dirty="0">
                <a:solidFill>
                  <a:prstClr val="black"/>
                </a:solidFill>
                <a:cs typeface="Yu Gothic"/>
              </a:rPr>
              <a:t> in Python: </a:t>
            </a:r>
            <a:r>
              <a:rPr lang="ja-JP" altLang="en-US" sz="2400" dirty="0">
                <a:solidFill>
                  <a:prstClr val="black"/>
                </a:solidFill>
                <a:cs typeface="Yu Gothic"/>
              </a:rPr>
              <a:t>区切り文字をレシーバーに、結合対象の配列を引数に取る</a:t>
            </a:r>
            <a:endParaRPr kumimoji="0" lang="ja-JP" altLang="en-US"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1466431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79769D2-95F9-158B-8120-462FB7D78032}"/>
            </a:ext>
          </a:extLst>
        </p:cNvPr>
        <p:cNvGrpSpPr/>
        <p:nvPr/>
      </p:nvGrpSpPr>
      <p:grpSpPr>
        <a:xfrm>
          <a:off x="0" y="0"/>
          <a:ext cx="0" cy="0"/>
          <a:chOff x="0" y="0"/>
          <a:chExt cx="0" cy="0"/>
        </a:xfrm>
      </p:grpSpPr>
      <p:sp>
        <p:nvSpPr>
          <p:cNvPr id="7" name="コンテンツ プレースホルダー 2">
            <a:extLst>
              <a:ext uri="{FF2B5EF4-FFF2-40B4-BE49-F238E27FC236}">
                <a16:creationId xmlns:a16="http://schemas.microsoft.com/office/drawing/2014/main" id="{1911A0E9-F9E9-93EC-50F4-9094F5C2CB2C}"/>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ja-JP" altLang="en-US" sz="2800" b="1" i="0" strike="noStrike" kern="1200" cap="none" spc="-5" normalizeH="0" baseline="0" noProof="0" dirty="0">
                <a:ln>
                  <a:noFill/>
                </a:ln>
                <a:effectLst/>
                <a:uLnTx/>
                <a:uFill>
                  <a:solidFill>
                    <a:srgbClr val="0462C1"/>
                  </a:solidFill>
                </a:uFill>
                <a:ea typeface="+mn-ea"/>
                <a:cs typeface="Yu Gothic"/>
              </a:rPr>
              <a:t>レシーバーと引数</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p:txBody>
      </p:sp>
      <p:pic>
        <p:nvPicPr>
          <p:cNvPr id="5" name="Picture 4">
            <a:extLst>
              <a:ext uri="{FF2B5EF4-FFF2-40B4-BE49-F238E27FC236}">
                <a16:creationId xmlns:a16="http://schemas.microsoft.com/office/drawing/2014/main" id="{F008CA30-87FA-2E76-E7B6-46095332DE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3565" y="2306991"/>
            <a:ext cx="4247066" cy="3873189"/>
          </a:xfrm>
          <a:prstGeom prst="rect">
            <a:avLst/>
          </a:prstGeom>
        </p:spPr>
      </p:pic>
      <p:pic>
        <p:nvPicPr>
          <p:cNvPr id="10" name="Picture 9">
            <a:extLst>
              <a:ext uri="{FF2B5EF4-FFF2-40B4-BE49-F238E27FC236}">
                <a16:creationId xmlns:a16="http://schemas.microsoft.com/office/drawing/2014/main" id="{30C7B95C-AECA-F1B5-79EA-398E563F2F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306991"/>
            <a:ext cx="6585365" cy="3869971"/>
          </a:xfrm>
          <a:prstGeom prst="rect">
            <a:avLst/>
          </a:prstGeom>
        </p:spPr>
      </p:pic>
      <p:sp>
        <p:nvSpPr>
          <p:cNvPr id="2" name="タイトル 1">
            <a:extLst>
              <a:ext uri="{FF2B5EF4-FFF2-40B4-BE49-F238E27FC236}">
                <a16:creationId xmlns:a16="http://schemas.microsoft.com/office/drawing/2014/main" id="{20625E73-D013-3483-6634-DE3817105D64}"/>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F63E7F-0078-304D-7DFD-667B06AE2A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2BEE2C9-55FB-251C-C08B-C954A1BA8221}"/>
              </a:ext>
            </a:extLst>
          </p:cNvPr>
          <p:cNvSpPr/>
          <p:nvPr/>
        </p:nvSpPr>
        <p:spPr>
          <a:xfrm>
            <a:off x="1181743" y="4273198"/>
            <a:ext cx="3011116" cy="11146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0710EB6-B667-E47D-6480-DAC5640445F1}"/>
              </a:ext>
            </a:extLst>
          </p:cNvPr>
          <p:cNvSpPr/>
          <p:nvPr/>
        </p:nvSpPr>
        <p:spPr>
          <a:xfrm>
            <a:off x="8529197" y="4745362"/>
            <a:ext cx="1221430" cy="9872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5519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7AF484A-A6D6-770E-93E1-0B6497EC5A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F02C2B-F5BC-F9DE-386A-6BC624657CEF}"/>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BD9CE237-1D65-E5D9-0CBF-3023A9BF80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CFD91AB-BA06-E214-4D2E-AE16265F6297}"/>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ja-JP" altLang="en-US" sz="2800" b="1" i="0" strike="noStrike" kern="1200" cap="none" spc="-5" normalizeH="0" baseline="0" noProof="0" dirty="0">
                <a:ln>
                  <a:noFill/>
                </a:ln>
                <a:effectLst/>
                <a:uLnTx/>
                <a:uFill>
                  <a:solidFill>
                    <a:srgbClr val="0462C1"/>
                  </a:solidFill>
                </a:uFill>
                <a:ea typeface="+mn-ea"/>
                <a:cs typeface="Yu Gothic"/>
              </a:rPr>
              <a:t>レシーバーと引数</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ea typeface="+mn-ea"/>
                <a:cs typeface="Yu Gothic"/>
              </a:rPr>
              <a:t>英語として解釈すると以下のようになる。</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marR="0" lvl="0" indent="0" algn="l" defTabSz="914400" rtl="0" eaLnBrk="1" fontAlgn="auto" latinLnBrk="0" hangingPunct="1">
              <a:lnSpc>
                <a:spcPts val="2565"/>
              </a:lnSpc>
              <a:spcBef>
                <a:spcPts val="0"/>
              </a:spcBef>
              <a:spcAft>
                <a:spcPts val="0"/>
              </a:spcAft>
              <a:buClrTx/>
              <a:buSzTx/>
              <a:buFontTx/>
              <a:buNone/>
              <a:tabLst/>
              <a:defRPr/>
            </a:pPr>
            <a:endParaRPr lang="en-GB" altLang="ja-JP" sz="2400" dirty="0">
              <a:solidFill>
                <a:prstClr val="black"/>
              </a:solidFill>
              <a:cs typeface="Yu Gothic"/>
            </a:endParaRPr>
          </a:p>
          <a:p>
            <a:pPr marL="268288" indent="-255588">
              <a:lnSpc>
                <a:spcPts val="2565"/>
              </a:lnSpc>
              <a:spcBef>
                <a:spcPts val="0"/>
              </a:spcBef>
              <a:defRPr/>
            </a:pPr>
            <a:r>
              <a:rPr lang="en-GB" altLang="ja-JP" sz="2400" b="1" dirty="0">
                <a:solidFill>
                  <a:prstClr val="black"/>
                </a:solidFill>
                <a:cs typeface="Yu Gothic"/>
              </a:rPr>
              <a:t>`Array#join`</a:t>
            </a:r>
            <a:r>
              <a:rPr lang="en-GB" altLang="ja-JP" sz="2400" dirty="0">
                <a:solidFill>
                  <a:prstClr val="black"/>
                </a:solidFill>
                <a:cs typeface="Yu Gothic"/>
              </a:rPr>
              <a:t> in Ruby: The target elements join together with </a:t>
            </a:r>
            <a:r>
              <a:rPr lang="en-GB" altLang="ja-JP" sz="2400" u="sng" dirty="0">
                <a:solidFill>
                  <a:prstClr val="black"/>
                </a:solidFill>
                <a:cs typeface="Yu Gothic"/>
              </a:rPr>
              <a:t>the delimiter</a:t>
            </a:r>
            <a:r>
              <a:rPr lang="en-GB" altLang="ja-JP" sz="2400" dirty="0">
                <a:solidFill>
                  <a:prstClr val="black"/>
                </a:solidFill>
                <a:cs typeface="Yu Gothic"/>
              </a:rPr>
              <a:t> you provide.</a:t>
            </a:r>
          </a:p>
          <a:p>
            <a:pPr marL="268288" indent="-255588">
              <a:lnSpc>
                <a:spcPts val="2565"/>
              </a:lnSpc>
              <a:spcBef>
                <a:spcPts val="0"/>
              </a:spcBef>
              <a:defRPr/>
            </a:pPr>
            <a:r>
              <a:rPr lang="en-GB" altLang="ja-JP" sz="2400" b="1" dirty="0">
                <a:solidFill>
                  <a:prstClr val="black"/>
                </a:solidFill>
                <a:cs typeface="Yu Gothic"/>
              </a:rPr>
              <a:t>`String#join`</a:t>
            </a:r>
            <a:r>
              <a:rPr lang="en-GB" altLang="ja-JP" sz="2400" dirty="0">
                <a:solidFill>
                  <a:prstClr val="black"/>
                </a:solidFill>
                <a:cs typeface="Yu Gothic"/>
              </a:rPr>
              <a:t> in Python: The delimiter you provide joins </a:t>
            </a:r>
            <a:r>
              <a:rPr lang="en-GB" altLang="ja-JP" sz="2400" u="sng" dirty="0">
                <a:solidFill>
                  <a:prstClr val="black"/>
                </a:solidFill>
                <a:cs typeface="Yu Gothic"/>
              </a:rPr>
              <a:t>the target element</a:t>
            </a:r>
            <a:r>
              <a:rPr lang="en-GB" altLang="ja-JP" sz="2400" dirty="0">
                <a:solidFill>
                  <a:prstClr val="black"/>
                </a:solidFill>
                <a:cs typeface="Yu Gothic"/>
              </a:rPr>
              <a:t> together.</a:t>
            </a:r>
          </a:p>
          <a:p>
            <a:pPr marL="12700" indent="0">
              <a:lnSpc>
                <a:spcPts val="2565"/>
              </a:lnSpc>
              <a:spcBef>
                <a:spcPts val="0"/>
              </a:spcBef>
              <a:buNone/>
              <a:defRPr/>
            </a:pPr>
            <a:endParaRPr lang="en-GB" altLang="ja-JP" sz="2400" dirty="0">
              <a:solidFill>
                <a:prstClr val="black"/>
              </a:solidFill>
              <a:cs typeface="Yu Gothic"/>
            </a:endParaRPr>
          </a:p>
          <a:p>
            <a:pPr marL="12700" indent="0">
              <a:lnSpc>
                <a:spcPts val="2565"/>
              </a:lnSpc>
              <a:spcBef>
                <a:spcPts val="0"/>
              </a:spcBef>
              <a:buNone/>
              <a:defRPr/>
            </a:pPr>
            <a:r>
              <a:rPr kumimoji="0" lang="ja-JP" altLang="en-US" sz="2400" b="0" i="0" u="none" strike="noStrike" kern="1200" cap="none" spc="0" normalizeH="0" baseline="0" noProof="0" dirty="0">
                <a:ln>
                  <a:noFill/>
                </a:ln>
                <a:solidFill>
                  <a:prstClr val="black"/>
                </a:solidFill>
                <a:effectLst/>
                <a:uLnTx/>
                <a:uFillTx/>
                <a:ea typeface="+mn-ea"/>
                <a:cs typeface="Yu Gothic"/>
              </a:rPr>
              <a:t>英語において</a:t>
            </a:r>
            <a:r>
              <a:rPr lang="ja-JP" altLang="en-US" sz="2400" dirty="0"/>
              <a:t>は、</a:t>
            </a:r>
            <a:r>
              <a:rPr lang="ja-JP" altLang="en-US" sz="2400" b="1" dirty="0"/>
              <a:t>情報の発信者⇆受信者間で既出の情報である旧情報</a:t>
            </a:r>
            <a:r>
              <a:rPr lang="en-GB" altLang="ja-JP" sz="2400" b="1" dirty="0"/>
              <a:t>(Given Information)</a:t>
            </a:r>
            <a:r>
              <a:rPr lang="ja-JP" altLang="en-US" sz="2400" b="1" dirty="0"/>
              <a:t>を出来るだけ前に、新出の</a:t>
            </a:r>
            <a:r>
              <a:rPr lang="ja-JP" altLang="en-GB" sz="2400" b="1" dirty="0"/>
              <a:t>新情報</a:t>
            </a:r>
            <a:r>
              <a:rPr lang="en-GB" altLang="ja-JP" sz="2400" b="1" dirty="0"/>
              <a:t>(New Information)</a:t>
            </a:r>
            <a:r>
              <a:rPr lang="ja-JP" altLang="en-US" sz="2400" b="1" dirty="0"/>
              <a:t>を出来るだけ後に置く</a:t>
            </a:r>
            <a:r>
              <a:rPr lang="ja-JP" altLang="en-US" sz="2400" b="1" dirty="0">
                <a:solidFill>
                  <a:prstClr val="black"/>
                </a:solidFill>
                <a:cs typeface="Yu Gothic"/>
              </a:rPr>
              <a:t>文末焦点</a:t>
            </a:r>
            <a:r>
              <a:rPr lang="ja-JP" altLang="en-US" sz="2400" b="1" dirty="0"/>
              <a:t>の法則</a:t>
            </a:r>
            <a:r>
              <a:rPr lang="en-US" altLang="ja-JP" sz="2400" b="1" dirty="0"/>
              <a:t>(End-Focus)</a:t>
            </a:r>
            <a:r>
              <a:rPr lang="ja-JP" altLang="en-US" sz="2400" dirty="0"/>
              <a:t>というものが存在する。</a:t>
            </a:r>
            <a:endParaRPr lang="en-GB" altLang="ja-JP" sz="2400" dirty="0"/>
          </a:p>
          <a:p>
            <a:pPr marL="12700" indent="0">
              <a:lnSpc>
                <a:spcPts val="2565"/>
              </a:lnSpc>
              <a:spcBef>
                <a:spcPts val="0"/>
              </a:spcBef>
              <a:buNone/>
              <a:defRPr/>
            </a:pPr>
            <a:r>
              <a:rPr kumimoji="0" lang="ja-JP" altLang="en-US" sz="2400" b="0" i="0" u="none" strike="noStrike" kern="1200" cap="none" spc="0" normalizeH="0" baseline="0" noProof="0" dirty="0">
                <a:ln>
                  <a:noFill/>
                </a:ln>
                <a:solidFill>
                  <a:prstClr val="black"/>
                </a:solidFill>
                <a:effectLst/>
                <a:uLnTx/>
                <a:uFillTx/>
                <a:ea typeface="+mn-ea"/>
                <a:cs typeface="Yu Gothic"/>
              </a:rPr>
              <a:t>つまり、強調したい情報は文末に置かれる。</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3156835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51792726-92BB-E032-491E-28978C29D81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854B10-0BE6-FFF2-08E3-55E20165AF6C}"/>
              </a:ext>
            </a:extLst>
          </p:cNvPr>
          <p:cNvSpPr>
            <a:spLocks noGrp="1"/>
          </p:cNvSpPr>
          <p:nvPr>
            <p:ph type="title"/>
          </p:nvPr>
        </p:nvSpPr>
        <p:spPr/>
        <p:txBody>
          <a:bodyPr/>
          <a:lstStyle/>
          <a:p>
            <a:pPr algn="ct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Ruby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と </a:t>
            </a:r>
            <a:r>
              <a:rPr kumimoji="0" lang="en-GB" altLang="ja-JP"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Python </a:t>
            </a:r>
            <a:r>
              <a:rPr kumimoji="0" lang="ja-JP" altLang="en-US" sz="35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の三大相違点</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205404F-FA43-C880-A6D6-C9AE26A2B4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7B1C14F0-8D02-8330-C3A9-3D8585750605}"/>
              </a:ext>
            </a:extLst>
          </p:cNvPr>
          <p:cNvSpPr>
            <a:spLocks noGrp="1"/>
          </p:cNvSpPr>
          <p:nvPr>
            <p:ph idx="1"/>
          </p:nvPr>
        </p:nvSpPr>
        <p:spPr>
          <a:xfrm>
            <a:off x="838200" y="1825625"/>
            <a:ext cx="10515600" cy="4351338"/>
          </a:xfrm>
        </p:spPr>
        <p:txBody>
          <a:bodyPr>
            <a:normAutofit/>
          </a:bodyPr>
          <a:lstStyle/>
          <a:p>
            <a:pPr marL="12700" marR="0" lvl="0" indent="0" algn="l" defTabSz="914400" rtl="0" eaLnBrk="1" fontAlgn="auto" latinLnBrk="0" hangingPunct="1">
              <a:lnSpc>
                <a:spcPts val="3329"/>
              </a:lnSpc>
              <a:spcBef>
                <a:spcPts val="95"/>
              </a:spcBef>
              <a:spcAft>
                <a:spcPts val="0"/>
              </a:spcAft>
              <a:buClrTx/>
              <a:buSzTx/>
              <a:buFontTx/>
              <a:buNone/>
              <a:tabLst/>
              <a:defRPr/>
            </a:pPr>
            <a:r>
              <a:rPr kumimoji="0" lang="ja-JP" altLang="en-US" sz="2800" b="1" i="0" u="none" strike="noStrike" kern="1200" cap="none" spc="-5" normalizeH="0" baseline="0" noProof="0" dirty="0">
                <a:ln>
                  <a:noFill/>
                </a:ln>
                <a:solidFill>
                  <a:prstClr val="black"/>
                </a:solidFill>
                <a:effectLst/>
                <a:uLnTx/>
                <a:uFillTx/>
                <a:ea typeface="+mn-ea"/>
                <a:cs typeface="Yu Gothic"/>
              </a:rPr>
              <a:t>③ </a:t>
            </a:r>
            <a:r>
              <a:rPr kumimoji="0" lang="ja-JP" altLang="en-US" sz="2800" b="1" i="0" strike="noStrike" kern="1200" cap="none" spc="-5" normalizeH="0" baseline="0" noProof="0" dirty="0">
                <a:ln>
                  <a:noFill/>
                </a:ln>
                <a:effectLst/>
                <a:uLnTx/>
                <a:uFill>
                  <a:solidFill>
                    <a:srgbClr val="0462C1"/>
                  </a:solidFill>
                </a:uFill>
                <a:ea typeface="+mn-ea"/>
                <a:cs typeface="Yu Gothic"/>
              </a:rPr>
              <a:t>レシーバーと引数</a:t>
            </a:r>
            <a:endParaRPr kumimoji="0" lang="ja-JP" altLang="en-US" sz="28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ja-JP" altLang="en-US" sz="2400" dirty="0">
                <a:solidFill>
                  <a:prstClr val="black"/>
                </a:solidFill>
                <a:cs typeface="Yu Gothic"/>
              </a:rPr>
              <a:t>その意味で、配列を結合して文字列を生成するにおいて、</a:t>
            </a:r>
            <a:r>
              <a:rPr lang="en-GB" altLang="ja-JP" sz="2400" b="1" dirty="0">
                <a:solidFill>
                  <a:prstClr val="black"/>
                </a:solidFill>
                <a:cs typeface="Yu Gothic"/>
              </a:rPr>
              <a:t>Ruby </a:t>
            </a:r>
            <a:r>
              <a:rPr lang="ja-JP" altLang="en-US" sz="2400" b="1" dirty="0">
                <a:solidFill>
                  <a:prstClr val="black"/>
                </a:solidFill>
                <a:cs typeface="Yu Gothic"/>
              </a:rPr>
              <a:t>は</a:t>
            </a:r>
            <a:r>
              <a:rPr lang="en-GB" altLang="ja-JP" sz="2400" b="1" dirty="0">
                <a:solidFill>
                  <a:prstClr val="black"/>
                </a:solidFill>
                <a:cs typeface="Yu Gothic"/>
              </a:rPr>
              <a:t> delimiter(</a:t>
            </a:r>
            <a:r>
              <a:rPr lang="ja-JP" altLang="en-US" sz="2400" b="1" dirty="0">
                <a:solidFill>
                  <a:prstClr val="black"/>
                </a:solidFill>
                <a:cs typeface="Yu Gothic"/>
              </a:rPr>
              <a:t>区切り文字</a:t>
            </a:r>
            <a:r>
              <a:rPr lang="en-GB" altLang="ja-JP" sz="2400" b="1" dirty="0">
                <a:solidFill>
                  <a:prstClr val="black"/>
                </a:solidFill>
                <a:cs typeface="Yu Gothic"/>
              </a:rPr>
              <a:t>)</a:t>
            </a:r>
            <a:r>
              <a:rPr lang="ja-JP" altLang="en-US" sz="2400" b="1" dirty="0">
                <a:solidFill>
                  <a:prstClr val="black"/>
                </a:solidFill>
                <a:cs typeface="Yu Gothic"/>
              </a:rPr>
              <a:t>に、</a:t>
            </a:r>
            <a:r>
              <a:rPr lang="en-GB" altLang="ja-JP" sz="2400" b="1" dirty="0">
                <a:solidFill>
                  <a:prstClr val="black"/>
                </a:solidFill>
                <a:cs typeface="Yu Gothic"/>
              </a:rPr>
              <a:t>Python </a:t>
            </a:r>
            <a:r>
              <a:rPr lang="ja-JP" altLang="en-US" sz="2400" b="1" dirty="0">
                <a:solidFill>
                  <a:prstClr val="black"/>
                </a:solidFill>
                <a:cs typeface="Yu Gothic"/>
              </a:rPr>
              <a:t>は結合対象の配列の要素</a:t>
            </a:r>
            <a:r>
              <a:rPr lang="ja-JP" altLang="en-US" sz="2400" dirty="0">
                <a:solidFill>
                  <a:prstClr val="black"/>
                </a:solidFill>
                <a:cs typeface="Yu Gothic"/>
              </a:rPr>
              <a:t>にそれぞれ関心を持っていることになる。</a:t>
            </a:r>
            <a:endParaRPr lang="en-GB" altLang="ja-JP" sz="2400" dirty="0">
              <a:solidFill>
                <a:prstClr val="black"/>
              </a:solidFill>
              <a:cs typeface="Yu Gothic"/>
            </a:endParaRPr>
          </a:p>
          <a:p>
            <a:pPr marL="12700" indent="0">
              <a:lnSpc>
                <a:spcPts val="2565"/>
              </a:lnSpc>
              <a:spcBef>
                <a:spcPts val="0"/>
              </a:spcBef>
              <a:buNone/>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ja-JP" altLang="en-US" sz="2400">
                <a:solidFill>
                  <a:prstClr val="black"/>
                </a:solidFill>
                <a:cs typeface="Yu Gothic"/>
              </a:rPr>
              <a:t>開発者体験の観点で、結合</a:t>
            </a:r>
            <a:r>
              <a:rPr lang="ja-JP" altLang="en-US" sz="2400" dirty="0">
                <a:solidFill>
                  <a:prstClr val="black"/>
                </a:solidFill>
                <a:cs typeface="Yu Gothic"/>
              </a:rPr>
              <a:t>対象の配列の要素を最初に、区切り文字を最後に認知する方が「何が何で結合されるか」を理解しやすくて好ましい。</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kumimoji="0" lang="ja-JP" altLang="en-US" sz="2400" b="0" i="0" u="none" strike="noStrike" kern="1200" cap="none" spc="0" normalizeH="0" baseline="0" noProof="0" dirty="0">
                <a:ln>
                  <a:noFill/>
                </a:ln>
                <a:solidFill>
                  <a:prstClr val="black"/>
                </a:solidFill>
                <a:effectLst/>
                <a:uLnTx/>
                <a:uFillTx/>
                <a:ea typeface="+mn-ea"/>
                <a:cs typeface="Yu Gothic"/>
              </a:rPr>
              <a:t>自然言語同様、第二言語や外国語の習得難易度は母語</a:t>
            </a:r>
            <a:r>
              <a:rPr kumimoji="0" lang="en-US" altLang="ja-JP" sz="2400" b="0" i="0" u="none" strike="noStrike" kern="1200" cap="none" spc="0" normalizeH="0" baseline="0" noProof="0" dirty="0">
                <a:ln>
                  <a:noFill/>
                </a:ln>
                <a:solidFill>
                  <a:prstClr val="black"/>
                </a:solidFill>
                <a:effectLst/>
                <a:uLnTx/>
                <a:uFillTx/>
                <a:ea typeface="+mn-ea"/>
                <a:cs typeface="Yu Gothic"/>
              </a:rPr>
              <a:t>(</a:t>
            </a:r>
            <a:r>
              <a:rPr kumimoji="0" lang="ja-JP" altLang="en-US" sz="2400" b="0" i="0" u="none" strike="noStrike" kern="1200" cap="none" spc="0" normalizeH="0" baseline="0" noProof="0" dirty="0">
                <a:ln>
                  <a:noFill/>
                </a:ln>
                <a:solidFill>
                  <a:prstClr val="black"/>
                </a:solidFill>
                <a:effectLst/>
                <a:uLnTx/>
                <a:uFillTx/>
                <a:ea typeface="+mn-ea"/>
                <a:cs typeface="Yu Gothic"/>
              </a:rPr>
              <a:t>第一言語</a:t>
            </a:r>
            <a:r>
              <a:rPr kumimoji="0" lang="en-US" altLang="ja-JP" sz="2400" b="0" i="0" u="none" strike="noStrike" kern="1200" cap="none" spc="0" normalizeH="0" baseline="0" noProof="0" dirty="0">
                <a:ln>
                  <a:noFill/>
                </a:ln>
                <a:solidFill>
                  <a:prstClr val="black"/>
                </a:solidFill>
                <a:effectLst/>
                <a:uLnTx/>
                <a:uFillTx/>
                <a:ea typeface="+mn-ea"/>
                <a:cs typeface="Yu Gothic"/>
              </a:rPr>
              <a:t>)</a:t>
            </a:r>
            <a:r>
              <a:rPr kumimoji="0" lang="ja-JP" altLang="en-US" sz="2400" b="0" i="0" u="none" strike="noStrike" kern="1200" cap="none" spc="0" normalizeH="0" baseline="0" noProof="0" dirty="0">
                <a:ln>
                  <a:noFill/>
                </a:ln>
                <a:solidFill>
                  <a:prstClr val="black"/>
                </a:solidFill>
                <a:effectLst/>
                <a:uLnTx/>
                <a:uFillTx/>
                <a:ea typeface="+mn-ea"/>
                <a:cs typeface="Yu Gothic"/>
              </a:rPr>
              <a:t>に依存するため、個人的な感覚かも知れない。</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a:p>
            <a:pPr marL="12700" indent="0">
              <a:lnSpc>
                <a:spcPts val="2565"/>
              </a:lnSpc>
              <a:spcBef>
                <a:spcPts val="0"/>
              </a:spcBef>
              <a:buNone/>
              <a:defRPr/>
            </a:pPr>
            <a:r>
              <a:rPr lang="ja-JP" altLang="en-US" sz="2400" dirty="0">
                <a:solidFill>
                  <a:prstClr val="black"/>
                </a:solidFill>
                <a:cs typeface="Yu Gothic"/>
              </a:rPr>
              <a:t>しかし、</a:t>
            </a:r>
            <a:r>
              <a:rPr lang="en-GB" altLang="ja-JP" sz="2400" b="1" dirty="0">
                <a:solidFill>
                  <a:prstClr val="black"/>
                </a:solidFill>
                <a:cs typeface="Yu Gothic"/>
              </a:rPr>
              <a:t>Ruby </a:t>
            </a:r>
            <a:r>
              <a:rPr lang="ja-JP" altLang="en-US" sz="2400" b="1" dirty="0">
                <a:solidFill>
                  <a:prstClr val="black"/>
                </a:solidFill>
                <a:cs typeface="Yu Gothic"/>
              </a:rPr>
              <a:t>の方が英語を専門にしていた人間の感覚からしても自然言語により近い「書き味」と「可読性」を提供している</a:t>
            </a:r>
            <a:r>
              <a:rPr lang="ja-JP" altLang="en-US" sz="2400" dirty="0">
                <a:solidFill>
                  <a:prstClr val="black"/>
                </a:solidFill>
                <a:cs typeface="Yu Gothic"/>
              </a:rPr>
              <a:t>のだ。</a:t>
            </a:r>
            <a:endParaRPr kumimoji="0" lang="en-GB" altLang="ja-JP" sz="2400" b="0" i="0" u="none" strike="noStrike" kern="1200" cap="none" spc="0" normalizeH="0" baseline="0" noProof="0" dirty="0">
              <a:ln>
                <a:noFill/>
              </a:ln>
              <a:solidFill>
                <a:prstClr val="black"/>
              </a:solidFill>
              <a:effectLst/>
              <a:uLnTx/>
              <a:uFillTx/>
              <a:ea typeface="+mn-ea"/>
              <a:cs typeface="Yu Gothic"/>
            </a:endParaRPr>
          </a:p>
        </p:txBody>
      </p:sp>
    </p:spTree>
    <p:extLst>
      <p:ext uri="{BB962C8B-B14F-4D97-AF65-F5344CB8AC3E}">
        <p14:creationId xmlns:p14="http://schemas.microsoft.com/office/powerpoint/2010/main" val="577990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5.</a:t>
            </a:r>
            <a:r>
              <a:rPr lang="en-GB" altLang="ja-JP" b="1" dirty="0">
                <a:latin typeface="Calibri (Headings)"/>
              </a:rPr>
              <a:t> </a:t>
            </a:r>
            <a:r>
              <a:rPr lang="ja-JP" altLang="en-US" b="1" dirty="0">
                <a:latin typeface="Calibri (Headings)"/>
                <a:sym typeface="Arial"/>
              </a:rPr>
              <a:t>おわりに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5.</a:t>
            </a:r>
            <a:r>
              <a:rPr lang="en-GB" altLang="ja-JP" b="1" dirty="0">
                <a:latin typeface="Calibri (Headings)"/>
              </a:rPr>
              <a:t> </a:t>
            </a:r>
            <a:r>
              <a:rPr lang="ja-JP" altLang="en-US" b="1" dirty="0">
                <a:latin typeface="Calibri (Headings)"/>
                <a:sym typeface="Arial"/>
              </a:rPr>
              <a:t>おわりに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12700" marR="310515" lvl="0" indent="0" algn="l" defTabSz="914400" rtl="0" eaLnBrk="1" fontAlgn="auto" latinLnBrk="0" hangingPunct="1">
              <a:lnSpc>
                <a:spcPts val="2590"/>
              </a:lnSpc>
              <a:spcBef>
                <a:spcPts val="425"/>
              </a:spcBef>
              <a:spcAft>
                <a:spcPts val="0"/>
              </a:spcAft>
              <a:buClrTx/>
              <a:buSzTx/>
              <a:buFontTx/>
              <a:buNone/>
              <a:tabLst/>
              <a:defRPr/>
            </a:pPr>
            <a:r>
              <a:rPr kumimoji="0" lang="en-GB" altLang="ja-JP" sz="2400" b="0" u="none" strike="noStrike" kern="1200" cap="none" spc="0" normalizeH="0" baseline="0" noProof="0" dirty="0">
                <a:ln>
                  <a:noFill/>
                </a:ln>
                <a:solidFill>
                  <a:prstClr val="black"/>
                </a:solidFill>
                <a:effectLst/>
                <a:uLnTx/>
                <a:uFillTx/>
                <a:cs typeface="Yu Gothic"/>
              </a:rPr>
              <a:t>5</a:t>
            </a:r>
            <a:r>
              <a:rPr kumimoji="0" lang="ja-JP" altLang="en-US" sz="2400" b="0" u="none" strike="noStrike" kern="1200" cap="none" spc="0" normalizeH="0" baseline="0" noProof="0" dirty="0">
                <a:ln>
                  <a:noFill/>
                </a:ln>
                <a:solidFill>
                  <a:prstClr val="black"/>
                </a:solidFill>
                <a:effectLst/>
                <a:uLnTx/>
                <a:uFillTx/>
                <a:cs typeface="Yu Gothic"/>
              </a:rPr>
              <a:t>分間</a:t>
            </a:r>
            <a:r>
              <a:rPr kumimoji="0" lang="ja-JP" altLang="en-US" sz="2400" b="0" i="0" u="none" strike="noStrike" kern="1200" cap="none" spc="0" normalizeH="0" baseline="0" noProof="0" dirty="0">
                <a:ln>
                  <a:noFill/>
                </a:ln>
                <a:solidFill>
                  <a:prstClr val="black"/>
                </a:solidFill>
                <a:effectLst/>
                <a:uLnTx/>
                <a:uFillTx/>
                <a:cs typeface="Yu Gothic"/>
              </a:rPr>
              <a:t>という限られた時間の中ではあったが、</a:t>
            </a:r>
            <a:r>
              <a:rPr kumimoji="0" lang="en-GB" altLang="ja-JP" sz="2400" b="0" i="0" u="none" strike="noStrike" kern="1200" cap="none" spc="0" normalizeH="0" baseline="0" noProof="0" dirty="0">
                <a:ln>
                  <a:noFill/>
                </a:ln>
                <a:solidFill>
                  <a:prstClr val="black"/>
                </a:solidFill>
                <a:effectLst/>
                <a:uLnTx/>
                <a:uFillTx/>
                <a:cs typeface="Yu Gothic"/>
              </a:rPr>
              <a:t>Python </a:t>
            </a:r>
            <a:r>
              <a:rPr kumimoji="0" lang="ja-JP" altLang="en-US" sz="2400" b="0" i="0" u="none" strike="noStrike" kern="1200" cap="none" spc="0" normalizeH="0" baseline="0" noProof="0" dirty="0">
                <a:ln>
                  <a:noFill/>
                </a:ln>
                <a:solidFill>
                  <a:prstClr val="black"/>
                </a:solidFill>
                <a:effectLst/>
                <a:uLnTx/>
                <a:uFillTx/>
                <a:cs typeface="Yu Gothic"/>
              </a:rPr>
              <a:t>という比較対象を明らかにすることで、普段開発で使っている</a:t>
            </a:r>
            <a:r>
              <a:rPr kumimoji="0" lang="en-GB" altLang="ja-JP" sz="2400" b="0" i="0" u="none" strike="noStrike" kern="1200" cap="none" spc="0" normalizeH="0" baseline="0" noProof="0" dirty="0">
                <a:ln>
                  <a:noFill/>
                </a:ln>
                <a:solidFill>
                  <a:prstClr val="black"/>
                </a:solidFill>
                <a:effectLst/>
                <a:uLnTx/>
                <a:uFillTx/>
                <a:cs typeface="Yu Gothic"/>
              </a:rPr>
              <a:t> Ruby </a:t>
            </a:r>
            <a:r>
              <a:rPr kumimoji="0" lang="ja-JP" altLang="en-US" sz="2400" b="0" i="0" u="none" strike="noStrike" kern="1200" cap="none" spc="0" normalizeH="0" baseline="0" noProof="0" dirty="0">
                <a:ln>
                  <a:noFill/>
                </a:ln>
                <a:solidFill>
                  <a:prstClr val="black"/>
                </a:solidFill>
                <a:effectLst/>
                <a:uLnTx/>
                <a:uFillTx/>
                <a:cs typeface="Yu Gothic"/>
              </a:rPr>
              <a:t>がどのような特徴や性質を持つプログラミング言語かを各自で考えるきっかけになっただろうか。</a:t>
            </a:r>
            <a:endParaRPr kumimoji="0" lang="en-GB" altLang="ja-JP" sz="2400" b="0" i="0" u="none" strike="noStrike" kern="1200" cap="none" spc="0" normalizeH="0" baseline="0" noProof="0">
              <a:ln>
                <a:noFill/>
              </a:ln>
              <a:solidFill>
                <a:prstClr val="black"/>
              </a:solidFill>
              <a:effectLst/>
              <a:uLnTx/>
              <a:uFillTx/>
              <a:cs typeface="Yu Gothic"/>
            </a:endParaRPr>
          </a:p>
          <a:p>
            <a:pPr marL="12700" marR="310515" lvl="0" indent="0" algn="l" defTabSz="914400" rtl="0" eaLnBrk="1" fontAlgn="auto" latinLnBrk="0" hangingPunct="1">
              <a:lnSpc>
                <a:spcPts val="2590"/>
              </a:lnSpc>
              <a:spcBef>
                <a:spcPts val="425"/>
              </a:spcBef>
              <a:spcAft>
                <a:spcPts val="0"/>
              </a:spcAft>
              <a:buClrTx/>
              <a:buSzTx/>
              <a:buFontTx/>
              <a:buNone/>
              <a:tabLst/>
              <a:defRPr/>
            </a:pPr>
            <a:endParaRPr kumimoji="0" lang="en-GB" altLang="ja-JP" sz="2400" b="0" i="0" u="none" strike="noStrike" kern="1200" cap="none" spc="0" normalizeH="0" baseline="0" noProof="0" dirty="0">
              <a:ln>
                <a:noFill/>
              </a:ln>
              <a:solidFill>
                <a:prstClr val="black"/>
              </a:solidFill>
              <a:effectLst/>
              <a:uLnTx/>
              <a:uFillTx/>
              <a:cs typeface="Yu Gothic"/>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US" altLang="ja-JP" sz="2400" dirty="0">
                <a:solidFill>
                  <a:prstClr val="black"/>
                </a:solidFill>
                <a:cs typeface="Calibri"/>
              </a:rPr>
              <a:t>『</a:t>
            </a:r>
            <a:r>
              <a:rPr lang="ja-JP" altLang="en-US" sz="2400" dirty="0">
                <a:solidFill>
                  <a:prstClr val="black"/>
                </a:solidFill>
                <a:cs typeface="Calibri"/>
                <a:hlinkClick r:id="rId3"/>
              </a:rPr>
              <a:t>プログラマが知るべき</a:t>
            </a:r>
            <a:r>
              <a:rPr lang="en-US" altLang="ja-JP" sz="2400" dirty="0">
                <a:solidFill>
                  <a:prstClr val="black"/>
                </a:solidFill>
                <a:cs typeface="Calibri"/>
                <a:hlinkClick r:id="rId3"/>
              </a:rPr>
              <a:t>97</a:t>
            </a:r>
            <a:r>
              <a:rPr lang="ja-JP" altLang="en-US" sz="2400" dirty="0">
                <a:solidFill>
                  <a:prstClr val="black"/>
                </a:solidFill>
                <a:cs typeface="Calibri"/>
                <a:hlinkClick r:id="rId3"/>
              </a:rPr>
              <a:t>のこと </a:t>
            </a:r>
            <a:r>
              <a:rPr lang="en-US" altLang="ja-JP" sz="2400" dirty="0">
                <a:solidFill>
                  <a:prstClr val="black"/>
                </a:solidFill>
                <a:cs typeface="Calibri"/>
                <a:hlinkClick r:id="rId3"/>
              </a:rPr>
              <a:t>&gt; 43. </a:t>
            </a:r>
            <a:r>
              <a:rPr lang="ja-JP" altLang="en-US" sz="2400" dirty="0">
                <a:solidFill>
                  <a:prstClr val="black"/>
                </a:solidFill>
                <a:cs typeface="Calibri"/>
                <a:hlinkClick r:id="rId3"/>
              </a:rPr>
              <a:t>プログラミング言語は複数習得すべき</a:t>
            </a:r>
            <a:r>
              <a:rPr lang="en-US" altLang="ja-JP" sz="2400" dirty="0">
                <a:solidFill>
                  <a:prstClr val="black"/>
                </a:solidFill>
                <a:cs typeface="Calibri"/>
              </a:rPr>
              <a:t>』</a:t>
            </a:r>
            <a:r>
              <a:rPr lang="ja-JP" altLang="en-US" sz="2400" dirty="0">
                <a:solidFill>
                  <a:prstClr val="black"/>
                </a:solidFill>
                <a:cs typeface="Calibri"/>
              </a:rPr>
              <a:t>の中ではパラダイム</a:t>
            </a:r>
            <a:r>
              <a:rPr lang="en-US" altLang="ja-JP" sz="2400" dirty="0">
                <a:solidFill>
                  <a:prstClr val="black"/>
                </a:solidFill>
                <a:cs typeface="Calibri"/>
              </a:rPr>
              <a:t>(</a:t>
            </a:r>
            <a:r>
              <a:rPr lang="ja-JP" altLang="en-US" sz="2400" dirty="0">
                <a:solidFill>
                  <a:prstClr val="black"/>
                </a:solidFill>
                <a:cs typeface="Calibri"/>
              </a:rPr>
              <a:t>仕組み・枠組み</a:t>
            </a:r>
            <a:r>
              <a:rPr lang="en-US" altLang="ja-JP" sz="2400" dirty="0">
                <a:solidFill>
                  <a:prstClr val="black"/>
                </a:solidFill>
                <a:cs typeface="Calibri"/>
              </a:rPr>
              <a:t>)</a:t>
            </a:r>
            <a:r>
              <a:rPr lang="ja-JP" altLang="en-US" sz="2400" dirty="0">
                <a:solidFill>
                  <a:prstClr val="black"/>
                </a:solidFill>
                <a:cs typeface="Calibri"/>
              </a:rPr>
              <a:t>が異なる言語を習得することが推奨されている。</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kumimoji="0" lang="ja-JP" altLang="en-US" sz="2400" b="0" i="0" u="none" strike="noStrike" kern="1200" cap="none" spc="0" normalizeH="0" baseline="0" noProof="0" dirty="0">
                <a:ln>
                  <a:noFill/>
                </a:ln>
                <a:solidFill>
                  <a:prstClr val="black"/>
                </a:solidFill>
                <a:effectLst/>
                <a:uLnTx/>
                <a:uFillTx/>
                <a:cs typeface="Calibri"/>
              </a:rPr>
              <a:t>自然言語でいえば、アルタイ語派の日本語を話す我々がゲルマン語派の英語を習得するようなものである</a:t>
            </a:r>
            <a:r>
              <a:rPr kumimoji="0" lang="en-GB" altLang="ja-JP" sz="2400" b="0" i="0" u="none" strike="noStrike" kern="1200" cap="none" spc="0" normalizeH="0" baseline="0" noProof="0" dirty="0">
                <a:ln>
                  <a:noFill/>
                </a:ln>
                <a:solidFill>
                  <a:prstClr val="black"/>
                </a:solidFill>
                <a:effectLst/>
                <a:uLnTx/>
                <a:uFillTx/>
                <a:cs typeface="Calibri"/>
              </a:rPr>
              <a:t>(</a:t>
            </a:r>
            <a:r>
              <a:rPr kumimoji="0" lang="ja-JP" altLang="en-US" sz="2400" b="0" i="0" u="none" strike="noStrike" kern="1200" cap="none" spc="0" normalizeH="0" baseline="0" noProof="0" dirty="0">
                <a:ln>
                  <a:noFill/>
                </a:ln>
                <a:solidFill>
                  <a:prstClr val="black"/>
                </a:solidFill>
                <a:effectLst/>
                <a:uLnTx/>
                <a:uFillTx/>
                <a:cs typeface="Calibri"/>
              </a:rPr>
              <a:t>「</a:t>
            </a:r>
            <a:r>
              <a:rPr kumimoji="0" lang="en-GB" altLang="ja-JP" sz="2400" b="0" i="0" u="none" strike="noStrike" kern="1200" cap="none" spc="0" normalizeH="0" baseline="0" noProof="0" dirty="0">
                <a:ln>
                  <a:noFill/>
                </a:ln>
                <a:solidFill>
                  <a:prstClr val="black"/>
                </a:solidFill>
                <a:effectLst/>
                <a:uLnTx/>
                <a:uFillTx/>
                <a:cs typeface="Calibri"/>
              </a:rPr>
              <a:t>?</a:t>
            </a:r>
            <a:r>
              <a:rPr kumimoji="0" lang="ja-JP" altLang="en-US" sz="2400" b="0" i="0" u="none" strike="noStrike" kern="1200" cap="none" spc="0" normalizeH="0" baseline="0" noProof="0" dirty="0">
                <a:ln>
                  <a:noFill/>
                </a:ln>
                <a:solidFill>
                  <a:prstClr val="black"/>
                </a:solidFill>
                <a:effectLst/>
                <a:uLnTx/>
                <a:uFillTx/>
                <a:cs typeface="Calibri"/>
              </a:rPr>
              <a:t>」な方は拙作</a:t>
            </a:r>
            <a:r>
              <a:rPr kumimoji="0" lang="ja-JP" altLang="en-US" sz="2400" b="0" i="0" u="none" strike="noStrike" kern="1200" cap="none" spc="0" normalizeH="0" baseline="0" noProof="0" dirty="0">
                <a:ln>
                  <a:noFill/>
                </a:ln>
                <a:solidFill>
                  <a:prstClr val="black"/>
                </a:solidFill>
                <a:effectLst/>
                <a:uLnTx/>
                <a:uFillTx/>
                <a:cs typeface="Calibri"/>
                <a:hlinkClick r:id="rId4"/>
              </a:rPr>
              <a:t>「 現代英語を知ろう </a:t>
            </a:r>
            <a:r>
              <a:rPr kumimoji="0" lang="en-US" altLang="ja-JP" sz="2400" b="0" i="0" u="none" strike="noStrike" kern="1200" cap="none" spc="0" normalizeH="0" baseline="0" noProof="0" dirty="0">
                <a:ln>
                  <a:noFill/>
                </a:ln>
                <a:solidFill>
                  <a:prstClr val="black"/>
                </a:solidFill>
                <a:effectLst/>
                <a:uLnTx/>
                <a:uFillTx/>
                <a:cs typeface="Calibri"/>
                <a:hlinkClick r:id="rId4"/>
              </a:rPr>
              <a:t>Vol.1 -</a:t>
            </a:r>
            <a:r>
              <a:rPr kumimoji="0" lang="ja-JP" altLang="en-US" sz="2400" b="0" i="0" u="none" strike="noStrike" kern="1200" cap="none" spc="0" normalizeH="0" baseline="0" noProof="0" dirty="0">
                <a:ln>
                  <a:noFill/>
                </a:ln>
                <a:solidFill>
                  <a:prstClr val="black"/>
                </a:solidFill>
                <a:effectLst/>
                <a:uLnTx/>
                <a:uFillTx/>
                <a:cs typeface="Calibri"/>
                <a:hlinkClick r:id="rId4"/>
              </a:rPr>
              <a:t>英語という言語</a:t>
            </a:r>
            <a:r>
              <a:rPr kumimoji="0" lang="en-US" altLang="ja-JP" sz="2400" b="0" i="0" u="none" strike="noStrike" kern="1200" cap="none" spc="0" normalizeH="0" baseline="0" noProof="0" dirty="0">
                <a:ln>
                  <a:noFill/>
                </a:ln>
                <a:solidFill>
                  <a:prstClr val="black"/>
                </a:solidFill>
                <a:effectLst/>
                <a:uLnTx/>
                <a:uFillTx/>
                <a:cs typeface="Calibri"/>
                <a:hlinkClick r:id="rId4"/>
              </a:rPr>
              <a:t>- </a:t>
            </a:r>
            <a:r>
              <a:rPr kumimoji="0" lang="en-GB" altLang="ja-JP" sz="2400" b="0" i="0" u="none" strike="noStrike" kern="1200" cap="none" spc="0" normalizeH="0" baseline="0" noProof="0" dirty="0">
                <a:ln>
                  <a:noFill/>
                </a:ln>
                <a:solidFill>
                  <a:prstClr val="black"/>
                </a:solidFill>
                <a:effectLst/>
                <a:uLnTx/>
                <a:uFillTx/>
                <a:cs typeface="Calibri"/>
                <a:hlinkClick r:id="rId4"/>
              </a:rPr>
              <a:t> &gt; </a:t>
            </a:r>
            <a:r>
              <a:rPr kumimoji="0" lang="en-US" altLang="ja-JP" sz="2400" b="0" i="0" u="none" strike="noStrike" kern="1200" cap="none" spc="0" normalizeH="0" baseline="0" noProof="0" dirty="0">
                <a:ln>
                  <a:noFill/>
                </a:ln>
                <a:solidFill>
                  <a:prstClr val="black"/>
                </a:solidFill>
                <a:effectLst/>
                <a:uLnTx/>
                <a:uFillTx/>
                <a:cs typeface="Calibri"/>
                <a:hlinkClick r:id="rId4"/>
              </a:rPr>
              <a:t>2. </a:t>
            </a:r>
            <a:r>
              <a:rPr kumimoji="0" lang="ja-JP" altLang="en-US" sz="2400" b="0" i="0" u="none" strike="noStrike" kern="1200" cap="none" spc="0" normalizeH="0" baseline="0" noProof="0" dirty="0">
                <a:ln>
                  <a:noFill/>
                </a:ln>
                <a:solidFill>
                  <a:prstClr val="black"/>
                </a:solidFill>
                <a:effectLst/>
                <a:uLnTx/>
                <a:uFillTx/>
                <a:cs typeface="Calibri"/>
                <a:hlinkClick r:id="rId4"/>
              </a:rPr>
              <a:t>言語と語族と習得難易度の関係 </a:t>
            </a:r>
            <a:r>
              <a:rPr kumimoji="0" lang="ja-JP" altLang="en-US" sz="2400" b="0" i="0" u="none" strike="noStrike" kern="1200" cap="none" spc="0" normalizeH="0" baseline="0" noProof="0" dirty="0">
                <a:ln>
                  <a:noFill/>
                </a:ln>
                <a:solidFill>
                  <a:prstClr val="black"/>
                </a:solidFill>
                <a:effectLst/>
                <a:uLnTx/>
                <a:uFillTx/>
                <a:cs typeface="Calibri"/>
              </a:rPr>
              <a:t>」を参照</a:t>
            </a:r>
            <a:r>
              <a:rPr kumimoji="0" lang="en-GB" altLang="ja-JP" sz="2400" b="0" i="0" u="none" strike="noStrike" kern="1200" cap="none" spc="0" normalizeH="0" baseline="0" noProof="0" dirty="0">
                <a:ln>
                  <a:noFill/>
                </a:ln>
                <a:solidFill>
                  <a:prstClr val="black"/>
                </a:solidFill>
                <a:effectLst/>
                <a:uLnTx/>
                <a:uFillTx/>
                <a:cs typeface="Calibri"/>
              </a:rPr>
              <a:t>)</a:t>
            </a:r>
            <a:r>
              <a:rPr kumimoji="0" lang="ja-JP" altLang="en-US" sz="2400" b="0" i="0" u="none" strike="noStrike" kern="1200" cap="none" spc="0" normalizeH="0" baseline="0" noProof="0" dirty="0">
                <a:ln>
                  <a:noFill/>
                </a:ln>
                <a:solidFill>
                  <a:prstClr val="black"/>
                </a:solidFill>
                <a:effectLst/>
                <a:uLnTx/>
                <a:uFillTx/>
                <a:cs typeface="Calibri"/>
              </a:rPr>
              <a:t>。</a:t>
            </a:r>
            <a:endParaRPr kumimoji="0" lang="en-GB" altLang="ja-JP" sz="2400" b="0" i="0" u="none" strike="noStrike" kern="1200" cap="none" spc="0" normalizeH="0" baseline="0" noProof="0" dirty="0">
              <a:ln>
                <a:noFill/>
              </a:ln>
              <a:solidFill>
                <a:prstClr val="black"/>
              </a:solidFill>
              <a:effectLst/>
              <a:uLnTx/>
              <a:uFillTx/>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ja-JP" altLang="en-US" sz="2400" dirty="0">
                <a:solidFill>
                  <a:prstClr val="black"/>
                </a:solidFill>
                <a:cs typeface="Calibri"/>
              </a:rPr>
              <a:t>両者の文法・語彙・コロケーションが全く異なるので習得難易度は高い。</a:t>
            </a:r>
            <a:r>
              <a:rPr kumimoji="0" lang="ja-JP" altLang="en-US" sz="2400" b="0" i="0" u="none" strike="noStrike" kern="1200" cap="none" spc="0" normalizeH="0" baseline="0" noProof="0" dirty="0">
                <a:ln>
                  <a:noFill/>
                </a:ln>
                <a:solidFill>
                  <a:prstClr val="black"/>
                </a:solidFill>
                <a:effectLst/>
                <a:uLnTx/>
                <a:uFillTx/>
                <a:cs typeface="Calibri"/>
              </a:rPr>
              <a:t>同じことがプログラミング言語でも言えるということだ。</a:t>
            </a:r>
            <a:endParaRPr kumimoji="0" lang="ja-JP" altLang="en-US" sz="2400" b="0" i="0" u="none" strike="noStrike" kern="1200" cap="none" spc="0" normalizeH="0" baseline="0" noProof="0" dirty="0">
              <a:ln>
                <a:noFill/>
              </a:ln>
              <a:solidFill>
                <a:prstClr val="black"/>
              </a:solidFill>
              <a:effectLst/>
              <a:uLnTx/>
              <a:uFillTx/>
              <a:cs typeface="Yu Gothic"/>
            </a:endParaRPr>
          </a:p>
        </p:txBody>
      </p:sp>
    </p:spTree>
    <p:extLst>
      <p:ext uri="{BB962C8B-B14F-4D97-AF65-F5344CB8AC3E}">
        <p14:creationId xmlns:p14="http://schemas.microsoft.com/office/powerpoint/2010/main" val="3515477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a:extLst>
            <a:ext uri="{FF2B5EF4-FFF2-40B4-BE49-F238E27FC236}">
              <a16:creationId xmlns:a16="http://schemas.microsoft.com/office/drawing/2014/main" id="{15123827-4E4F-9C8F-B9A2-8D5A68081B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633415-2D32-48ED-27D8-CF083C80F7F5}"/>
              </a:ext>
            </a:extLst>
          </p:cNvPr>
          <p:cNvSpPr>
            <a:spLocks noGrp="1"/>
          </p:cNvSpPr>
          <p:nvPr>
            <p:ph type="title"/>
          </p:nvPr>
        </p:nvSpPr>
        <p:spPr/>
        <p:txBody>
          <a:bodyPr/>
          <a:lstStyle/>
          <a:p>
            <a:pPr algn="ctr"/>
            <a:r>
              <a:rPr lang="en-US" altLang="ja-JP" b="1" dirty="0">
                <a:latin typeface="Calibri (Headings)"/>
              </a:rPr>
              <a:t>5.</a:t>
            </a:r>
            <a:r>
              <a:rPr lang="en-GB" altLang="ja-JP" b="1" dirty="0">
                <a:latin typeface="Calibri (Headings)"/>
              </a:rPr>
              <a:t> </a:t>
            </a:r>
            <a:r>
              <a:rPr lang="ja-JP" altLang="en-US" b="1" dirty="0">
                <a:latin typeface="Calibri (Headings)"/>
                <a:sym typeface="Arial"/>
              </a:rPr>
              <a:t>おわりに</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4D2D5B05-DF60-9751-16AB-E24C7A82F3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81453EAC-CE5C-B9B4-C5D4-87D988A87017}"/>
              </a:ext>
            </a:extLst>
          </p:cNvPr>
          <p:cNvSpPr>
            <a:spLocks noGrp="1"/>
          </p:cNvSpPr>
          <p:nvPr>
            <p:ph idx="1"/>
          </p:nvPr>
        </p:nvSpPr>
        <p:spPr>
          <a:xfrm>
            <a:off x="838200" y="1825625"/>
            <a:ext cx="10515600" cy="4351338"/>
          </a:xfrm>
        </p:spPr>
        <p:txBody>
          <a:bodyPr>
            <a:normAutofit fontScale="92500"/>
          </a:bodyPr>
          <a:lstStyle/>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a:solidFill>
                  <a:prstClr val="black"/>
                </a:solidFill>
                <a:cs typeface="Calibri"/>
              </a:rPr>
              <a:t>(</a:t>
            </a:r>
            <a:r>
              <a:rPr lang="ja-JP" altLang="en-US" sz="2400" dirty="0">
                <a:solidFill>
                  <a:prstClr val="black"/>
                </a:solidFill>
                <a:cs typeface="Calibri"/>
              </a:rPr>
              <a:t>言語であるかは怪しいが</a:t>
            </a:r>
            <a:r>
              <a:rPr lang="en-GB" altLang="ja-JP" sz="2400" dirty="0">
                <a:solidFill>
                  <a:prstClr val="black"/>
                </a:solidFill>
                <a:cs typeface="Calibri"/>
              </a:rPr>
              <a:t>) GitHub Actions </a:t>
            </a:r>
            <a:r>
              <a:rPr lang="ja-JP" altLang="en-US" sz="2400" dirty="0">
                <a:solidFill>
                  <a:prstClr val="black"/>
                </a:solidFill>
                <a:cs typeface="Calibri"/>
              </a:rPr>
              <a:t>でワークフローを組む際に</a:t>
            </a:r>
            <a:r>
              <a:rPr lang="en-GB" altLang="ja-JP" sz="2400" dirty="0">
                <a:solidFill>
                  <a:prstClr val="black"/>
                </a:solidFill>
                <a:cs typeface="Calibri"/>
              </a:rPr>
              <a:t> Shell Script </a:t>
            </a:r>
            <a:r>
              <a:rPr lang="ja-JP" altLang="en-US" sz="2400" dirty="0">
                <a:solidFill>
                  <a:prstClr val="black"/>
                </a:solidFill>
                <a:cs typeface="Calibri"/>
              </a:rPr>
              <a:t>を書くことがある。</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ja-JP" altLang="en-US" sz="2400" dirty="0">
                <a:solidFill>
                  <a:prstClr val="black"/>
                </a:solidFill>
                <a:cs typeface="Calibri"/>
              </a:rPr>
              <a:t>いつも書いている</a:t>
            </a:r>
            <a:r>
              <a:rPr lang="en-GB" altLang="ja-JP" sz="2400" dirty="0">
                <a:solidFill>
                  <a:prstClr val="black"/>
                </a:solidFill>
                <a:cs typeface="Calibri"/>
              </a:rPr>
              <a:t> Ruby </a:t>
            </a:r>
            <a:r>
              <a:rPr lang="ja-JP" altLang="en-US" sz="2400" dirty="0">
                <a:solidFill>
                  <a:prstClr val="black"/>
                </a:solidFill>
                <a:cs typeface="Calibri"/>
              </a:rPr>
              <a:t>の感覚でオブジェクト指向の要領で書こうとすると大抵無理が来る。</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ja-JP" altLang="en-US" sz="2400" dirty="0">
                <a:solidFill>
                  <a:prstClr val="black"/>
                </a:solidFill>
                <a:cs typeface="Calibri"/>
              </a:rPr>
              <a:t>配列などは多用せず、単純な処理を共通化する程度の実装が推奨されている。</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ja-JP" altLang="en-US" sz="2400" dirty="0">
                <a:solidFill>
                  <a:prstClr val="black"/>
                </a:solidFill>
                <a:cs typeface="Calibri"/>
              </a:rPr>
              <a:t>これもパラダイムの違いによるものだ。</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en-GB" altLang="ja-JP" sz="2400" dirty="0">
                <a:solidFill>
                  <a:prstClr val="black"/>
                </a:solidFill>
                <a:cs typeface="Calibri"/>
              </a:rPr>
              <a:t>Go </a:t>
            </a:r>
            <a:r>
              <a:rPr lang="ja-JP" altLang="en-US" sz="2400" dirty="0">
                <a:solidFill>
                  <a:prstClr val="black"/>
                </a:solidFill>
                <a:cs typeface="Calibri"/>
              </a:rPr>
              <a:t>や</a:t>
            </a:r>
            <a:r>
              <a:rPr lang="en-GB" altLang="ja-JP" sz="2400" dirty="0">
                <a:solidFill>
                  <a:prstClr val="black"/>
                </a:solidFill>
                <a:cs typeface="Calibri"/>
              </a:rPr>
              <a:t> Rust </a:t>
            </a:r>
            <a:r>
              <a:rPr lang="ja-JP" altLang="en-US" sz="2400" dirty="0">
                <a:solidFill>
                  <a:prstClr val="black"/>
                </a:solidFill>
                <a:cs typeface="Calibri"/>
              </a:rPr>
              <a:t>など、データ指向言語は扱ったことがないが、こういった言語を扱う機会があれば同じテーマでまた発表したいと考えている。</a:t>
            </a:r>
            <a:endParaRPr lang="en-GB" altLang="ja-JP" sz="2400" dirty="0">
              <a:solidFill>
                <a:prstClr val="black"/>
              </a:solidFill>
              <a:cs typeface="Calibri"/>
            </a:endParaRPr>
          </a:p>
          <a:p>
            <a:pPr marL="12700" marR="310515" lvl="0" indent="0" algn="l" defTabSz="914400" rtl="0" eaLnBrk="1" fontAlgn="auto" latinLnBrk="0" hangingPunct="1">
              <a:lnSpc>
                <a:spcPts val="2590"/>
              </a:lnSpc>
              <a:spcBef>
                <a:spcPts val="425"/>
              </a:spcBef>
              <a:spcAft>
                <a:spcPts val="0"/>
              </a:spcAft>
              <a:buClrTx/>
              <a:buSzTx/>
              <a:buFontTx/>
              <a:buNone/>
              <a:tabLst/>
              <a:defRPr/>
            </a:pPr>
            <a:r>
              <a:rPr lang="ja-JP" altLang="en-US" sz="2400" dirty="0">
                <a:solidFill>
                  <a:prstClr val="black"/>
                </a:solidFill>
                <a:cs typeface="Calibri"/>
              </a:rPr>
              <a:t>すでに習得済みの方がいれば、比較言語学の成果を共有して頂けるととても参考になるので嬉しく思う。</a:t>
            </a:r>
            <a:endParaRPr lang="en-GB" altLang="ja-JP" sz="2400" dirty="0">
              <a:solidFill>
                <a:prstClr val="black"/>
              </a:solidFill>
              <a:cs typeface="Calibri"/>
            </a:endParaRPr>
          </a:p>
        </p:txBody>
      </p:sp>
    </p:spTree>
    <p:extLst>
      <p:ext uri="{BB962C8B-B14F-4D97-AF65-F5344CB8AC3E}">
        <p14:creationId xmlns:p14="http://schemas.microsoft.com/office/powerpoint/2010/main" val="46611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82575" marR="0" lvl="0" indent="-270510" algn="l" defTabSz="914400" rtl="0" eaLnBrk="1" fontAlgn="auto" latinLnBrk="0" hangingPunct="1">
              <a:lnSpc>
                <a:spcPts val="2770"/>
              </a:lnSpc>
              <a:spcBef>
                <a:spcPts val="100"/>
              </a:spcBef>
              <a:spcAft>
                <a:spcPts val="0"/>
              </a:spcAft>
              <a:buClr>
                <a:srgbClr val="000000"/>
              </a:buClr>
              <a:buSzPct val="116666"/>
              <a:buFont typeface="Arial MT"/>
              <a:buChar char="•"/>
              <a:tabLst>
                <a:tab pos="283210" algn="l"/>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ea typeface="+mn-ea"/>
                <a:cs typeface="Calibri"/>
                <a:hlinkClick r:id="rId3"/>
              </a:rPr>
              <a:t>プログラマが知るべき</a:t>
            </a:r>
            <a:r>
              <a:rPr kumimoji="0" lang="en-US" altLang="ja-JP" sz="2400" b="0" i="0" u="heavy" strike="noStrike" kern="1200" cap="none" spc="0" normalizeH="0" baseline="0" noProof="0" dirty="0">
                <a:ln>
                  <a:noFill/>
                </a:ln>
                <a:solidFill>
                  <a:srgbClr val="0462C1"/>
                </a:solidFill>
                <a:effectLst/>
                <a:uLnTx/>
                <a:uFill>
                  <a:solidFill>
                    <a:srgbClr val="0462C1"/>
                  </a:solidFill>
                </a:uFill>
                <a:ea typeface="+mn-ea"/>
                <a:cs typeface="Calibri"/>
                <a:hlinkClick r:id="rId3"/>
              </a:rPr>
              <a:t>97</a:t>
            </a:r>
            <a:r>
              <a:rPr kumimoji="0" lang="ja-JP" altLang="en-US" sz="2400" b="0" i="0" u="heavy" strike="noStrike" kern="1200" cap="none" spc="0" normalizeH="0" baseline="0" noProof="0" dirty="0">
                <a:ln>
                  <a:noFill/>
                </a:ln>
                <a:solidFill>
                  <a:srgbClr val="0462C1"/>
                </a:solidFill>
                <a:effectLst/>
                <a:uLnTx/>
                <a:uFill>
                  <a:solidFill>
                    <a:srgbClr val="0462C1"/>
                  </a:solidFill>
                </a:uFill>
                <a:ea typeface="+mn-ea"/>
                <a:cs typeface="Calibri"/>
                <a:hlinkClick r:id="rId3"/>
              </a:rPr>
              <a:t>のこと</a:t>
            </a:r>
            <a:endParaRPr kumimoji="0" lang="ja-JP" altLang="en-US" sz="2400" b="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ea typeface="+mn-ea"/>
                <a:cs typeface="Calibri"/>
              </a:rPr>
              <a:t>:</a:t>
            </a:r>
            <a:r>
              <a:rPr kumimoji="0" lang="ja-JP" altLang="en-US" sz="2000" b="0" i="0" u="none" strike="noStrike" kern="1200" cap="none" spc="-85" normalizeH="0" baseline="0" noProof="0" dirty="0">
                <a:ln>
                  <a:noFill/>
                </a:ln>
                <a:solidFill>
                  <a:prstClr val="black"/>
                </a:solidFill>
                <a:effectLst/>
                <a:uLnTx/>
                <a:uFillTx/>
                <a:ea typeface="+mn-ea"/>
                <a:cs typeface="Calibri"/>
              </a:rPr>
              <a:t> </a:t>
            </a:r>
            <a:r>
              <a:rPr kumimoji="0" lang="en-US" altLang="ja-JP" sz="2000" b="0" i="0" u="none" strike="noStrike" kern="1200" cap="none" spc="0" normalizeH="0" baseline="0" noProof="0" dirty="0">
                <a:ln>
                  <a:noFill/>
                </a:ln>
                <a:solidFill>
                  <a:prstClr val="black"/>
                </a:solidFill>
                <a:effectLst/>
                <a:uLnTx/>
                <a:uFillTx/>
                <a:ea typeface="+mn-ea"/>
                <a:cs typeface="Calibri"/>
              </a:rPr>
              <a:t>2025</a:t>
            </a:r>
            <a:r>
              <a:rPr kumimoji="0" lang="ja-JP" altLang="en-US" sz="2000" b="0" i="0" u="none" strike="noStrike" kern="1200" cap="none" spc="0" normalizeH="0" baseline="0" noProof="0" dirty="0">
                <a:ln>
                  <a:noFill/>
                </a:ln>
                <a:solidFill>
                  <a:prstClr val="black"/>
                </a:solidFill>
                <a:effectLst/>
                <a:uLnTx/>
                <a:uFillTx/>
                <a:ea typeface="+mn-ea"/>
                <a:cs typeface="Yu Gothic"/>
              </a:rPr>
              <a:t>年</a:t>
            </a:r>
            <a:r>
              <a:rPr lang="en-US" altLang="ja-JP" sz="2000" spc="-5" dirty="0">
                <a:solidFill>
                  <a:prstClr val="black"/>
                </a:solidFill>
                <a:cs typeface="Calibri"/>
              </a:rPr>
              <a:t>02</a:t>
            </a:r>
            <a:r>
              <a:rPr kumimoji="0" lang="ja-JP" altLang="en-US" sz="2000" b="0" i="0" u="none" strike="noStrike" kern="1200" cap="none" spc="0" normalizeH="0" baseline="0" noProof="0" dirty="0">
                <a:ln>
                  <a:noFill/>
                </a:ln>
                <a:solidFill>
                  <a:prstClr val="black"/>
                </a:solidFill>
                <a:effectLst/>
                <a:uLnTx/>
                <a:uFillTx/>
                <a:ea typeface="+mn-ea"/>
                <a:cs typeface="Yu Gothic"/>
              </a:rPr>
              <a:t>月</a:t>
            </a:r>
            <a:r>
              <a:rPr lang="en-US" altLang="ja-JP" sz="2000" spc="-10" dirty="0">
                <a:solidFill>
                  <a:prstClr val="black"/>
                </a:solidFill>
                <a:cs typeface="Calibri"/>
              </a:rPr>
              <a:t>10</a:t>
            </a:r>
            <a:r>
              <a:rPr kumimoji="0" lang="ja-JP" altLang="en-US" sz="2000" b="0" i="0" u="none" strike="noStrike" kern="1200" cap="none" spc="5" normalizeH="0" baseline="0" noProof="0" dirty="0">
                <a:ln>
                  <a:noFill/>
                </a:ln>
                <a:solidFill>
                  <a:prstClr val="black"/>
                </a:solidFill>
                <a:effectLst/>
                <a:uLnTx/>
                <a:uFillTx/>
                <a:ea typeface="+mn-ea"/>
                <a:cs typeface="Yu Gothic"/>
              </a:rPr>
              <a:t>日</a:t>
            </a:r>
            <a:endParaRPr kumimoji="0" lang="ja-JP" altLang="en-US" sz="2000" b="0" i="0" u="none" strike="noStrike" kern="1200" cap="none" spc="0" normalizeH="0" baseline="0" noProof="0" dirty="0">
              <a:ln>
                <a:noFill/>
              </a:ln>
              <a:solidFill>
                <a:prstClr val="black"/>
              </a:solidFill>
              <a:effectLst/>
              <a:uLnTx/>
              <a:uFillTx/>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en-GB" altLang="ja-JP" sz="2400" b="0" i="0" u="heavy" strike="noStrike" kern="1200" cap="none" spc="-20" normalizeH="0" baseline="0" noProof="0" dirty="0">
                <a:ln>
                  <a:noFill/>
                </a:ln>
                <a:solidFill>
                  <a:srgbClr val="0462C1"/>
                </a:solidFill>
                <a:effectLst/>
                <a:uLnTx/>
                <a:uFill>
                  <a:solidFill>
                    <a:srgbClr val="0462C1"/>
                  </a:solidFill>
                </a:uFill>
                <a:ea typeface="+mn-ea"/>
                <a:cs typeface="Calibri"/>
                <a:hlinkClick r:id="rId4"/>
              </a:rPr>
              <a:t>He who knows no foreign language knows nothing of his mother tongue - La Academia Language School</a:t>
            </a:r>
            <a:endParaRPr kumimoji="0" lang="ja-JP" altLang="en-US" sz="2400" b="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0"/>
              </a:lnSpc>
              <a:spcBef>
                <a:spcPts val="0"/>
              </a:spcBef>
              <a:spcAft>
                <a:spcPts val="0"/>
              </a:spcAft>
              <a:buClrTx/>
              <a:buSzPct val="140000"/>
              <a:buFont typeface="Arial MT"/>
              <a:buChar char="•"/>
              <a:tabLst>
                <a:tab pos="729615" algn="l"/>
              </a:tabLst>
              <a:defRPr/>
            </a:pPr>
            <a:r>
              <a:rPr kumimoji="0" lang="ja-JP" altLang="en-US" sz="2000" b="0" i="0" u="none" strike="noStrike" kern="1200" cap="none" spc="0" normalizeH="0" baseline="0" noProof="0" dirty="0">
                <a:ln>
                  <a:noFill/>
                </a:ln>
                <a:solidFill>
                  <a:prstClr val="black"/>
                </a:solidFill>
                <a:effectLst/>
                <a:uLnTx/>
                <a:uFillTx/>
                <a:ea typeface="+mn-ea"/>
                <a:cs typeface="Yu Gothic"/>
              </a:rPr>
              <a:t>最終アクセス日</a:t>
            </a:r>
            <a:r>
              <a:rPr kumimoji="0" lang="en-US" altLang="ja-JP" sz="2000" b="0" i="0" u="none" strike="noStrike" kern="1200" cap="none" spc="0" normalizeH="0" baseline="0" noProof="0" dirty="0">
                <a:ln>
                  <a:noFill/>
                </a:ln>
                <a:solidFill>
                  <a:prstClr val="black"/>
                </a:solidFill>
                <a:effectLst/>
                <a:uLnTx/>
                <a:uFillTx/>
                <a:ea typeface="+mn-ea"/>
                <a:cs typeface="Calibri"/>
              </a:rPr>
              <a:t>:</a:t>
            </a:r>
            <a:r>
              <a:rPr kumimoji="0" lang="ja-JP" altLang="en-US" sz="2000" b="0" i="0" u="none" strike="noStrike" kern="1200" cap="none" spc="-85" normalizeH="0" baseline="0" noProof="0" dirty="0">
                <a:ln>
                  <a:noFill/>
                </a:ln>
                <a:solidFill>
                  <a:prstClr val="black"/>
                </a:solidFill>
                <a:effectLst/>
                <a:uLnTx/>
                <a:uFillTx/>
                <a:ea typeface="+mn-ea"/>
                <a:cs typeface="Calibri"/>
              </a:rPr>
              <a:t> </a:t>
            </a:r>
            <a:r>
              <a:rPr kumimoji="0" lang="en-US" altLang="ja-JP" sz="2000" b="0" i="0" u="none" strike="noStrike" kern="1200" cap="none" spc="0" normalizeH="0" baseline="0" noProof="0" dirty="0">
                <a:ln>
                  <a:noFill/>
                </a:ln>
                <a:solidFill>
                  <a:prstClr val="black"/>
                </a:solidFill>
                <a:effectLst/>
                <a:uLnTx/>
                <a:uFillTx/>
                <a:ea typeface="+mn-ea"/>
                <a:cs typeface="Calibri"/>
              </a:rPr>
              <a:t>2025</a:t>
            </a:r>
            <a:r>
              <a:rPr kumimoji="0" lang="ja-JP" altLang="en-US" sz="2000" b="0" i="0" u="none" strike="noStrike" kern="1200" cap="none" spc="0" normalizeH="0" baseline="0" noProof="0" dirty="0">
                <a:ln>
                  <a:noFill/>
                </a:ln>
                <a:solidFill>
                  <a:prstClr val="black"/>
                </a:solidFill>
                <a:effectLst/>
                <a:uLnTx/>
                <a:uFillTx/>
                <a:ea typeface="+mn-ea"/>
                <a:cs typeface="Yu Gothic"/>
              </a:rPr>
              <a:t>年</a:t>
            </a:r>
            <a:r>
              <a:rPr lang="en-US" altLang="ja-JP" sz="2000" spc="-5" dirty="0">
                <a:solidFill>
                  <a:prstClr val="black"/>
                </a:solidFill>
                <a:cs typeface="Calibri"/>
              </a:rPr>
              <a:t>02</a:t>
            </a:r>
            <a:r>
              <a:rPr kumimoji="0" lang="ja-JP" altLang="en-US" sz="2000" b="0" i="0" u="none" strike="noStrike" kern="1200" cap="none" spc="0" normalizeH="0" baseline="0" noProof="0" dirty="0">
                <a:ln>
                  <a:noFill/>
                </a:ln>
                <a:solidFill>
                  <a:prstClr val="black"/>
                </a:solidFill>
                <a:effectLst/>
                <a:uLnTx/>
                <a:uFillTx/>
                <a:ea typeface="+mn-ea"/>
                <a:cs typeface="Yu Gothic"/>
              </a:rPr>
              <a:t>月</a:t>
            </a:r>
            <a:r>
              <a:rPr lang="en-US" altLang="ja-JP" sz="2000" spc="-10" dirty="0">
                <a:solidFill>
                  <a:prstClr val="black"/>
                </a:solidFill>
                <a:cs typeface="Calibri"/>
              </a:rPr>
              <a:t>10</a:t>
            </a:r>
            <a:r>
              <a:rPr kumimoji="0" lang="ja-JP" altLang="en-US" sz="2000" b="0" i="0" u="none" strike="noStrike" kern="1200" cap="none" spc="5" normalizeH="0" baseline="0" noProof="0" dirty="0">
                <a:ln>
                  <a:noFill/>
                </a:ln>
                <a:solidFill>
                  <a:prstClr val="black"/>
                </a:solidFill>
                <a:effectLst/>
                <a:uLnTx/>
                <a:uFillTx/>
                <a:ea typeface="+mn-ea"/>
                <a:cs typeface="Yu Gothic"/>
              </a:rPr>
              <a:t>日</a:t>
            </a:r>
            <a:endParaRPr kumimoji="0" lang="ja-JP" altLang="en-US" sz="2000" b="0" i="0" u="none" strike="noStrike" kern="1200" cap="none" spc="0" normalizeH="0" baseline="0" noProof="0" dirty="0">
              <a:ln>
                <a:noFill/>
              </a:ln>
              <a:solidFill>
                <a:prstClr val="black"/>
              </a:solidFill>
              <a:effectLst/>
              <a:uLnTx/>
              <a:uFillTx/>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5"/>
              </a:rPr>
              <a:t>オブジェクト指向とは？ 基礎から用語の意味まで分かりやすく解説 </a:t>
            </a:r>
            <a:r>
              <a:rPr kumimoji="0" lang="en-US" altLang="ja-JP"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5"/>
              </a:rPr>
              <a:t>- </a:t>
            </a:r>
            <a:r>
              <a:rPr kumimoji="0" lang="ja-JP" altLang="en-US"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5"/>
              </a:rPr>
              <a:t>エンジニア </a:t>
            </a:r>
            <a:r>
              <a:rPr kumimoji="0" lang="en-US" altLang="ja-JP"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5"/>
              </a:rPr>
              <a:t>type</a:t>
            </a:r>
            <a:endParaRPr kumimoji="0" lang="ja-JP" altLang="en-US" sz="240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i="0" u="none" strike="noStrike" kern="1200" cap="none" spc="0" normalizeH="0" baseline="0" noProof="0" dirty="0">
                <a:ln>
                  <a:noFill/>
                </a:ln>
                <a:solidFill>
                  <a:prstClr val="black"/>
                </a:solidFill>
                <a:effectLst/>
                <a:uLnTx/>
                <a:uFillTx/>
                <a:ea typeface="+mn-ea"/>
                <a:cs typeface="Yu Gothic"/>
              </a:rPr>
              <a:t>最終アクセス日</a:t>
            </a:r>
            <a:r>
              <a:rPr kumimoji="0" lang="en-US" altLang="ja-JP" sz="2000" i="0" u="none" strike="noStrike" kern="1200" cap="none" spc="0" normalizeH="0" baseline="0" noProof="0" dirty="0">
                <a:ln>
                  <a:noFill/>
                </a:ln>
                <a:solidFill>
                  <a:prstClr val="black"/>
                </a:solidFill>
                <a:effectLst/>
                <a:uLnTx/>
                <a:uFillTx/>
                <a:ea typeface="+mn-ea"/>
                <a:cs typeface="Calibri"/>
              </a:rPr>
              <a:t>:</a:t>
            </a:r>
            <a:r>
              <a:rPr kumimoji="0" lang="ja-JP" altLang="en-US" sz="2000" i="0" u="none" strike="noStrike" kern="1200" cap="none" spc="-85" normalizeH="0" baseline="0" noProof="0" dirty="0">
                <a:ln>
                  <a:noFill/>
                </a:ln>
                <a:solidFill>
                  <a:prstClr val="black"/>
                </a:solidFill>
                <a:effectLst/>
                <a:uLnTx/>
                <a:uFillTx/>
                <a:ea typeface="+mn-ea"/>
                <a:cs typeface="Calibri"/>
              </a:rPr>
              <a:t> </a:t>
            </a:r>
            <a:r>
              <a:rPr kumimoji="0" lang="en-US" altLang="ja-JP" sz="2000" i="0" u="none" strike="noStrike" kern="1200" cap="none" spc="0" normalizeH="0" baseline="0" noProof="0" dirty="0">
                <a:ln>
                  <a:noFill/>
                </a:ln>
                <a:solidFill>
                  <a:prstClr val="black"/>
                </a:solidFill>
                <a:effectLst/>
                <a:uLnTx/>
                <a:uFillTx/>
                <a:ea typeface="+mn-ea"/>
                <a:cs typeface="Calibri"/>
              </a:rPr>
              <a:t>2025</a:t>
            </a:r>
            <a:r>
              <a:rPr kumimoji="0" lang="ja-JP" altLang="en-US" sz="2000" i="0" u="none" strike="noStrike" kern="1200" cap="none" spc="0" normalizeH="0" baseline="0" noProof="0" dirty="0">
                <a:ln>
                  <a:noFill/>
                </a:ln>
                <a:solidFill>
                  <a:prstClr val="black"/>
                </a:solidFill>
                <a:effectLst/>
                <a:uLnTx/>
                <a:uFillTx/>
                <a:ea typeface="+mn-ea"/>
                <a:cs typeface="Yu Gothic"/>
              </a:rPr>
              <a:t>年</a:t>
            </a:r>
            <a:r>
              <a:rPr lang="en-US" altLang="ja-JP" sz="2000" spc="-5" dirty="0">
                <a:solidFill>
                  <a:prstClr val="black"/>
                </a:solidFill>
                <a:cs typeface="Calibri"/>
              </a:rPr>
              <a:t>02</a:t>
            </a:r>
            <a:r>
              <a:rPr kumimoji="0" lang="ja-JP" altLang="en-US" sz="2000" i="0" u="none" strike="noStrike" kern="1200" cap="none" spc="0" normalizeH="0" baseline="0" noProof="0" dirty="0">
                <a:ln>
                  <a:noFill/>
                </a:ln>
                <a:solidFill>
                  <a:prstClr val="black"/>
                </a:solidFill>
                <a:effectLst/>
                <a:uLnTx/>
                <a:uFillTx/>
                <a:ea typeface="+mn-ea"/>
                <a:cs typeface="Yu Gothic"/>
              </a:rPr>
              <a:t>月</a:t>
            </a:r>
            <a:r>
              <a:rPr lang="en-US" altLang="ja-JP" sz="2000" spc="-10" dirty="0">
                <a:solidFill>
                  <a:prstClr val="black"/>
                </a:solidFill>
                <a:cs typeface="Calibri"/>
              </a:rPr>
              <a:t>10</a:t>
            </a:r>
            <a:r>
              <a:rPr kumimoji="0" lang="ja-JP" altLang="en-US" sz="2000" i="0" u="none" strike="noStrike" kern="1200" cap="none" spc="5" normalizeH="0" baseline="0" noProof="0" dirty="0">
                <a:ln>
                  <a:noFill/>
                </a:ln>
                <a:solidFill>
                  <a:prstClr val="black"/>
                </a:solidFill>
                <a:effectLst/>
                <a:uLnTx/>
                <a:uFillTx/>
                <a:ea typeface="+mn-ea"/>
                <a:cs typeface="Yu Gothic"/>
              </a:rPr>
              <a:t>日</a:t>
            </a:r>
            <a:endParaRPr kumimoji="0" lang="ja-JP" altLang="en-US" sz="2000" b="0" i="0" u="none" strike="noStrike" kern="1200" cap="none" spc="0" normalizeH="0" baseline="0" noProof="0" dirty="0">
              <a:ln>
                <a:noFill/>
              </a:ln>
              <a:solidFill>
                <a:prstClr val="black"/>
              </a:solidFill>
              <a:effectLst/>
              <a:uLnTx/>
              <a:uFillTx/>
              <a:ea typeface="+mn-ea"/>
              <a:cs typeface="Yu Gothic"/>
            </a:endParaRPr>
          </a:p>
          <a:p>
            <a:pPr marL="282575" marR="0" lvl="0" indent="-270510" algn="l" defTabSz="914400" rtl="0" eaLnBrk="1" fontAlgn="auto" latinLnBrk="0" hangingPunct="1">
              <a:lnSpc>
                <a:spcPts val="2615"/>
              </a:lnSpc>
              <a:spcBef>
                <a:spcPts val="0"/>
              </a:spcBef>
              <a:spcAft>
                <a:spcPts val="0"/>
              </a:spcAft>
              <a:buClr>
                <a:srgbClr val="000000"/>
              </a:buClr>
              <a:buSzPct val="116666"/>
              <a:buFont typeface="Arial MT"/>
              <a:buChar char="•"/>
              <a:tabLst>
                <a:tab pos="283210" algn="l"/>
              </a:tabLst>
              <a:defRPr/>
            </a:pPr>
            <a:r>
              <a:rPr kumimoji="0" lang="ja-JP" altLang="en-US"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6"/>
              </a:rPr>
              <a:t>コンパイラ言語とインタプリタ言語の違いとは？各言語のメリットも解説 </a:t>
            </a:r>
            <a:r>
              <a:rPr kumimoji="0" lang="en-US" altLang="ja-JP" sz="2400" b="0" i="0" u="heavy" strike="noStrike" kern="1200" cap="none" spc="0" normalizeH="0" baseline="0" noProof="0" dirty="0">
                <a:ln>
                  <a:noFill/>
                </a:ln>
                <a:solidFill>
                  <a:srgbClr val="0462C1"/>
                </a:solidFill>
                <a:effectLst/>
                <a:uLnTx/>
                <a:uFill>
                  <a:solidFill>
                    <a:srgbClr val="0462C1"/>
                  </a:solidFill>
                </a:uFill>
                <a:ea typeface="+mn-ea"/>
                <a:cs typeface="Yu Gothic"/>
                <a:hlinkClick r:id="rId6"/>
              </a:rPr>
              <a:t>- RENTEQ BLOG</a:t>
            </a:r>
            <a:endParaRPr kumimoji="0" lang="ja-JP" altLang="en-US" sz="2400" i="0" u="none" strike="noStrike" kern="1200" cap="none" spc="0" normalizeH="0" baseline="0" noProof="0" dirty="0">
              <a:ln>
                <a:noFill/>
              </a:ln>
              <a:solidFill>
                <a:prstClr val="black"/>
              </a:solidFill>
              <a:effectLst/>
              <a:uLnTx/>
              <a:uFillTx/>
              <a:ea typeface="+mn-ea"/>
              <a:cs typeface="Calibri"/>
            </a:endParaRPr>
          </a:p>
          <a:p>
            <a:pPr marL="728980" marR="0" lvl="1" indent="-229235" algn="l" defTabSz="914400" rtl="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i="0" u="none" strike="noStrike" kern="1200" cap="none" spc="0" normalizeH="0" baseline="0" noProof="0" dirty="0">
                <a:ln>
                  <a:noFill/>
                </a:ln>
                <a:solidFill>
                  <a:prstClr val="black"/>
                </a:solidFill>
                <a:effectLst/>
                <a:uLnTx/>
                <a:uFillTx/>
                <a:ea typeface="+mn-ea"/>
                <a:cs typeface="Yu Gothic"/>
              </a:rPr>
              <a:t>最終アクセス日</a:t>
            </a:r>
            <a:r>
              <a:rPr kumimoji="0" lang="en-US" altLang="ja-JP" sz="2000" i="0" u="none" strike="noStrike" kern="1200" cap="none" spc="0" normalizeH="0" baseline="0" noProof="0" dirty="0">
                <a:ln>
                  <a:noFill/>
                </a:ln>
                <a:solidFill>
                  <a:prstClr val="black"/>
                </a:solidFill>
                <a:effectLst/>
                <a:uLnTx/>
                <a:uFillTx/>
                <a:ea typeface="+mn-ea"/>
                <a:cs typeface="Calibri"/>
              </a:rPr>
              <a:t>:</a:t>
            </a:r>
            <a:r>
              <a:rPr kumimoji="0" lang="ja-JP" altLang="en-US" sz="2000" i="0" u="none" strike="noStrike" kern="1200" cap="none" spc="-85" normalizeH="0" baseline="0" noProof="0" dirty="0">
                <a:ln>
                  <a:noFill/>
                </a:ln>
                <a:solidFill>
                  <a:prstClr val="black"/>
                </a:solidFill>
                <a:effectLst/>
                <a:uLnTx/>
                <a:uFillTx/>
                <a:ea typeface="+mn-ea"/>
                <a:cs typeface="Calibri"/>
              </a:rPr>
              <a:t> </a:t>
            </a:r>
            <a:r>
              <a:rPr kumimoji="0" lang="en-US" altLang="ja-JP" sz="2000" i="0" u="none" strike="noStrike" kern="1200" cap="none" spc="0" normalizeH="0" baseline="0" noProof="0" dirty="0">
                <a:ln>
                  <a:noFill/>
                </a:ln>
                <a:solidFill>
                  <a:prstClr val="black"/>
                </a:solidFill>
                <a:effectLst/>
                <a:uLnTx/>
                <a:uFillTx/>
                <a:ea typeface="+mn-ea"/>
                <a:cs typeface="Calibri"/>
              </a:rPr>
              <a:t>2025</a:t>
            </a:r>
            <a:r>
              <a:rPr kumimoji="0" lang="ja-JP" altLang="en-US" sz="2000" i="0" u="none" strike="noStrike" kern="1200" cap="none" spc="0" normalizeH="0" baseline="0" noProof="0" dirty="0">
                <a:ln>
                  <a:noFill/>
                </a:ln>
                <a:solidFill>
                  <a:prstClr val="black"/>
                </a:solidFill>
                <a:effectLst/>
                <a:uLnTx/>
                <a:uFillTx/>
                <a:ea typeface="+mn-ea"/>
                <a:cs typeface="Yu Gothic"/>
              </a:rPr>
              <a:t>年</a:t>
            </a:r>
            <a:r>
              <a:rPr lang="en-US" altLang="ja-JP" sz="2000" spc="-5" dirty="0">
                <a:solidFill>
                  <a:prstClr val="black"/>
                </a:solidFill>
                <a:cs typeface="Calibri"/>
              </a:rPr>
              <a:t>02</a:t>
            </a:r>
            <a:r>
              <a:rPr kumimoji="0" lang="ja-JP" altLang="en-US" sz="2000" i="0" u="none" strike="noStrike" kern="1200" cap="none" spc="0" normalizeH="0" baseline="0" noProof="0" dirty="0">
                <a:ln>
                  <a:noFill/>
                </a:ln>
                <a:solidFill>
                  <a:prstClr val="black"/>
                </a:solidFill>
                <a:effectLst/>
                <a:uLnTx/>
                <a:uFillTx/>
                <a:ea typeface="+mn-ea"/>
                <a:cs typeface="Yu Gothic"/>
              </a:rPr>
              <a:t>月</a:t>
            </a:r>
            <a:r>
              <a:rPr lang="en-US" altLang="ja-JP" sz="2000" spc="-10" dirty="0">
                <a:solidFill>
                  <a:prstClr val="black"/>
                </a:solidFill>
                <a:cs typeface="Calibri"/>
              </a:rPr>
              <a:t>10</a:t>
            </a:r>
            <a:r>
              <a:rPr kumimoji="0" lang="ja-JP" altLang="en-US" sz="2000" i="0" u="none" strike="noStrike" kern="1200" cap="none" spc="5" normalizeH="0" baseline="0" noProof="0" dirty="0">
                <a:ln>
                  <a:noFill/>
                </a:ln>
                <a:solidFill>
                  <a:prstClr val="black"/>
                </a:solidFill>
                <a:effectLst/>
                <a:uLnTx/>
                <a:uFillTx/>
                <a:ea typeface="+mn-ea"/>
                <a:cs typeface="Yu Gothic"/>
              </a:rPr>
              <a:t>日</a:t>
            </a:r>
            <a:endParaRPr lang="en-GB" altLang="ja-JP" sz="2000" dirty="0">
              <a:solidFill>
                <a:prstClr val="black"/>
              </a:solidFill>
              <a:cs typeface="Yu Gothic"/>
            </a:endParaRPr>
          </a:p>
        </p:txBody>
      </p:sp>
    </p:spTree>
    <p:extLst>
      <p:ext uri="{BB962C8B-B14F-4D97-AF65-F5344CB8AC3E}">
        <p14:creationId xmlns:p14="http://schemas.microsoft.com/office/powerpoint/2010/main" val="3041246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3000" b="-3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TotalTime>
  <Words>4904</Words>
  <Application>Microsoft Office PowerPoint</Application>
  <PresentationFormat>Widescreen</PresentationFormat>
  <Paragraphs>281</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-apple-system</vt:lpstr>
      <vt:lpstr>Arial MT</vt:lpstr>
      <vt:lpstr>Calibri (Headings)</vt:lpstr>
      <vt:lpstr>Yu Gothic</vt:lpstr>
      <vt:lpstr>Arial</vt:lpstr>
      <vt:lpstr>Calibri</vt:lpstr>
      <vt:lpstr>Calibri Light</vt:lpstr>
      <vt:lpstr>Office テーマ</vt:lpstr>
      <vt:lpstr>比較言語学のススメ</vt:lpstr>
      <vt:lpstr>自己紹介</vt:lpstr>
      <vt:lpstr>免許 / 資格</vt:lpstr>
      <vt:lpstr>スキルスタック</vt:lpstr>
      <vt:lpstr>職歴</vt:lpstr>
      <vt:lpstr>職歴</vt:lpstr>
      <vt:lpstr>国際交流活動</vt:lpstr>
      <vt:lpstr>目次</vt:lpstr>
      <vt:lpstr>1. 言語比較の意義</vt:lpstr>
      <vt:lpstr>1. 言語比較の意義</vt:lpstr>
      <vt:lpstr>1. 言語比較の意義</vt:lpstr>
      <vt:lpstr>1. 言語比較の意義</vt:lpstr>
      <vt:lpstr>1. 言語比較の意義</vt:lpstr>
      <vt:lpstr>2. Ruby と Python の三大共通点</vt:lpstr>
      <vt:lpstr>2. Ruby と Python の三大共通点</vt:lpstr>
      <vt:lpstr>2. Ruby と Python の三大共通点</vt:lpstr>
      <vt:lpstr>2. Ruby と Python の三大共通点</vt:lpstr>
      <vt:lpstr>2. Ruby と Python の三大共通点</vt:lpstr>
      <vt:lpstr>3. Ruby と Python の三大相違点</vt:lpstr>
      <vt:lpstr>3. Ruby と Python の三大相違点</vt:lpstr>
      <vt:lpstr>3. Ruby と Python の三大相違点</vt:lpstr>
      <vt:lpstr>3. Ruby と Python の三大相違点</vt:lpstr>
      <vt:lpstr>3. Ruby と Python の三大相違点</vt:lpstr>
      <vt:lpstr>3. Ruby と Python の三大相違点</vt:lpstr>
      <vt:lpstr>3. Ruby と Python の三大相違点</vt:lpstr>
      <vt:lpstr>3. Ruby と Python の三大相違点</vt:lpstr>
      <vt:lpstr>3. Ruby と Python の三大相違点</vt:lpstr>
      <vt:lpstr>3. Ruby と Python の三大相違点</vt:lpstr>
      <vt:lpstr>3. Ruby と Python の三大相違点</vt:lpstr>
      <vt:lpstr>5. おわりに</vt:lpstr>
      <vt:lpstr>5. おわりに</vt:lpstr>
      <vt:lpstr>5. おわりに</vt:lpstr>
      <vt:lpstr>6. 参考文献</vt:lpstr>
      <vt:lpstr>6.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54</cp:revision>
  <dcterms:modified xsi:type="dcterms:W3CDTF">2025-09-01T03:35:47Z</dcterms:modified>
</cp:coreProperties>
</file>