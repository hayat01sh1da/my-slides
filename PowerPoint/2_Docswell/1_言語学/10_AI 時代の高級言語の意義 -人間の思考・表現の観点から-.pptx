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1"/>
  </p:notesMasterIdLst>
  <p:sldIdLst>
    <p:sldId id="256" r:id="rId3"/>
    <p:sldId id="287" r:id="rId4"/>
    <p:sldId id="388" r:id="rId5"/>
    <p:sldId id="454" r:id="rId6"/>
    <p:sldId id="456" r:id="rId7"/>
    <p:sldId id="455" r:id="rId8"/>
    <p:sldId id="280" r:id="rId9"/>
    <p:sldId id="311" r:id="rId10"/>
    <p:sldId id="259" r:id="rId11"/>
    <p:sldId id="330" r:id="rId12"/>
    <p:sldId id="433" r:id="rId13"/>
    <p:sldId id="434" r:id="rId14"/>
    <p:sldId id="408" r:id="rId15"/>
    <p:sldId id="432" r:id="rId16"/>
    <p:sldId id="437" r:id="rId17"/>
    <p:sldId id="439" r:id="rId18"/>
    <p:sldId id="325" r:id="rId19"/>
    <p:sldId id="354" r:id="rId20"/>
    <p:sldId id="435" r:id="rId21"/>
    <p:sldId id="436" r:id="rId22"/>
    <p:sldId id="427" r:id="rId23"/>
    <p:sldId id="431" r:id="rId24"/>
    <p:sldId id="441" r:id="rId25"/>
    <p:sldId id="444" r:id="rId26"/>
    <p:sldId id="442" r:id="rId27"/>
    <p:sldId id="447" r:id="rId28"/>
    <p:sldId id="443" r:id="rId29"/>
    <p:sldId id="326" r:id="rId30"/>
    <p:sldId id="430" r:id="rId31"/>
    <p:sldId id="448" r:id="rId32"/>
    <p:sldId id="450" r:id="rId33"/>
    <p:sldId id="453" r:id="rId34"/>
    <p:sldId id="449" r:id="rId35"/>
    <p:sldId id="451" r:id="rId36"/>
    <p:sldId id="452" r:id="rId37"/>
    <p:sldId id="328" r:id="rId38"/>
    <p:sldId id="295"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5D419524-65C8-4F28-8BD3-2E8D1CBD0C60}"/>
    <pc:docChg chg="custSel addSld delSld modSld">
      <pc:chgData name="Hayato Ishida" userId="585fa0fa6384767c" providerId="LiveId" clId="{5D419524-65C8-4F28-8BD3-2E8D1CBD0C60}" dt="2025-06-24T15:18:26.894" v="272"/>
      <pc:docMkLst>
        <pc:docMk/>
      </pc:docMkLst>
      <pc:sldChg chg="modSp mod setBg">
        <pc:chgData name="Hayato Ishida" userId="585fa0fa6384767c" providerId="LiveId" clId="{5D419524-65C8-4F28-8BD3-2E8D1CBD0C60}" dt="2025-06-24T15:15:03.864" v="201" actId="20577"/>
        <pc:sldMkLst>
          <pc:docMk/>
          <pc:sldMk cId="3878715192" sldId="256"/>
        </pc:sldMkLst>
      </pc:sldChg>
      <pc:sldChg chg="modSp setBg">
        <pc:chgData name="Hayato Ishida" userId="585fa0fa6384767c" providerId="LiveId" clId="{5D419524-65C8-4F28-8BD3-2E8D1CBD0C60}" dt="2025-06-24T14:59:23.811" v="138"/>
        <pc:sldMkLst>
          <pc:docMk/>
          <pc:sldMk cId="1023418167" sldId="259"/>
        </pc:sldMkLst>
      </pc:sldChg>
      <pc:sldChg chg="setBg">
        <pc:chgData name="Hayato Ishida" userId="585fa0fa6384767c" providerId="LiveId" clId="{5D419524-65C8-4F28-8BD3-2E8D1CBD0C60}" dt="2025-06-24T14:57:47.300" v="136"/>
        <pc:sldMkLst>
          <pc:docMk/>
          <pc:sldMk cId="2567433019" sldId="280"/>
        </pc:sldMkLst>
      </pc:sldChg>
      <pc:sldChg chg="setBg">
        <pc:chgData name="Hayato Ishida" userId="585fa0fa6384767c" providerId="LiveId" clId="{5D419524-65C8-4F28-8BD3-2E8D1CBD0C60}" dt="2025-06-24T14:57:47.300" v="136"/>
        <pc:sldMkLst>
          <pc:docMk/>
          <pc:sldMk cId="3831357621" sldId="285"/>
        </pc:sldMkLst>
      </pc:sldChg>
      <pc:sldChg chg="setBg">
        <pc:chgData name="Hayato Ishida" userId="585fa0fa6384767c" providerId="LiveId" clId="{5D419524-65C8-4F28-8BD3-2E8D1CBD0C60}" dt="2025-06-24T14:57:47.300" v="136"/>
        <pc:sldMkLst>
          <pc:docMk/>
          <pc:sldMk cId="155858466" sldId="286"/>
        </pc:sldMkLst>
      </pc:sldChg>
      <pc:sldChg chg="setBg">
        <pc:chgData name="Hayato Ishida" userId="585fa0fa6384767c" providerId="LiveId" clId="{5D419524-65C8-4F28-8BD3-2E8D1CBD0C60}" dt="2025-06-24T14:57:47.300" v="136"/>
        <pc:sldMkLst>
          <pc:docMk/>
          <pc:sldMk cId="654251065" sldId="287"/>
        </pc:sldMkLst>
      </pc:sldChg>
      <pc:sldChg chg="modSp mod setBg">
        <pc:chgData name="Hayato Ishida" userId="585fa0fa6384767c" providerId="LiveId" clId="{5D419524-65C8-4F28-8BD3-2E8D1CBD0C60}" dt="2025-06-24T15:16:33.508" v="222" actId="20577"/>
        <pc:sldMkLst>
          <pc:docMk/>
          <pc:sldMk cId="3041246571" sldId="295"/>
        </pc:sldMkLst>
      </pc:sldChg>
      <pc:sldChg chg="modSp mod setBg">
        <pc:chgData name="Hayato Ishida" userId="585fa0fa6384767c" providerId="LiveId" clId="{5D419524-65C8-4F28-8BD3-2E8D1CBD0C60}" dt="2025-06-24T15:18:26.894" v="272"/>
        <pc:sldMkLst>
          <pc:docMk/>
          <pc:sldMk cId="210825285" sldId="311"/>
        </pc:sldMkLst>
      </pc:sldChg>
      <pc:sldChg chg="modSp mod setBg">
        <pc:chgData name="Hayato Ishida" userId="585fa0fa6384767c" providerId="LiveId" clId="{5D419524-65C8-4F28-8BD3-2E8D1CBD0C60}" dt="2025-06-24T15:18:26.894" v="272"/>
        <pc:sldMkLst>
          <pc:docMk/>
          <pc:sldMk cId="1611154314" sldId="325"/>
        </pc:sldMkLst>
      </pc:sldChg>
      <pc:sldChg chg="modSp mod setBg">
        <pc:chgData name="Hayato Ishida" userId="585fa0fa6384767c" providerId="LiveId" clId="{5D419524-65C8-4F28-8BD3-2E8D1CBD0C60}" dt="2025-06-24T15:16:09.500" v="208" actId="20577"/>
        <pc:sldMkLst>
          <pc:docMk/>
          <pc:sldMk cId="4021934138" sldId="326"/>
        </pc:sldMkLst>
      </pc:sldChg>
      <pc:sldChg chg="modSp mod setBg">
        <pc:chgData name="Hayato Ishida" userId="585fa0fa6384767c" providerId="LiveId" clId="{5D419524-65C8-4F28-8BD3-2E8D1CBD0C60}" dt="2025-06-24T15:16:30.014" v="220" actId="20577"/>
        <pc:sldMkLst>
          <pc:docMk/>
          <pc:sldMk cId="3028957591" sldId="328"/>
        </pc:sldMkLst>
      </pc:sldChg>
      <pc:sldChg chg="modSp mod setBg">
        <pc:chgData name="Hayato Ishida" userId="585fa0fa6384767c" providerId="LiveId" clId="{5D419524-65C8-4F28-8BD3-2E8D1CBD0C60}" dt="2025-06-24T15:04:55.281" v="162" actId="404"/>
        <pc:sldMkLst>
          <pc:docMk/>
          <pc:sldMk cId="3715280376" sldId="330"/>
        </pc:sldMkLst>
      </pc:sldChg>
      <pc:sldChg chg="modSp del mod setBg">
        <pc:chgData name="Hayato Ishida" userId="585fa0fa6384767c" providerId="LiveId" clId="{5D419524-65C8-4F28-8BD3-2E8D1CBD0C60}" dt="2025-06-24T15:04:26.455" v="156" actId="47"/>
        <pc:sldMkLst>
          <pc:docMk/>
          <pc:sldMk cId="2302870219" sldId="336"/>
        </pc:sldMkLst>
      </pc:sldChg>
      <pc:sldChg chg="modSp mod setBg">
        <pc:chgData name="Hayato Ishida" userId="585fa0fa6384767c" providerId="LiveId" clId="{5D419524-65C8-4F28-8BD3-2E8D1CBD0C60}" dt="2025-06-24T15:18:26.894" v="272"/>
        <pc:sldMkLst>
          <pc:docMk/>
          <pc:sldMk cId="1235012594" sldId="354"/>
        </pc:sldMkLst>
      </pc:sldChg>
      <pc:sldChg chg="del setBg">
        <pc:chgData name="Hayato Ishida" userId="585fa0fa6384767c" providerId="LiveId" clId="{5D419524-65C8-4F28-8BD3-2E8D1CBD0C60}" dt="2025-06-24T15:05:31.881" v="165" actId="47"/>
        <pc:sldMkLst>
          <pc:docMk/>
          <pc:sldMk cId="2765164994" sldId="359"/>
        </pc:sldMkLst>
      </pc:sldChg>
      <pc:sldChg chg="del setBg">
        <pc:chgData name="Hayato Ishida" userId="585fa0fa6384767c" providerId="LiveId" clId="{5D419524-65C8-4F28-8BD3-2E8D1CBD0C60}" dt="2025-06-24T15:05:13.555" v="164" actId="47"/>
        <pc:sldMkLst>
          <pc:docMk/>
          <pc:sldMk cId="3787677548" sldId="360"/>
        </pc:sldMkLst>
      </pc:sldChg>
      <pc:sldChg chg="del setBg">
        <pc:chgData name="Hayato Ishida" userId="585fa0fa6384767c" providerId="LiveId" clId="{5D419524-65C8-4F28-8BD3-2E8D1CBD0C60}" dt="2025-06-24T15:07:06.167" v="187" actId="47"/>
        <pc:sldMkLst>
          <pc:docMk/>
          <pc:sldMk cId="2178788038" sldId="385"/>
        </pc:sldMkLst>
      </pc:sldChg>
      <pc:sldChg chg="del setBg">
        <pc:chgData name="Hayato Ishida" userId="585fa0fa6384767c" providerId="LiveId" clId="{5D419524-65C8-4F28-8BD3-2E8D1CBD0C60}" dt="2025-06-24T15:07:06.167" v="187" actId="47"/>
        <pc:sldMkLst>
          <pc:docMk/>
          <pc:sldMk cId="3515477389" sldId="386"/>
        </pc:sldMkLst>
      </pc:sldChg>
      <pc:sldChg chg="setBg">
        <pc:chgData name="Hayato Ishida" userId="585fa0fa6384767c" providerId="LiveId" clId="{5D419524-65C8-4F28-8BD3-2E8D1CBD0C60}" dt="2025-06-24T14:57:47.300" v="136"/>
        <pc:sldMkLst>
          <pc:docMk/>
          <pc:sldMk cId="417452178" sldId="387"/>
        </pc:sldMkLst>
      </pc:sldChg>
      <pc:sldChg chg="setBg">
        <pc:chgData name="Hayato Ishida" userId="585fa0fa6384767c" providerId="LiveId" clId="{5D419524-65C8-4F28-8BD3-2E8D1CBD0C60}" dt="2025-06-24T14:57:47.300" v="136"/>
        <pc:sldMkLst>
          <pc:docMk/>
          <pc:sldMk cId="2978262175" sldId="407"/>
        </pc:sldMkLst>
      </pc:sldChg>
      <pc:sldChg chg="modSp mod setBg">
        <pc:chgData name="Hayato Ishida" userId="585fa0fa6384767c" providerId="LiveId" clId="{5D419524-65C8-4F28-8BD3-2E8D1CBD0C60}" dt="2025-06-24T15:16:21.465" v="216" actId="20577"/>
        <pc:sldMkLst>
          <pc:docMk/>
          <pc:sldMk cId="49969104" sldId="408"/>
        </pc:sldMkLst>
      </pc:sldChg>
      <pc:sldChg chg="modSp del mod setBg">
        <pc:chgData name="Hayato Ishida" userId="585fa0fa6384767c" providerId="LiveId" clId="{5D419524-65C8-4F28-8BD3-2E8D1CBD0C60}" dt="2025-06-24T15:08:28.682" v="193" actId="47"/>
        <pc:sldMkLst>
          <pc:docMk/>
          <pc:sldMk cId="4215678456" sldId="409"/>
        </pc:sldMkLst>
      </pc:sldChg>
      <pc:sldChg chg="modSp del setBg">
        <pc:chgData name="Hayato Ishida" userId="585fa0fa6384767c" providerId="LiveId" clId="{5D419524-65C8-4F28-8BD3-2E8D1CBD0C60}" dt="2025-06-24T15:03:38.128" v="147" actId="47"/>
        <pc:sldMkLst>
          <pc:docMk/>
          <pc:sldMk cId="703579027" sldId="410"/>
        </pc:sldMkLst>
      </pc:sldChg>
      <pc:sldChg chg="modSp del setBg">
        <pc:chgData name="Hayato Ishida" userId="585fa0fa6384767c" providerId="LiveId" clId="{5D419524-65C8-4F28-8BD3-2E8D1CBD0C60}" dt="2025-06-24T15:03:38.128" v="147" actId="47"/>
        <pc:sldMkLst>
          <pc:docMk/>
          <pc:sldMk cId="576112975" sldId="411"/>
        </pc:sldMkLst>
      </pc:sldChg>
      <pc:sldChg chg="modSp del setBg">
        <pc:chgData name="Hayato Ishida" userId="585fa0fa6384767c" providerId="LiveId" clId="{5D419524-65C8-4F28-8BD3-2E8D1CBD0C60}" dt="2025-06-24T15:03:38.128" v="147" actId="47"/>
        <pc:sldMkLst>
          <pc:docMk/>
          <pc:sldMk cId="1781721955" sldId="412"/>
        </pc:sldMkLst>
      </pc:sldChg>
      <pc:sldChg chg="modSp del setBg">
        <pc:chgData name="Hayato Ishida" userId="585fa0fa6384767c" providerId="LiveId" clId="{5D419524-65C8-4F28-8BD3-2E8D1CBD0C60}" dt="2025-06-24T15:04:26.455" v="156" actId="47"/>
        <pc:sldMkLst>
          <pc:docMk/>
          <pc:sldMk cId="953267007" sldId="413"/>
        </pc:sldMkLst>
      </pc:sldChg>
      <pc:sldChg chg="del setBg">
        <pc:chgData name="Hayato Ishida" userId="585fa0fa6384767c" providerId="LiveId" clId="{5D419524-65C8-4F28-8BD3-2E8D1CBD0C60}" dt="2025-06-24T15:05:13.555" v="164" actId="47"/>
        <pc:sldMkLst>
          <pc:docMk/>
          <pc:sldMk cId="1860434170" sldId="418"/>
        </pc:sldMkLst>
      </pc:sldChg>
      <pc:sldChg chg="modSp del setBg">
        <pc:chgData name="Hayato Ishida" userId="585fa0fa6384767c" providerId="LiveId" clId="{5D419524-65C8-4F28-8BD3-2E8D1CBD0C60}" dt="2025-06-24T15:04:26.455" v="156" actId="47"/>
        <pc:sldMkLst>
          <pc:docMk/>
          <pc:sldMk cId="2399205637" sldId="419"/>
        </pc:sldMkLst>
      </pc:sldChg>
      <pc:sldChg chg="modSp del setBg">
        <pc:chgData name="Hayato Ishida" userId="585fa0fa6384767c" providerId="LiveId" clId="{5D419524-65C8-4F28-8BD3-2E8D1CBD0C60}" dt="2025-06-24T15:04:26.455" v="156" actId="47"/>
        <pc:sldMkLst>
          <pc:docMk/>
          <pc:sldMk cId="3469241662" sldId="420"/>
        </pc:sldMkLst>
      </pc:sldChg>
      <pc:sldChg chg="modSp del setBg">
        <pc:chgData name="Hayato Ishida" userId="585fa0fa6384767c" providerId="LiveId" clId="{5D419524-65C8-4F28-8BD3-2E8D1CBD0C60}" dt="2025-06-24T15:05:09.251" v="163" actId="47"/>
        <pc:sldMkLst>
          <pc:docMk/>
          <pc:sldMk cId="2268715453" sldId="421"/>
        </pc:sldMkLst>
      </pc:sldChg>
      <pc:sldChg chg="modSp del setBg">
        <pc:chgData name="Hayato Ishida" userId="585fa0fa6384767c" providerId="LiveId" clId="{5D419524-65C8-4F28-8BD3-2E8D1CBD0C60}" dt="2025-06-24T15:03:38.128" v="147" actId="47"/>
        <pc:sldMkLst>
          <pc:docMk/>
          <pc:sldMk cId="1117989042" sldId="425"/>
        </pc:sldMkLst>
      </pc:sldChg>
      <pc:sldChg chg="modSp del setBg">
        <pc:chgData name="Hayato Ishida" userId="585fa0fa6384767c" providerId="LiveId" clId="{5D419524-65C8-4F28-8BD3-2E8D1CBD0C60}" dt="2025-06-24T15:03:38.128" v="147" actId="47"/>
        <pc:sldMkLst>
          <pc:docMk/>
          <pc:sldMk cId="2583572242" sldId="426"/>
        </pc:sldMkLst>
      </pc:sldChg>
      <pc:sldChg chg="modSp mod setBg">
        <pc:chgData name="Hayato Ishida" userId="585fa0fa6384767c" providerId="LiveId" clId="{5D419524-65C8-4F28-8BD3-2E8D1CBD0C60}" dt="2025-06-24T15:16:15.308" v="212" actId="20577"/>
        <pc:sldMkLst>
          <pc:docMk/>
          <pc:sldMk cId="1332852611" sldId="427"/>
        </pc:sldMkLst>
      </pc:sldChg>
      <pc:sldChg chg="modSp del setBg">
        <pc:chgData name="Hayato Ishida" userId="585fa0fa6384767c" providerId="LiveId" clId="{5D419524-65C8-4F28-8BD3-2E8D1CBD0C60}" dt="2025-06-24T15:05:09.251" v="163" actId="47"/>
        <pc:sldMkLst>
          <pc:docMk/>
          <pc:sldMk cId="3887230368" sldId="428"/>
        </pc:sldMkLst>
      </pc:sldChg>
      <pc:sldChg chg="modSp del setBg">
        <pc:chgData name="Hayato Ishida" userId="585fa0fa6384767c" providerId="LiveId" clId="{5D419524-65C8-4F28-8BD3-2E8D1CBD0C60}" dt="2025-06-24T15:05:09.251" v="163" actId="47"/>
        <pc:sldMkLst>
          <pc:docMk/>
          <pc:sldMk cId="2484552746" sldId="429"/>
        </pc:sldMkLst>
      </pc:sldChg>
      <pc:sldChg chg="modSp add mod">
        <pc:chgData name="Hayato Ishida" userId="585fa0fa6384767c" providerId="LiveId" clId="{5D419524-65C8-4F28-8BD3-2E8D1CBD0C60}" dt="2025-06-24T15:16:12.170" v="210" actId="20577"/>
        <pc:sldMkLst>
          <pc:docMk/>
          <pc:sldMk cId="2442122391" sldId="430"/>
        </pc:sldMkLst>
      </pc:sldChg>
      <pc:sldChg chg="modSp add mod">
        <pc:chgData name="Hayato Ishida" userId="585fa0fa6384767c" providerId="LiveId" clId="{5D419524-65C8-4F28-8BD3-2E8D1CBD0C60}" dt="2025-06-24T15:16:18.115" v="214" actId="20577"/>
        <pc:sldMkLst>
          <pc:docMk/>
          <pc:sldMk cId="735216972" sldId="431"/>
        </pc:sldMkLst>
      </pc:sldChg>
      <pc:sldChg chg="modSp add mod">
        <pc:chgData name="Hayato Ishida" userId="585fa0fa6384767c" providerId="LiveId" clId="{5D419524-65C8-4F28-8BD3-2E8D1CBD0C60}" dt="2025-06-24T15:16:24.328" v="218" actId="20577"/>
        <pc:sldMkLst>
          <pc:docMk/>
          <pc:sldMk cId="1429852999" sldId="432"/>
        </pc:sldMkLst>
      </pc:sldChg>
      <pc:sldChg chg="modSp add mod">
        <pc:chgData name="Hayato Ishida" userId="585fa0fa6384767c" providerId="LiveId" clId="{5D419524-65C8-4F28-8BD3-2E8D1CBD0C60}" dt="2025-06-24T15:17:36.398" v="270" actId="20577"/>
        <pc:sldMkLst>
          <pc:docMk/>
          <pc:sldMk cId="1558825015" sldId="433"/>
        </pc:sldMkLst>
      </pc:sldChg>
      <pc:sldChg chg="modSp add">
        <pc:chgData name="Hayato Ishida" userId="585fa0fa6384767c" providerId="LiveId" clId="{5D419524-65C8-4F28-8BD3-2E8D1CBD0C60}" dt="2025-06-24T15:17:40.801" v="271"/>
        <pc:sldMkLst>
          <pc:docMk/>
          <pc:sldMk cId="2842509506" sldId="434"/>
        </pc:sldMkLst>
      </pc:sldChg>
    </pc:docChg>
  </pc:docChgLst>
  <pc:docChgLst>
    <pc:chgData name="Hayato Ishida" userId="585fa0fa6384767c" providerId="LiveId" clId="{2135F196-9B5D-4541-BAC0-9781C60B97E3}"/>
    <pc:docChg chg="undo redo custSel addSld delSld modSld sldOrd modMainMaster">
      <pc:chgData name="Hayato Ishida" userId="585fa0fa6384767c" providerId="LiveId" clId="{2135F196-9B5D-4541-BAC0-9781C60B97E3}" dt="2025-06-30T04:34:37.029" v="9677"/>
      <pc:docMkLst>
        <pc:docMk/>
      </pc:docMkLst>
      <pc:sldChg chg="modSp mod setBg">
        <pc:chgData name="Hayato Ishida" userId="585fa0fa6384767c" providerId="LiveId" clId="{2135F196-9B5D-4541-BAC0-9781C60B97E3}" dt="2025-06-29T15:03:44.645" v="9161" actId="20577"/>
        <pc:sldMkLst>
          <pc:docMk/>
          <pc:sldMk cId="3878715192" sldId="256"/>
        </pc:sldMkLst>
      </pc:sldChg>
      <pc:sldChg chg="modSp setBg">
        <pc:chgData name="Hayato Ishida" userId="585fa0fa6384767c" providerId="LiveId" clId="{2135F196-9B5D-4541-BAC0-9781C60B97E3}" dt="2025-06-24T15:24:39.541" v="32"/>
        <pc:sldMkLst>
          <pc:docMk/>
          <pc:sldMk cId="1023418167" sldId="259"/>
        </pc:sldMkLst>
      </pc:sldChg>
      <pc:sldChg chg="add del setBg">
        <pc:chgData name="Hayato Ishida" userId="585fa0fa6384767c" providerId="LiveId" clId="{2135F196-9B5D-4541-BAC0-9781C60B97E3}" dt="2025-06-24T15:22:57.985" v="19"/>
        <pc:sldMkLst>
          <pc:docMk/>
          <pc:sldMk cId="2567433019" sldId="280"/>
        </pc:sldMkLst>
      </pc:sldChg>
      <pc:sldChg chg="setBg">
        <pc:chgData name="Hayato Ishida" userId="585fa0fa6384767c" providerId="LiveId" clId="{2135F196-9B5D-4541-BAC0-9781C60B97E3}" dt="2025-06-24T15:22:57.985" v="19"/>
        <pc:sldMkLst>
          <pc:docMk/>
          <pc:sldMk cId="3831357621" sldId="285"/>
        </pc:sldMkLst>
      </pc:sldChg>
      <pc:sldChg chg="add del setBg">
        <pc:chgData name="Hayato Ishida" userId="585fa0fa6384767c" providerId="LiveId" clId="{2135F196-9B5D-4541-BAC0-9781C60B97E3}" dt="2025-06-24T15:22:57.985" v="19"/>
        <pc:sldMkLst>
          <pc:docMk/>
          <pc:sldMk cId="155858466" sldId="286"/>
        </pc:sldMkLst>
      </pc:sldChg>
      <pc:sldChg chg="add del setBg">
        <pc:chgData name="Hayato Ishida" userId="585fa0fa6384767c" providerId="LiveId" clId="{2135F196-9B5D-4541-BAC0-9781C60B97E3}" dt="2025-06-24T15:22:57.985" v="19"/>
        <pc:sldMkLst>
          <pc:docMk/>
          <pc:sldMk cId="654251065" sldId="287"/>
        </pc:sldMkLst>
      </pc:sldChg>
      <pc:sldChg chg="modSp mod setBg">
        <pc:chgData name="Hayato Ishida" userId="585fa0fa6384767c" providerId="LiveId" clId="{2135F196-9B5D-4541-BAC0-9781C60B97E3}" dt="2025-06-29T15:02:57.729" v="9157" actId="20577"/>
        <pc:sldMkLst>
          <pc:docMk/>
          <pc:sldMk cId="3041246571" sldId="295"/>
        </pc:sldMkLst>
      </pc:sldChg>
      <pc:sldChg chg="modSp mod setBg">
        <pc:chgData name="Hayato Ishida" userId="585fa0fa6384767c" providerId="LiveId" clId="{2135F196-9B5D-4541-BAC0-9781C60B97E3}" dt="2025-06-30T04:34:37.029" v="9677"/>
        <pc:sldMkLst>
          <pc:docMk/>
          <pc:sldMk cId="210825285" sldId="311"/>
        </pc:sldMkLst>
      </pc:sldChg>
      <pc:sldChg chg="modSp mod setBg">
        <pc:chgData name="Hayato Ishida" userId="585fa0fa6384767c" providerId="LiveId" clId="{2135F196-9B5D-4541-BAC0-9781C60B97E3}" dt="2025-06-28T08:59:59.280" v="1886"/>
        <pc:sldMkLst>
          <pc:docMk/>
          <pc:sldMk cId="1611154314" sldId="325"/>
        </pc:sldMkLst>
      </pc:sldChg>
      <pc:sldChg chg="modSp mod setBg">
        <pc:chgData name="Hayato Ishida" userId="585fa0fa6384767c" providerId="LiveId" clId="{2135F196-9B5D-4541-BAC0-9781C60B97E3}" dt="2025-06-28T09:00:58.287" v="1887"/>
        <pc:sldMkLst>
          <pc:docMk/>
          <pc:sldMk cId="4021934138" sldId="326"/>
        </pc:sldMkLst>
      </pc:sldChg>
      <pc:sldChg chg="modSp setBg">
        <pc:chgData name="Hayato Ishida" userId="585fa0fa6384767c" providerId="LiveId" clId="{2135F196-9B5D-4541-BAC0-9781C60B97E3}" dt="2025-06-24T15:27:54.778" v="39"/>
        <pc:sldMkLst>
          <pc:docMk/>
          <pc:sldMk cId="3028957591" sldId="328"/>
        </pc:sldMkLst>
      </pc:sldChg>
      <pc:sldChg chg="addSp delSp modSp mod setBg">
        <pc:chgData name="Hayato Ishida" userId="585fa0fa6384767c" providerId="LiveId" clId="{2135F196-9B5D-4541-BAC0-9781C60B97E3}" dt="2025-06-28T14:22:32.551" v="4935" actId="20577"/>
        <pc:sldMkLst>
          <pc:docMk/>
          <pc:sldMk cId="3715280376" sldId="330"/>
        </pc:sldMkLst>
      </pc:sldChg>
      <pc:sldChg chg="addSp delSp modSp mod setBg">
        <pc:chgData name="Hayato Ishida" userId="585fa0fa6384767c" providerId="LiveId" clId="{2135F196-9B5D-4541-BAC0-9781C60B97E3}" dt="2025-06-29T14:51:54.752" v="8790" actId="1036"/>
        <pc:sldMkLst>
          <pc:docMk/>
          <pc:sldMk cId="1235012594" sldId="354"/>
        </pc:sldMkLst>
      </pc:sldChg>
      <pc:sldChg chg="del">
        <pc:chgData name="Hayato Ishida" userId="585fa0fa6384767c" providerId="LiveId" clId="{2135F196-9B5D-4541-BAC0-9781C60B97E3}" dt="2025-06-24T15:22:16.496" v="13" actId="47"/>
        <pc:sldMkLst>
          <pc:docMk/>
          <pc:sldMk cId="417452178" sldId="387"/>
        </pc:sldMkLst>
      </pc:sldChg>
      <pc:sldChg chg="add setBg">
        <pc:chgData name="Hayato Ishida" userId="585fa0fa6384767c" providerId="LiveId" clId="{2135F196-9B5D-4541-BAC0-9781C60B97E3}" dt="2025-06-24T15:22:57.985" v="19"/>
        <pc:sldMkLst>
          <pc:docMk/>
          <pc:sldMk cId="3064566856" sldId="387"/>
        </pc:sldMkLst>
      </pc:sldChg>
      <pc:sldChg chg="add setBg">
        <pc:chgData name="Hayato Ishida" userId="585fa0fa6384767c" providerId="LiveId" clId="{2135F196-9B5D-4541-BAC0-9781C60B97E3}" dt="2025-06-24T15:22:57.985" v="19"/>
        <pc:sldMkLst>
          <pc:docMk/>
          <pc:sldMk cId="2712671586" sldId="388"/>
        </pc:sldMkLst>
      </pc:sldChg>
      <pc:sldChg chg="del">
        <pc:chgData name="Hayato Ishida" userId="585fa0fa6384767c" providerId="LiveId" clId="{2135F196-9B5D-4541-BAC0-9781C60B97E3}" dt="2025-06-24T15:22:16.496" v="13" actId="47"/>
        <pc:sldMkLst>
          <pc:docMk/>
          <pc:sldMk cId="2978262175" sldId="407"/>
        </pc:sldMkLst>
      </pc:sldChg>
      <pc:sldChg chg="modSp mod ord setBg">
        <pc:chgData name="Hayato Ishida" userId="585fa0fa6384767c" providerId="LiveId" clId="{2135F196-9B5D-4541-BAC0-9781C60B97E3}" dt="2025-06-25T16:10:11.527" v="655" actId="20577"/>
        <pc:sldMkLst>
          <pc:docMk/>
          <pc:sldMk cId="49969104" sldId="408"/>
        </pc:sldMkLst>
      </pc:sldChg>
      <pc:sldChg chg="modSp mod ord setBg">
        <pc:chgData name="Hayato Ishida" userId="585fa0fa6384767c" providerId="LiveId" clId="{2135F196-9B5D-4541-BAC0-9781C60B97E3}" dt="2025-06-25T16:04:13.985" v="589" actId="20577"/>
        <pc:sldMkLst>
          <pc:docMk/>
          <pc:sldMk cId="1332852611" sldId="427"/>
        </pc:sldMkLst>
      </pc:sldChg>
      <pc:sldChg chg="modSp mod setBg">
        <pc:chgData name="Hayato Ishida" userId="585fa0fa6384767c" providerId="LiveId" clId="{2135F196-9B5D-4541-BAC0-9781C60B97E3}" dt="2025-06-28T16:44:54.716" v="7335" actId="2711"/>
        <pc:sldMkLst>
          <pc:docMk/>
          <pc:sldMk cId="2442122391" sldId="430"/>
        </pc:sldMkLst>
      </pc:sldChg>
      <pc:sldChg chg="addSp modSp add del mod ord setBg">
        <pc:chgData name="Hayato Ishida" userId="585fa0fa6384767c" providerId="LiveId" clId="{2135F196-9B5D-4541-BAC0-9781C60B97E3}" dt="2025-06-28T17:18:31.858" v="8634" actId="114"/>
        <pc:sldMkLst>
          <pc:docMk/>
          <pc:sldMk cId="735216972" sldId="431"/>
        </pc:sldMkLst>
      </pc:sldChg>
      <pc:sldChg chg="modSp mod ord setBg">
        <pc:chgData name="Hayato Ishida" userId="585fa0fa6384767c" providerId="LiveId" clId="{2135F196-9B5D-4541-BAC0-9781C60B97E3}" dt="2025-06-28T13:58:50.775" v="3511" actId="20577"/>
        <pc:sldMkLst>
          <pc:docMk/>
          <pc:sldMk cId="1429852999" sldId="432"/>
        </pc:sldMkLst>
      </pc:sldChg>
      <pc:sldChg chg="modSp mod setBg">
        <pc:chgData name="Hayato Ishida" userId="585fa0fa6384767c" providerId="LiveId" clId="{2135F196-9B5D-4541-BAC0-9781C60B97E3}" dt="2025-06-25T16:03:00.490" v="559" actId="20577"/>
        <pc:sldMkLst>
          <pc:docMk/>
          <pc:sldMk cId="1558825015" sldId="433"/>
        </pc:sldMkLst>
      </pc:sldChg>
      <pc:sldChg chg="addSp delSp modSp mod setBg">
        <pc:chgData name="Hayato Ishida" userId="585fa0fa6384767c" providerId="LiveId" clId="{2135F196-9B5D-4541-BAC0-9781C60B97E3}" dt="2025-06-25T15:42:17.427" v="103" actId="1076"/>
        <pc:sldMkLst>
          <pc:docMk/>
          <pc:sldMk cId="2842509506" sldId="434"/>
        </pc:sldMkLst>
      </pc:sldChg>
      <pc:sldChg chg="modSp add mod">
        <pc:chgData name="Hayato Ishida" userId="585fa0fa6384767c" providerId="LiveId" clId="{2135F196-9B5D-4541-BAC0-9781C60B97E3}" dt="2025-06-28T08:59:59.280" v="1886"/>
        <pc:sldMkLst>
          <pc:docMk/>
          <pc:sldMk cId="589439606" sldId="435"/>
        </pc:sldMkLst>
      </pc:sldChg>
      <pc:sldChg chg="modSp add mod">
        <pc:chgData name="Hayato Ishida" userId="585fa0fa6384767c" providerId="LiveId" clId="{2135F196-9B5D-4541-BAC0-9781C60B97E3}" dt="2025-06-28T08:59:59.280" v="1886"/>
        <pc:sldMkLst>
          <pc:docMk/>
          <pc:sldMk cId="3025684032" sldId="436"/>
        </pc:sldMkLst>
      </pc:sldChg>
      <pc:sldChg chg="addSp modSp add mod">
        <pc:chgData name="Hayato Ishida" userId="585fa0fa6384767c" providerId="LiveId" clId="{2135F196-9B5D-4541-BAC0-9781C60B97E3}" dt="2025-06-30T03:50:10.899" v="9674" actId="20577"/>
        <pc:sldMkLst>
          <pc:docMk/>
          <pc:sldMk cId="113590889" sldId="437"/>
        </pc:sldMkLst>
      </pc:sldChg>
      <pc:sldChg chg="add del">
        <pc:chgData name="Hayato Ishida" userId="585fa0fa6384767c" providerId="LiveId" clId="{2135F196-9B5D-4541-BAC0-9781C60B97E3}" dt="2025-06-26T14:20:49.184" v="668" actId="47"/>
        <pc:sldMkLst>
          <pc:docMk/>
          <pc:sldMk cId="2040426424" sldId="437"/>
        </pc:sldMkLst>
      </pc:sldChg>
      <pc:sldChg chg="addSp delSp modSp add del mod">
        <pc:chgData name="Hayato Ishida" userId="585fa0fa6384767c" providerId="LiveId" clId="{2135F196-9B5D-4541-BAC0-9781C60B97E3}" dt="2025-06-28T13:40:18.152" v="2800" actId="47"/>
        <pc:sldMkLst>
          <pc:docMk/>
          <pc:sldMk cId="89927171" sldId="438"/>
        </pc:sldMkLst>
      </pc:sldChg>
      <pc:sldChg chg="modSp add mod">
        <pc:chgData name="Hayato Ishida" userId="585fa0fa6384767c" providerId="LiveId" clId="{2135F196-9B5D-4541-BAC0-9781C60B97E3}" dt="2025-06-28T05:21:51.216" v="1859" actId="20577"/>
        <pc:sldMkLst>
          <pc:docMk/>
          <pc:sldMk cId="2634838731" sldId="439"/>
        </pc:sldMkLst>
      </pc:sldChg>
      <pc:sldChg chg="addSp modSp add mod">
        <pc:chgData name="Hayato Ishida" userId="585fa0fa6384767c" providerId="LiveId" clId="{2135F196-9B5D-4541-BAC0-9781C60B97E3}" dt="2025-06-28T17:18:06.886" v="8631"/>
        <pc:sldMkLst>
          <pc:docMk/>
          <pc:sldMk cId="3002010193" sldId="441"/>
        </pc:sldMkLst>
      </pc:sldChg>
      <pc:sldChg chg="addSp modSp add mod">
        <pc:chgData name="Hayato Ishida" userId="585fa0fa6384767c" providerId="LiveId" clId="{2135F196-9B5D-4541-BAC0-9781C60B97E3}" dt="2025-06-30T03:21:55.734" v="9243" actId="14100"/>
        <pc:sldMkLst>
          <pc:docMk/>
          <pc:sldMk cId="1205255371" sldId="442"/>
        </pc:sldMkLst>
      </pc:sldChg>
      <pc:sldChg chg="modSp add mod">
        <pc:chgData name="Hayato Ishida" userId="585fa0fa6384767c" providerId="LiveId" clId="{2135F196-9B5D-4541-BAC0-9781C60B97E3}" dt="2025-06-28T14:23:06.325" v="4994" actId="113"/>
        <pc:sldMkLst>
          <pc:docMk/>
          <pc:sldMk cId="1754716110" sldId="443"/>
        </pc:sldMkLst>
      </pc:sldChg>
      <pc:sldChg chg="addSp modSp add mod">
        <pc:chgData name="Hayato Ishida" userId="585fa0fa6384767c" providerId="LiveId" clId="{2135F196-9B5D-4541-BAC0-9781C60B97E3}" dt="2025-06-30T03:22:28.154" v="9283" actId="14100"/>
        <pc:sldMkLst>
          <pc:docMk/>
          <pc:sldMk cId="2348388371" sldId="444"/>
        </pc:sldMkLst>
      </pc:sldChg>
      <pc:sldChg chg="modSp add del mod ord">
        <pc:chgData name="Hayato Ishida" userId="585fa0fa6384767c" providerId="LiveId" clId="{2135F196-9B5D-4541-BAC0-9781C60B97E3}" dt="2025-06-28T14:24:40.008" v="5001" actId="47"/>
        <pc:sldMkLst>
          <pc:docMk/>
          <pc:sldMk cId="91629828" sldId="446"/>
        </pc:sldMkLst>
      </pc:sldChg>
      <pc:sldChg chg="modSp add mod">
        <pc:chgData name="Hayato Ishida" userId="585fa0fa6384767c" providerId="LiveId" clId="{2135F196-9B5D-4541-BAC0-9781C60B97E3}" dt="2025-06-28T14:25:31.389" v="5010" actId="179"/>
        <pc:sldMkLst>
          <pc:docMk/>
          <pc:sldMk cId="669324385" sldId="447"/>
        </pc:sldMkLst>
      </pc:sldChg>
      <pc:sldChg chg="modSp add mod">
        <pc:chgData name="Hayato Ishida" userId="585fa0fa6384767c" providerId="LiveId" clId="{2135F196-9B5D-4541-BAC0-9781C60B97E3}" dt="2025-06-29T14:54:02.452" v="8811" actId="113"/>
        <pc:sldMkLst>
          <pc:docMk/>
          <pc:sldMk cId="3947469471" sldId="448"/>
        </pc:sldMkLst>
      </pc:sldChg>
      <pc:sldChg chg="modSp add mod">
        <pc:chgData name="Hayato Ishida" userId="585fa0fa6384767c" providerId="LiveId" clId="{2135F196-9B5D-4541-BAC0-9781C60B97E3}" dt="2025-06-30T03:30:07.929" v="9620" actId="20577"/>
        <pc:sldMkLst>
          <pc:docMk/>
          <pc:sldMk cId="695578302" sldId="449"/>
        </pc:sldMkLst>
      </pc:sldChg>
      <pc:sldChg chg="modSp add mod ord">
        <pc:chgData name="Hayato Ishida" userId="585fa0fa6384767c" providerId="LiveId" clId="{2135F196-9B5D-4541-BAC0-9781C60B97E3}" dt="2025-06-29T14:55:54.333" v="8857" actId="20577"/>
        <pc:sldMkLst>
          <pc:docMk/>
          <pc:sldMk cId="1958020390" sldId="450"/>
        </pc:sldMkLst>
      </pc:sldChg>
      <pc:sldChg chg="modSp add mod">
        <pc:chgData name="Hayato Ishida" userId="585fa0fa6384767c" providerId="LiveId" clId="{2135F196-9B5D-4541-BAC0-9781C60B97E3}" dt="2025-06-29T15:00:45.012" v="9139" actId="20577"/>
        <pc:sldMkLst>
          <pc:docMk/>
          <pc:sldMk cId="1625734975" sldId="451"/>
        </pc:sldMkLst>
      </pc:sldChg>
      <pc:sldChg chg="modSp add mod">
        <pc:chgData name="Hayato Ishida" userId="585fa0fa6384767c" providerId="LiveId" clId="{2135F196-9B5D-4541-BAC0-9781C60B97E3}" dt="2025-06-30T04:26:27.073" v="9676" actId="20577"/>
        <pc:sldMkLst>
          <pc:docMk/>
          <pc:sldMk cId="3994381425" sldId="452"/>
        </pc:sldMkLst>
      </pc:sldChg>
      <pc:sldChg chg="modSp add mod">
        <pc:chgData name="Hayato Ishida" userId="585fa0fa6384767c" providerId="LiveId" clId="{2135F196-9B5D-4541-BAC0-9781C60B97E3}" dt="2025-06-30T03:24:34.084" v="9502" actId="20577"/>
        <pc:sldMkLst>
          <pc:docMk/>
          <pc:sldMk cId="1634114350" sldId="453"/>
        </pc:sldMkLst>
      </pc:sldChg>
      <pc:sldMasterChg chg="setBg modSldLayout">
        <pc:chgData name="Hayato Ishida" userId="585fa0fa6384767c" providerId="LiveId" clId="{2135F196-9B5D-4541-BAC0-9781C60B97E3}" dt="2025-06-24T15:22:57.985" v="19"/>
        <pc:sldMasterMkLst>
          <pc:docMk/>
          <pc:sldMasterMk cId="1019568716" sldId="2147483648"/>
        </pc:sldMasterMkLst>
        <pc:sldLayoutChg chg="setBg">
          <pc:chgData name="Hayato Ishida" userId="585fa0fa6384767c" providerId="LiveId" clId="{2135F196-9B5D-4541-BAC0-9781C60B97E3}" dt="2025-06-24T15:22:57.985" v="19"/>
          <pc:sldLayoutMkLst>
            <pc:docMk/>
            <pc:sldMasterMk cId="1019568716" sldId="2147483648"/>
            <pc:sldLayoutMk cId="3438114692" sldId="2147483649"/>
          </pc:sldLayoutMkLst>
        </pc:sldLayoutChg>
        <pc:sldLayoutChg chg="setBg">
          <pc:chgData name="Hayato Ishida" userId="585fa0fa6384767c" providerId="LiveId" clId="{2135F196-9B5D-4541-BAC0-9781C60B97E3}" dt="2025-06-24T15:22:57.985" v="19"/>
          <pc:sldLayoutMkLst>
            <pc:docMk/>
            <pc:sldMasterMk cId="1019568716" sldId="2147483648"/>
            <pc:sldLayoutMk cId="4118800298" sldId="2147483650"/>
          </pc:sldLayoutMkLst>
        </pc:sldLayoutChg>
        <pc:sldLayoutChg chg="setBg">
          <pc:chgData name="Hayato Ishida" userId="585fa0fa6384767c" providerId="LiveId" clId="{2135F196-9B5D-4541-BAC0-9781C60B97E3}" dt="2025-06-24T15:22:57.985" v="19"/>
          <pc:sldLayoutMkLst>
            <pc:docMk/>
            <pc:sldMasterMk cId="1019568716" sldId="2147483648"/>
            <pc:sldLayoutMk cId="817010346" sldId="2147483651"/>
          </pc:sldLayoutMkLst>
        </pc:sldLayoutChg>
        <pc:sldLayoutChg chg="setBg">
          <pc:chgData name="Hayato Ishida" userId="585fa0fa6384767c" providerId="LiveId" clId="{2135F196-9B5D-4541-BAC0-9781C60B97E3}" dt="2025-06-24T15:22:57.985" v="19"/>
          <pc:sldLayoutMkLst>
            <pc:docMk/>
            <pc:sldMasterMk cId="1019568716" sldId="2147483648"/>
            <pc:sldLayoutMk cId="1842740737" sldId="2147483652"/>
          </pc:sldLayoutMkLst>
        </pc:sldLayoutChg>
        <pc:sldLayoutChg chg="setBg">
          <pc:chgData name="Hayato Ishida" userId="585fa0fa6384767c" providerId="LiveId" clId="{2135F196-9B5D-4541-BAC0-9781C60B97E3}" dt="2025-06-24T15:22:57.985" v="19"/>
          <pc:sldLayoutMkLst>
            <pc:docMk/>
            <pc:sldMasterMk cId="1019568716" sldId="2147483648"/>
            <pc:sldLayoutMk cId="3681466249" sldId="2147483653"/>
          </pc:sldLayoutMkLst>
        </pc:sldLayoutChg>
        <pc:sldLayoutChg chg="setBg">
          <pc:chgData name="Hayato Ishida" userId="585fa0fa6384767c" providerId="LiveId" clId="{2135F196-9B5D-4541-BAC0-9781C60B97E3}" dt="2025-06-24T15:22:57.985" v="19"/>
          <pc:sldLayoutMkLst>
            <pc:docMk/>
            <pc:sldMasterMk cId="1019568716" sldId="2147483648"/>
            <pc:sldLayoutMk cId="4055612716" sldId="2147483654"/>
          </pc:sldLayoutMkLst>
        </pc:sldLayoutChg>
        <pc:sldLayoutChg chg="setBg">
          <pc:chgData name="Hayato Ishida" userId="585fa0fa6384767c" providerId="LiveId" clId="{2135F196-9B5D-4541-BAC0-9781C60B97E3}" dt="2025-06-24T15:22:57.985" v="19"/>
          <pc:sldLayoutMkLst>
            <pc:docMk/>
            <pc:sldMasterMk cId="1019568716" sldId="2147483648"/>
            <pc:sldLayoutMk cId="1192471939" sldId="2147483655"/>
          </pc:sldLayoutMkLst>
        </pc:sldLayoutChg>
        <pc:sldLayoutChg chg="setBg">
          <pc:chgData name="Hayato Ishida" userId="585fa0fa6384767c" providerId="LiveId" clId="{2135F196-9B5D-4541-BAC0-9781C60B97E3}" dt="2025-06-24T15:22:57.985" v="19"/>
          <pc:sldLayoutMkLst>
            <pc:docMk/>
            <pc:sldMasterMk cId="1019568716" sldId="2147483648"/>
            <pc:sldLayoutMk cId="2554050763" sldId="2147483656"/>
          </pc:sldLayoutMkLst>
        </pc:sldLayoutChg>
        <pc:sldLayoutChg chg="setBg">
          <pc:chgData name="Hayato Ishida" userId="585fa0fa6384767c" providerId="LiveId" clId="{2135F196-9B5D-4541-BAC0-9781C60B97E3}" dt="2025-06-24T15:22:57.985" v="19"/>
          <pc:sldLayoutMkLst>
            <pc:docMk/>
            <pc:sldMasterMk cId="1019568716" sldId="2147483648"/>
            <pc:sldLayoutMk cId="2740673348" sldId="2147483657"/>
          </pc:sldLayoutMkLst>
        </pc:sldLayoutChg>
        <pc:sldLayoutChg chg="setBg">
          <pc:chgData name="Hayato Ishida" userId="585fa0fa6384767c" providerId="LiveId" clId="{2135F196-9B5D-4541-BAC0-9781C60B97E3}" dt="2025-06-24T15:22:57.985" v="19"/>
          <pc:sldLayoutMkLst>
            <pc:docMk/>
            <pc:sldMasterMk cId="1019568716" sldId="2147483648"/>
            <pc:sldLayoutMk cId="3254094539" sldId="2147483658"/>
          </pc:sldLayoutMkLst>
        </pc:sldLayoutChg>
        <pc:sldLayoutChg chg="setBg">
          <pc:chgData name="Hayato Ishida" userId="585fa0fa6384767c" providerId="LiveId" clId="{2135F196-9B5D-4541-BAC0-9781C60B97E3}" dt="2025-06-24T15:22:57.985" v="19"/>
          <pc:sldLayoutMkLst>
            <pc:docMk/>
            <pc:sldMasterMk cId="1019568716" sldId="2147483648"/>
            <pc:sldLayoutMk cId="4037885263" sldId="2147483659"/>
          </pc:sldLayoutMkLst>
        </pc:sldLayoutChg>
      </pc:sldMasterChg>
    </pc:docChg>
  </pc:docChgLst>
  <pc:docChgLst>
    <pc:chgData name="Hayato Ishida" userId="585fa0fa6384767c" providerId="LiveId" clId="{FA9DF2DE-C912-4469-82AE-460197A0ED6C}"/>
    <pc:docChg chg="custSel modSld">
      <pc:chgData name="Hayato Ishida" userId="585fa0fa6384767c" providerId="LiveId" clId="{FA9DF2DE-C912-4469-82AE-460197A0ED6C}" dt="2025-05-03T11:40:54.618" v="8"/>
      <pc:docMkLst>
        <pc:docMk/>
      </pc:docMkLst>
      <pc:sldChg chg="addSp delSp modSp mod">
        <pc:chgData name="Hayato Ishida" userId="585fa0fa6384767c" providerId="LiveId" clId="{FA9DF2DE-C912-4469-82AE-460197A0ED6C}" dt="2025-05-03T11:40:54.618" v="8"/>
        <pc:sldMkLst>
          <pc:docMk/>
          <pc:sldMk cId="2567433019" sldId="280"/>
        </pc:sldMkLst>
      </pc:sldChg>
      <pc:sldChg chg="addSp delSp modSp mod">
        <pc:chgData name="Hayato Ishida" userId="585fa0fa6384767c" providerId="LiveId" clId="{FA9DF2DE-C912-4469-82AE-460197A0ED6C}" dt="2025-05-03T11:38:23.310" v="7"/>
        <pc:sldMkLst>
          <pc:docMk/>
          <pc:sldMk cId="155858466" sldId="286"/>
        </pc:sldMkLst>
      </pc:sldChg>
      <pc:sldChg chg="addSp delSp modSp mod">
        <pc:chgData name="Hayato Ishida" userId="585fa0fa6384767c" providerId="LiveId" clId="{FA9DF2DE-C912-4469-82AE-460197A0ED6C}" dt="2025-05-03T11:37:44.549" v="6"/>
        <pc:sldMkLst>
          <pc:docMk/>
          <pc:sldMk cId="654251065" sldId="287"/>
        </pc:sldMkLst>
      </pc:sldChg>
    </pc:docChg>
  </pc:docChgLst>
  <pc:docChgLst>
    <pc:chgData name="Hayato Ishida" userId="585fa0fa6384767c" providerId="LiveId" clId="{41085A8C-3A28-43CF-8BE4-09C1FF1655FE}"/>
    <pc:docChg chg="custSel addSld delSld modSld sldOrd">
      <pc:chgData name="Hayato Ishida" userId="585fa0fa6384767c" providerId="LiveId" clId="{41085A8C-3A28-43CF-8BE4-09C1FF1655FE}" dt="2025-09-01T03:27:44.692" v="16"/>
      <pc:docMkLst>
        <pc:docMk/>
      </pc:docMkLst>
      <pc:sldChg chg="del">
        <pc:chgData name="Hayato Ishida" userId="585fa0fa6384767c" providerId="LiveId" clId="{41085A8C-3A28-43CF-8BE4-09C1FF1655FE}" dt="2025-08-31T17:58:24.655" v="5" actId="47"/>
        <pc:sldMkLst>
          <pc:docMk/>
          <pc:sldMk cId="155858466" sldId="286"/>
        </pc:sldMkLst>
      </pc:sldChg>
      <pc:sldChg chg="addSp delSp modSp mod">
        <pc:chgData name="Hayato Ishida" userId="585fa0fa6384767c" providerId="LiveId" clId="{41085A8C-3A28-43CF-8BE4-09C1FF1655FE}" dt="2025-08-31T18:03:03.484" v="8"/>
        <pc:sldMkLst>
          <pc:docMk/>
          <pc:sldMk cId="654251065" sldId="287"/>
        </pc:sldMkLst>
        <pc:spChg chg="add del mod">
          <ac:chgData name="Hayato Ishida" userId="585fa0fa6384767c" providerId="LiveId" clId="{41085A8C-3A28-43CF-8BE4-09C1FF1655FE}" dt="2025-08-31T17:58:15.050" v="1" actId="478"/>
          <ac:spMkLst>
            <pc:docMk/>
            <pc:sldMk cId="654251065" sldId="287"/>
            <ac:spMk id="3" creationId="{E65DDDA5-28DA-1CED-13BA-C17D2E7E4424}"/>
          </ac:spMkLst>
        </pc:spChg>
        <pc:spChg chg="add del mod">
          <ac:chgData name="Hayato Ishida" userId="585fa0fa6384767c" providerId="LiveId" clId="{41085A8C-3A28-43CF-8BE4-09C1FF1655FE}" dt="2025-08-31T17:58:15.050" v="1" actId="478"/>
          <ac:spMkLst>
            <pc:docMk/>
            <pc:sldMk cId="654251065" sldId="287"/>
            <ac:spMk id="5" creationId="{2FD19F6E-CB3E-B8DC-1837-B2E52F35EFF5}"/>
          </ac:spMkLst>
        </pc:spChg>
        <pc:spChg chg="del">
          <ac:chgData name="Hayato Ishida" userId="585fa0fa6384767c" providerId="LiveId" clId="{41085A8C-3A28-43CF-8BE4-09C1FF1655FE}" dt="2025-08-31T17:58:13.868" v="0" actId="478"/>
          <ac:spMkLst>
            <pc:docMk/>
            <pc:sldMk cId="654251065" sldId="287"/>
            <ac:spMk id="6" creationId="{41378ECF-3065-A99F-A29D-8CF40216C969}"/>
          </ac:spMkLst>
        </pc:spChg>
        <pc:spChg chg="del">
          <ac:chgData name="Hayato Ishida" userId="585fa0fa6384767c" providerId="LiveId" clId="{41085A8C-3A28-43CF-8BE4-09C1FF1655FE}" dt="2025-08-31T17:58:13.868" v="0" actId="478"/>
          <ac:spMkLst>
            <pc:docMk/>
            <pc:sldMk cId="654251065" sldId="287"/>
            <ac:spMk id="7" creationId="{5CFA11AA-6F85-BBE2-CBC3-C49BAF71F01C}"/>
          </ac:spMkLst>
        </pc:spChg>
        <pc:spChg chg="del">
          <ac:chgData name="Hayato Ishida" userId="585fa0fa6384767c" providerId="LiveId" clId="{41085A8C-3A28-43CF-8BE4-09C1FF1655FE}" dt="2025-08-31T17:58:13.868" v="0" actId="478"/>
          <ac:spMkLst>
            <pc:docMk/>
            <pc:sldMk cId="654251065" sldId="287"/>
            <ac:spMk id="8" creationId="{BC05324B-424E-A6FB-80AB-79FE8F325F8B}"/>
          </ac:spMkLst>
        </pc:spChg>
        <pc:spChg chg="add mod">
          <ac:chgData name="Hayato Ishida" userId="585fa0fa6384767c" providerId="LiveId" clId="{41085A8C-3A28-43CF-8BE4-09C1FF1655FE}" dt="2025-08-31T18:03:03.484" v="8"/>
          <ac:spMkLst>
            <pc:docMk/>
            <pc:sldMk cId="654251065" sldId="287"/>
            <ac:spMk id="9" creationId="{979D7F5D-FB08-DFF0-D20F-382459D2CD71}"/>
          </ac:spMkLst>
        </pc:spChg>
        <pc:spChg chg="add mod">
          <ac:chgData name="Hayato Ishida" userId="585fa0fa6384767c" providerId="LiveId" clId="{41085A8C-3A28-43CF-8BE4-09C1FF1655FE}" dt="2025-08-31T18:03:03.484" v="8"/>
          <ac:spMkLst>
            <pc:docMk/>
            <pc:sldMk cId="654251065" sldId="287"/>
            <ac:spMk id="10" creationId="{4E686A3C-DB1E-A9BA-D297-C9D5FB9DA726}"/>
          </ac:spMkLst>
        </pc:spChg>
        <pc:spChg chg="add mod">
          <ac:chgData name="Hayato Ishida" userId="585fa0fa6384767c" providerId="LiveId" clId="{41085A8C-3A28-43CF-8BE4-09C1FF1655FE}" dt="2025-08-31T18:03:03.484" v="8"/>
          <ac:spMkLst>
            <pc:docMk/>
            <pc:sldMk cId="654251065" sldId="287"/>
            <ac:spMk id="11" creationId="{3B1247DE-A821-6DB2-D1BD-CC6D21C497DE}"/>
          </ac:spMkLst>
        </pc:spChg>
        <pc:picChg chg="del">
          <ac:chgData name="Hayato Ishida" userId="585fa0fa6384767c" providerId="LiveId" clId="{41085A8C-3A28-43CF-8BE4-09C1FF1655FE}" dt="2025-08-31T17:58:13.868" v="0" actId="478"/>
          <ac:picMkLst>
            <pc:docMk/>
            <pc:sldMk cId="654251065" sldId="287"/>
            <ac:picMk id="12" creationId="{EF03E56A-1170-92E3-505E-518E717F104E}"/>
          </ac:picMkLst>
        </pc:picChg>
        <pc:picChg chg="add mod">
          <ac:chgData name="Hayato Ishida" userId="585fa0fa6384767c" providerId="LiveId" clId="{41085A8C-3A28-43CF-8BE4-09C1FF1655FE}" dt="2025-08-31T18:03:03.484" v="8"/>
          <ac:picMkLst>
            <pc:docMk/>
            <pc:sldMk cId="654251065" sldId="287"/>
            <ac:picMk id="13" creationId="{61E4C726-B945-14F6-E1D2-B2DC7F5FC05F}"/>
          </ac:picMkLst>
        </pc:picChg>
      </pc:sldChg>
      <pc:sldChg chg="del">
        <pc:chgData name="Hayato Ishida" userId="585fa0fa6384767c" providerId="LiveId" clId="{41085A8C-3A28-43CF-8BE4-09C1FF1655FE}" dt="2025-08-31T17:58:24.655" v="5" actId="47"/>
        <pc:sldMkLst>
          <pc:docMk/>
          <pc:sldMk cId="3064566856" sldId="387"/>
        </pc:sldMkLst>
      </pc:sldChg>
      <pc:sldChg chg="addSp modSp add ord">
        <pc:chgData name="Hayato Ishida" userId="585fa0fa6384767c" providerId="LiveId" clId="{41085A8C-3A28-43CF-8BE4-09C1FF1655FE}" dt="2025-08-31T18:05:03.766" v="13"/>
        <pc:sldMkLst>
          <pc:docMk/>
          <pc:sldMk cId="4210052989" sldId="454"/>
        </pc:sldMkLst>
        <pc:spChg chg="add mod">
          <ac:chgData name="Hayato Ishida" userId="585fa0fa6384767c" providerId="LiveId" clId="{41085A8C-3A28-43CF-8BE4-09C1FF1655FE}" dt="2025-08-31T18:05:03.766" v="13"/>
          <ac:spMkLst>
            <pc:docMk/>
            <pc:sldMk cId="4210052989" sldId="454"/>
            <ac:spMk id="2" creationId="{4459D182-10C7-5E9D-F958-E92E4B80705E}"/>
          </ac:spMkLst>
        </pc:spChg>
        <pc:spChg chg="add mod">
          <ac:chgData name="Hayato Ishida" userId="585fa0fa6384767c" providerId="LiveId" clId="{41085A8C-3A28-43CF-8BE4-09C1FF1655FE}" dt="2025-08-31T18:05:03.766" v="13"/>
          <ac:spMkLst>
            <pc:docMk/>
            <pc:sldMk cId="4210052989" sldId="454"/>
            <ac:spMk id="3" creationId="{845B986B-817F-8CE8-88E1-1D4B05EC580C}"/>
          </ac:spMkLst>
        </pc:spChg>
        <pc:spChg chg="add mod">
          <ac:chgData name="Hayato Ishida" userId="585fa0fa6384767c" providerId="LiveId" clId="{41085A8C-3A28-43CF-8BE4-09C1FF1655FE}" dt="2025-08-31T18:05:03.766" v="13"/>
          <ac:spMkLst>
            <pc:docMk/>
            <pc:sldMk cId="4210052989" sldId="454"/>
            <ac:spMk id="4" creationId="{F495C550-B376-6747-4FE1-C3521D48568E}"/>
          </ac:spMkLst>
        </pc:spChg>
      </pc:sldChg>
      <pc:sldChg chg="addSp modSp add">
        <pc:chgData name="Hayato Ishida" userId="585fa0fa6384767c" providerId="LiveId" clId="{41085A8C-3A28-43CF-8BE4-09C1FF1655FE}" dt="2025-09-01T03:27:44.692" v="16"/>
        <pc:sldMkLst>
          <pc:docMk/>
          <pc:sldMk cId="1719045842" sldId="455"/>
        </pc:sldMkLst>
        <pc:spChg chg="add mod">
          <ac:chgData name="Hayato Ishida" userId="585fa0fa6384767c" providerId="LiveId" clId="{41085A8C-3A28-43CF-8BE4-09C1FF1655FE}" dt="2025-08-31T18:09:53.661" v="15"/>
          <ac:spMkLst>
            <pc:docMk/>
            <pc:sldMk cId="1719045842" sldId="455"/>
            <ac:spMk id="2" creationId="{7602DFB6-2765-077F-C002-DFF1D0EAFA26}"/>
          </ac:spMkLst>
        </pc:spChg>
        <pc:spChg chg="add mod">
          <ac:chgData name="Hayato Ishida" userId="585fa0fa6384767c" providerId="LiveId" clId="{41085A8C-3A28-43CF-8BE4-09C1FF1655FE}" dt="2025-08-31T18:09:53.661" v="15"/>
          <ac:spMkLst>
            <pc:docMk/>
            <pc:sldMk cId="1719045842" sldId="455"/>
            <ac:spMk id="3" creationId="{3178FE9B-C224-0358-00F5-ABE10643C9BD}"/>
          </ac:spMkLst>
        </pc:spChg>
        <pc:graphicFrameChg chg="add mod">
          <ac:chgData name="Hayato Ishida" userId="585fa0fa6384767c" providerId="LiveId" clId="{41085A8C-3A28-43CF-8BE4-09C1FF1655FE}" dt="2025-09-01T03:27:44.692" v="16"/>
          <ac:graphicFrameMkLst>
            <pc:docMk/>
            <pc:sldMk cId="1719045842" sldId="455"/>
            <ac:graphicFrameMk id="4" creationId="{C6EB3E73-BEB5-B2C5-FDC8-607EE71E59A0}"/>
          </ac:graphicFrameMkLst>
        </pc:graphicFrameChg>
      </pc:sldChg>
      <pc:sldChg chg="add del">
        <pc:chgData name="Hayato Ishida" userId="585fa0fa6384767c" providerId="LiveId" clId="{41085A8C-3A28-43CF-8BE4-09C1FF1655FE}" dt="2025-08-31T18:03:07.843" v="10" actId="47"/>
        <pc:sldMkLst>
          <pc:docMk/>
          <pc:sldMk cId="3637707117" sldId="455"/>
        </pc:sldMkLst>
      </pc:sldChg>
      <pc:sldChg chg="add del">
        <pc:chgData name="Hayato Ishida" userId="585fa0fa6384767c" providerId="LiveId" clId="{41085A8C-3A28-43CF-8BE4-09C1FF1655FE}" dt="2025-08-31T18:03:07.081" v="9" actId="47"/>
        <pc:sldMkLst>
          <pc:docMk/>
          <pc:sldMk cId="926118053" sldId="456"/>
        </pc:sldMkLst>
      </pc:sldChg>
      <pc:sldChg chg="addSp modSp add">
        <pc:chgData name="Hayato Ishida" userId="585fa0fa6384767c" providerId="LiveId" clId="{41085A8C-3A28-43CF-8BE4-09C1FF1655FE}" dt="2025-09-01T03:27:44.692" v="16"/>
        <pc:sldMkLst>
          <pc:docMk/>
          <pc:sldMk cId="3490071527" sldId="456"/>
        </pc:sldMkLst>
        <pc:spChg chg="add mod">
          <ac:chgData name="Hayato Ishida" userId="585fa0fa6384767c" providerId="LiveId" clId="{41085A8C-3A28-43CF-8BE4-09C1FF1655FE}" dt="2025-08-31T18:07:15.851" v="14"/>
          <ac:spMkLst>
            <pc:docMk/>
            <pc:sldMk cId="3490071527" sldId="456"/>
            <ac:spMk id="2" creationId="{FB0702F2-5602-689C-1141-B041BBA75ADA}"/>
          </ac:spMkLst>
        </pc:spChg>
        <pc:spChg chg="add mod">
          <ac:chgData name="Hayato Ishida" userId="585fa0fa6384767c" providerId="LiveId" clId="{41085A8C-3A28-43CF-8BE4-09C1FF1655FE}" dt="2025-08-31T18:07:15.851" v="14"/>
          <ac:spMkLst>
            <pc:docMk/>
            <pc:sldMk cId="3490071527" sldId="456"/>
            <ac:spMk id="3" creationId="{3C7F7C96-3BE0-1296-8C86-91B544659BFD}"/>
          </ac:spMkLst>
        </pc:spChg>
        <pc:graphicFrameChg chg="add mod">
          <ac:chgData name="Hayato Ishida" userId="585fa0fa6384767c" providerId="LiveId" clId="{41085A8C-3A28-43CF-8BE4-09C1FF1655FE}" dt="2025-09-01T03:27:44.692" v="16"/>
          <ac:graphicFrameMkLst>
            <pc:docMk/>
            <pc:sldMk cId="3490071527" sldId="456"/>
            <ac:graphicFrameMk id="4" creationId="{9782B229-170A-E9AE-5B70-8BE383E6D751}"/>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4A6FF-6CD0-4509-9AC2-DC76F4CB715A}"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0BCBF355-3B73-45DD-9FB5-B9CB140C1E69}">
      <dgm:prSet phldrT="[Text]" custT="1"/>
      <dgm:spPr>
        <a:solidFill>
          <a:schemeClr val="accent1">
            <a:alpha val="50000"/>
          </a:schemeClr>
        </a:solidFill>
      </dgm:spPr>
      <dgm:t>
        <a:bodyPr/>
        <a:lstStyle/>
        <a:p>
          <a:r>
            <a:rPr lang="ja-JP" altLang="en-US" sz="1600" b="1" dirty="0"/>
            <a:t>語彙群</a:t>
          </a:r>
          <a:r>
            <a:rPr lang="en-GB" altLang="ja-JP" sz="1600" b="1" dirty="0"/>
            <a:t>A</a:t>
          </a:r>
          <a:endParaRPr lang="en-GB" sz="1600" b="1" dirty="0"/>
        </a:p>
      </dgm:t>
    </dgm:pt>
    <dgm:pt modelId="{F3B7436A-2236-4EF5-9F5E-49BEA21D2F8B}" type="parTrans" cxnId="{E95153B7-D010-4214-A25B-3472D0A279C0}">
      <dgm:prSet/>
      <dgm:spPr/>
      <dgm:t>
        <a:bodyPr/>
        <a:lstStyle/>
        <a:p>
          <a:endParaRPr lang="en-GB"/>
        </a:p>
      </dgm:t>
    </dgm:pt>
    <dgm:pt modelId="{250538C2-CAAC-4735-8664-89454101D08A}" type="sibTrans" cxnId="{E95153B7-D010-4214-A25B-3472D0A279C0}">
      <dgm:prSet/>
      <dgm:spPr/>
      <dgm:t>
        <a:bodyPr/>
        <a:lstStyle/>
        <a:p>
          <a:endParaRPr lang="en-GB"/>
        </a:p>
      </dgm:t>
    </dgm:pt>
    <dgm:pt modelId="{488AF57A-C1E0-49BC-88A1-9FDE0C573D57}">
      <dgm:prSet phldrT="[Text]" custT="1"/>
      <dgm:spPr>
        <a:solidFill>
          <a:schemeClr val="accent2">
            <a:alpha val="50000"/>
          </a:schemeClr>
        </a:solidFill>
      </dgm:spPr>
      <dgm:t>
        <a:bodyPr/>
        <a:lstStyle/>
        <a:p>
          <a:r>
            <a:rPr lang="ja-JP" altLang="en-US" sz="1600" b="1" dirty="0"/>
            <a:t>語彙群</a:t>
          </a:r>
          <a:r>
            <a:rPr lang="en-GB" altLang="ja-JP" sz="1600" b="1" dirty="0"/>
            <a:t>B</a:t>
          </a:r>
          <a:endParaRPr lang="en-GB" sz="1600" b="1" dirty="0"/>
        </a:p>
      </dgm:t>
    </dgm:pt>
    <dgm:pt modelId="{E3296C82-985F-4EED-A556-2D1BB1EEEFBB}" type="parTrans" cxnId="{0CB8A08D-4C5A-4E46-AB48-3ACD73E3ACA7}">
      <dgm:prSet/>
      <dgm:spPr/>
      <dgm:t>
        <a:bodyPr/>
        <a:lstStyle/>
        <a:p>
          <a:endParaRPr lang="en-GB"/>
        </a:p>
      </dgm:t>
    </dgm:pt>
    <dgm:pt modelId="{6E691DD8-1BEA-478C-8301-70F8A676E8B5}" type="sibTrans" cxnId="{0CB8A08D-4C5A-4E46-AB48-3ACD73E3ACA7}">
      <dgm:prSet/>
      <dgm:spPr/>
      <dgm:t>
        <a:bodyPr/>
        <a:lstStyle/>
        <a:p>
          <a:endParaRPr lang="en-GB"/>
        </a:p>
      </dgm:t>
    </dgm:pt>
    <dgm:pt modelId="{6F647C73-D99A-4C7B-AA82-68DF5BB1B4B2}" type="pres">
      <dgm:prSet presAssocID="{EA44A6FF-6CD0-4509-9AC2-DC76F4CB715A}" presName="Name0" presStyleCnt="0">
        <dgm:presLayoutVars>
          <dgm:dir/>
          <dgm:resizeHandles val="exact"/>
        </dgm:presLayoutVars>
      </dgm:prSet>
      <dgm:spPr/>
    </dgm:pt>
    <dgm:pt modelId="{956FCD88-FAEE-47A1-99E2-0AFA54B5EBA6}" type="pres">
      <dgm:prSet presAssocID="{0BCBF355-3B73-45DD-9FB5-B9CB140C1E69}" presName="Name5" presStyleLbl="vennNode1" presStyleIdx="0" presStyleCnt="2" custLinFactNeighborX="-2697" custLinFactNeighborY="-12045">
        <dgm:presLayoutVars>
          <dgm:bulletEnabled val="1"/>
        </dgm:presLayoutVars>
      </dgm:prSet>
      <dgm:spPr/>
    </dgm:pt>
    <dgm:pt modelId="{C45BDBE7-71D5-456A-B20C-40A17401FCEE}" type="pres">
      <dgm:prSet presAssocID="{250538C2-CAAC-4735-8664-89454101D08A}" presName="space" presStyleCnt="0"/>
      <dgm:spPr/>
    </dgm:pt>
    <dgm:pt modelId="{4CFCC12C-0257-432F-8E20-81E1611850CD}" type="pres">
      <dgm:prSet presAssocID="{488AF57A-C1E0-49BC-88A1-9FDE0C573D57}" presName="Name5" presStyleLbl="vennNode1" presStyleIdx="1" presStyleCnt="2" custLinFactNeighborX="-2697" custLinFactNeighborY="-12045">
        <dgm:presLayoutVars>
          <dgm:bulletEnabled val="1"/>
        </dgm:presLayoutVars>
      </dgm:prSet>
      <dgm:spPr/>
    </dgm:pt>
  </dgm:ptLst>
  <dgm:cxnLst>
    <dgm:cxn modelId="{53AF4C1B-A8C6-4FA3-98DF-047EF8DC557F}" type="presOf" srcId="{0BCBF355-3B73-45DD-9FB5-B9CB140C1E69}" destId="{956FCD88-FAEE-47A1-99E2-0AFA54B5EBA6}" srcOrd="0" destOrd="0" presId="urn:microsoft.com/office/officeart/2005/8/layout/venn3"/>
    <dgm:cxn modelId="{1D6C1C7E-D22A-49BE-9A56-2C803F10A3A6}" type="presOf" srcId="{488AF57A-C1E0-49BC-88A1-9FDE0C573D57}" destId="{4CFCC12C-0257-432F-8E20-81E1611850CD}" srcOrd="0" destOrd="0" presId="urn:microsoft.com/office/officeart/2005/8/layout/venn3"/>
    <dgm:cxn modelId="{0CB8A08D-4C5A-4E46-AB48-3ACD73E3ACA7}" srcId="{EA44A6FF-6CD0-4509-9AC2-DC76F4CB715A}" destId="{488AF57A-C1E0-49BC-88A1-9FDE0C573D57}" srcOrd="1" destOrd="0" parTransId="{E3296C82-985F-4EED-A556-2D1BB1EEEFBB}" sibTransId="{6E691DD8-1BEA-478C-8301-70F8A676E8B5}"/>
    <dgm:cxn modelId="{E95153B7-D010-4214-A25B-3472D0A279C0}" srcId="{EA44A6FF-6CD0-4509-9AC2-DC76F4CB715A}" destId="{0BCBF355-3B73-45DD-9FB5-B9CB140C1E69}" srcOrd="0" destOrd="0" parTransId="{F3B7436A-2236-4EF5-9F5E-49BEA21D2F8B}" sibTransId="{250538C2-CAAC-4735-8664-89454101D08A}"/>
    <dgm:cxn modelId="{FF2802D0-8CBD-4C3C-9057-E6EAE3C5CC32}" type="presOf" srcId="{EA44A6FF-6CD0-4509-9AC2-DC76F4CB715A}" destId="{6F647C73-D99A-4C7B-AA82-68DF5BB1B4B2}" srcOrd="0" destOrd="0" presId="urn:microsoft.com/office/officeart/2005/8/layout/venn3"/>
    <dgm:cxn modelId="{44B056B7-F946-4864-AEF3-35AA3BF101C2}" type="presParOf" srcId="{6F647C73-D99A-4C7B-AA82-68DF5BB1B4B2}" destId="{956FCD88-FAEE-47A1-99E2-0AFA54B5EBA6}" srcOrd="0" destOrd="0" presId="urn:microsoft.com/office/officeart/2005/8/layout/venn3"/>
    <dgm:cxn modelId="{878C41C2-84CD-44D3-A6E3-41C77244DE4B}" type="presParOf" srcId="{6F647C73-D99A-4C7B-AA82-68DF5BB1B4B2}" destId="{C45BDBE7-71D5-456A-B20C-40A17401FCEE}" srcOrd="1" destOrd="0" presId="urn:microsoft.com/office/officeart/2005/8/layout/venn3"/>
    <dgm:cxn modelId="{C24BF76A-506D-44B7-9638-EEF5BD446509}" type="presParOf" srcId="{6F647C73-D99A-4C7B-AA82-68DF5BB1B4B2}" destId="{4CFCC12C-0257-432F-8E20-81E1611850CD}" srcOrd="2"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FCD88-FAEE-47A1-99E2-0AFA54B5EBA6}">
      <dsp:nvSpPr>
        <dsp:cNvPr id="0" name=""/>
        <dsp:cNvSpPr/>
      </dsp:nvSpPr>
      <dsp:spPr>
        <a:xfrm>
          <a:off x="0" y="0"/>
          <a:ext cx="2333226" cy="2333226"/>
        </a:xfrm>
        <a:prstGeom prst="ellipse">
          <a:avLst/>
        </a:prstGeom>
        <a:solidFill>
          <a:schemeClr val="accent1">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20320" rIns="128405" bIns="20320" numCol="1" spcCol="1270" anchor="ctr" anchorCtr="0">
          <a:noAutofit/>
        </a:bodyPr>
        <a:lstStyle/>
        <a:p>
          <a:pPr marL="0" lvl="0" indent="0" algn="ctr" defTabSz="711200">
            <a:lnSpc>
              <a:spcPct val="90000"/>
            </a:lnSpc>
            <a:spcBef>
              <a:spcPct val="0"/>
            </a:spcBef>
            <a:spcAft>
              <a:spcPct val="35000"/>
            </a:spcAft>
            <a:buNone/>
          </a:pPr>
          <a:r>
            <a:rPr lang="ja-JP" altLang="en-US" sz="1600" b="1" kern="1200" dirty="0"/>
            <a:t>語彙群</a:t>
          </a:r>
          <a:r>
            <a:rPr lang="en-GB" altLang="ja-JP" sz="1600" b="1" kern="1200" dirty="0"/>
            <a:t>A</a:t>
          </a:r>
          <a:endParaRPr lang="en-GB" sz="1600" b="1" kern="1200" dirty="0"/>
        </a:p>
      </dsp:txBody>
      <dsp:txXfrm>
        <a:off x="341693" y="341693"/>
        <a:ext cx="1649840" cy="1649840"/>
      </dsp:txXfrm>
    </dsp:sp>
    <dsp:sp modelId="{4CFCC12C-0257-432F-8E20-81E1611850CD}">
      <dsp:nvSpPr>
        <dsp:cNvPr id="0" name=""/>
        <dsp:cNvSpPr/>
      </dsp:nvSpPr>
      <dsp:spPr>
        <a:xfrm>
          <a:off x="1857281" y="0"/>
          <a:ext cx="2333226" cy="2333226"/>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8405" tIns="20320" rIns="128405" bIns="20320" numCol="1" spcCol="1270" anchor="ctr" anchorCtr="0">
          <a:noAutofit/>
        </a:bodyPr>
        <a:lstStyle/>
        <a:p>
          <a:pPr marL="0" lvl="0" indent="0" algn="ctr" defTabSz="711200">
            <a:lnSpc>
              <a:spcPct val="90000"/>
            </a:lnSpc>
            <a:spcBef>
              <a:spcPct val="0"/>
            </a:spcBef>
            <a:spcAft>
              <a:spcPct val="35000"/>
            </a:spcAft>
            <a:buNone/>
          </a:pPr>
          <a:r>
            <a:rPr lang="ja-JP" altLang="en-US" sz="1600" b="1" kern="1200" dirty="0"/>
            <a:t>語彙群</a:t>
          </a:r>
          <a:r>
            <a:rPr lang="en-GB" altLang="ja-JP" sz="1600" b="1" kern="1200" dirty="0"/>
            <a:t>B</a:t>
          </a:r>
          <a:endParaRPr lang="en-GB" sz="1600" b="1" kern="1200" dirty="0"/>
        </a:p>
      </dsp:txBody>
      <dsp:txXfrm>
        <a:off x="2198974" y="341693"/>
        <a:ext cx="1649840" cy="1649840"/>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924201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39015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129754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670884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103161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6517389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94745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192840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735269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045982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03625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3186554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peakerdeck.com/hayat01sh1da/high-level-programming-languages-in-ai-era-human-thought-and-min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ackmd.io/@hayat01sh1da" TargetMode="External"/><Relationship Id="rId7" Type="http://schemas.openxmlformats.org/officeDocument/2006/relationships/image" Target="../media/image2.jpg"/><Relationship Id="rId2" Type="http://schemas.openxmlformats.org/officeDocument/2006/relationships/hyperlink" Target="https://github.com/hayat01sh1da" TargetMode="External"/><Relationship Id="rId1" Type="http://schemas.openxmlformats.org/officeDocument/2006/relationships/slideLayout" Target="../slideLayouts/slideLayout2.xml"/><Relationship Id="rId6" Type="http://schemas.openxmlformats.org/officeDocument/2006/relationships/hyperlink" Target="https://www.docswell.com/user/hayat01sh1da" TargetMode="External"/><Relationship Id="rId5" Type="http://schemas.openxmlformats.org/officeDocument/2006/relationships/hyperlink" Target="https://speakerdeck.com/hayat01sh1da" TargetMode="External"/><Relationship Id="rId4" Type="http://schemas.openxmlformats.org/officeDocument/2006/relationships/hyperlink" Target="https://www.linkedin.com/in/hayat01sh1d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hamiltonisland.com.au/" TargetMode="External"/><Relationship Id="rId7" Type="http://schemas.openxmlformats.org/officeDocument/2006/relationships/hyperlink" Target="http://vitaljapan.com/" TargetMode="External"/><Relationship Id="rId2" Type="http://schemas.openxmlformats.org/officeDocument/2006/relationships/hyperlink" Target="http://www.centerye.org/" TargetMode="External"/><Relationship Id="rId1" Type="http://schemas.openxmlformats.org/officeDocument/2006/relationships/slideLayout" Target="../slideLayouts/slideLayout2.xml"/><Relationship Id="rId6" Type="http://schemas.openxmlformats.org/officeDocument/2006/relationships/hyperlink" Target="https://sunrisetmc.toastmastersclubs.org/" TargetMode="External"/><Relationship Id="rId5" Type="http://schemas.openxmlformats.org/officeDocument/2006/relationships/hyperlink" Target="https://idiy.biz/teachers-profile/?id=4976" TargetMode="External"/><Relationship Id="rId4" Type="http://schemas.openxmlformats.org/officeDocument/2006/relationships/hyperlink" Target="https://stives-h.schools.nsw.gov.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 Target="slide11.xml"/><Relationship Id="rId7" Type="http://schemas.openxmlformats.org/officeDocument/2006/relationships/slide" Target="slide28.xml"/><Relationship Id="rId2" Type="http://schemas.openxmlformats.org/officeDocument/2006/relationships/slide" Target="slide9.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17.xml"/><Relationship Id="rId4" Type="http://schemas.openxmlformats.org/officeDocument/2006/relationships/slide" Target="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ocs.google.com/presentation/d/1oFvP4W3Ox8uiGXsWa3ibyDga1cpLguVZhwCjpD46hFU/edit?slide=id.g3389fccf211_0_100#slide=id.g3389fccf211_0_10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villains.fandom.com/wiki/Big_Brother_(Nineteen_Eighty-Four)" TargetMode="External"/><Relationship Id="rId2" Type="http://schemas.openxmlformats.org/officeDocument/2006/relationships/hyperlink" Target="https://villains.fandom.com/wiki/INGSOC"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docswell.com/s/hayat01sh1da/K1WPLZ-economy-of-efforts"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s://www.docswell.com/s/hayat01sh1da/56ELL5-dive-deeper-into-presentday-english-vol3-english-vocabulary-1-compounds-derivatives-load-words#p14"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http://grammar.ucsd.edu/courses/lign150/analogy.pdf"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www.docswell.com/s/hayat01sh1da/56ELL5-dive-deeper-into-presentday-english-vol3-english-vocabulary-1-compounds-derivatives-load-words#p9"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villains.fandom.com/wiki/INGSOC" TargetMode="External"/><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23.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31.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docswell.com/s/hayat01sh1da/KJ4PWJ-road-to-ruby-for-a-linguistics-nerd#p25" TargetMode="External"/><Relationship Id="rId2" Type="http://schemas.openxmlformats.org/officeDocument/2006/relationships/hyperlink" Target="https://&#12503;&#12525;&#12464;&#12521;&#12510;&#12364;&#30693;&#12427;&#12409;&#12365;97&#12398;&#12371;&#12392;.com/&#12456;&#12483;&#12475;&#12452;/&#21517;&#21069;&#37325;&#35201;/"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villains.fandom.com/wiki/" TargetMode="External"/><Relationship Id="rId7" Type="http://schemas.openxmlformats.org/officeDocument/2006/relationships/hyperlink" Target="https://www.docswell.com/s/hayat01sh1da/KJ4PWJ-road-to-ruby-for-a-linguistics-nerd" TargetMode="External"/><Relationship Id="rId2" Type="http://schemas.openxmlformats.org/officeDocument/2006/relationships/hyperlink" Target="https://docs.google.com/presentation/d/1oFvP4W3Ox8uiGXsWa3ibyDga1cpLguVZhwCjpD46hFU/edit?slide=id.g112e5bc9415_0_27#slide=id.g112e5bc9415_0_27" TargetMode="External"/><Relationship Id="rId1" Type="http://schemas.openxmlformats.org/officeDocument/2006/relationships/slideLayout" Target="../slideLayouts/slideLayout2.xml"/><Relationship Id="rId6" Type="http://schemas.openxmlformats.org/officeDocument/2006/relationships/hyperlink" Target="https://www.docswell.com/s/hayat01sh1da/56ELL5-dive-deeper-into-presentday-english-vol3-english-vocabulary-1-compounds-derivatives-load-words" TargetMode="External"/><Relationship Id="rId5" Type="http://schemas.openxmlformats.org/officeDocument/2006/relationships/hyperlink" Target="https://&#12503;&#12525;&#12464;&#12521;&#12510;&#12364;&#30693;&#12427;&#12409;&#12365;97&#12398;&#12371;&#12392;.com/&#12456;&#12483;&#12475;&#12452;/&#21517;&#21069;&#37325;&#35201;/" TargetMode="External"/><Relationship Id="rId4" Type="http://schemas.openxmlformats.org/officeDocument/2006/relationships/hyperlink" Target="http://grammar.ucsd.edu/courses/lign150/analogy.p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en-GB" altLang="ja-JP" sz="5400" b="1" dirty="0">
                <a:effectLst>
                  <a:outerShdw blurRad="38100" dist="38100" dir="2700000" algn="tl">
                    <a:srgbClr val="000000">
                      <a:alpha val="43137"/>
                    </a:srgbClr>
                  </a:outerShdw>
                </a:effectLst>
                <a:latin typeface="Calibri (Headings)"/>
              </a:rPr>
              <a:t>AI </a:t>
            </a:r>
            <a:r>
              <a:rPr lang="ja-JP" altLang="en-US" sz="5400" b="1" dirty="0">
                <a:effectLst>
                  <a:outerShdw blurRad="38100" dist="38100" dir="2700000" algn="tl">
                    <a:srgbClr val="000000">
                      <a:alpha val="43137"/>
                    </a:srgbClr>
                  </a:outerShdw>
                </a:effectLst>
                <a:latin typeface="Calibri (Headings)"/>
              </a:rPr>
              <a:t>時代の高級言語の意義</a:t>
            </a:r>
            <a:endParaRPr lang="en-GB" sz="5400" b="1" dirty="0">
              <a:effectLst>
                <a:outerShdw blurRad="38100" dist="38100" dir="2700000" algn="tl">
                  <a:srgbClr val="000000">
                    <a:alpha val="43137"/>
                  </a:srgbClr>
                </a:outerShdw>
              </a:effectLst>
              <a:latin typeface="Calibri (Headings)"/>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solidFill>
                  <a:srgbClr val="000000"/>
                </a:solidFill>
                <a:effectLst>
                  <a:outerShdw blurRad="38100" dist="38100" dir="2700000" algn="tl">
                    <a:srgbClr val="000000">
                      <a:alpha val="43137"/>
                    </a:srgbClr>
                  </a:outerShdw>
                </a:effectLst>
                <a:latin typeface="Calibri (Headings)"/>
              </a:rPr>
              <a:t>-</a:t>
            </a:r>
            <a:r>
              <a:rPr lang="ja-JP" altLang="en-US" sz="3200" b="1" dirty="0">
                <a:solidFill>
                  <a:srgbClr val="000000"/>
                </a:solidFill>
                <a:effectLst>
                  <a:outerShdw blurRad="38100" dist="38100" dir="2700000" algn="tl">
                    <a:srgbClr val="000000">
                      <a:alpha val="43137"/>
                    </a:srgbClr>
                  </a:outerShdw>
                </a:effectLst>
                <a:latin typeface="Calibri (Headings)"/>
              </a:rPr>
              <a:t>人間の思考・表現の観点から</a:t>
            </a:r>
            <a:r>
              <a:rPr lang="en-GB" sz="3200" b="1" dirty="0">
                <a:solidFill>
                  <a:srgbClr val="000000"/>
                </a:solidFill>
                <a:effectLst>
                  <a:outerShdw blurRad="38100" dist="38100" dir="2700000" algn="tl">
                    <a:srgbClr val="000000">
                      <a:alpha val="43137"/>
                    </a:srgbClr>
                  </a:outerShdw>
                </a:effectLst>
                <a:latin typeface="Calibri (Headings)"/>
              </a:rPr>
              <a:t>-</a:t>
            </a:r>
            <a:endParaRPr kumimoji="0" lang="en-GB"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Headings)"/>
            </a:endParaRPr>
          </a:p>
        </p:txBody>
      </p:sp>
      <p:sp>
        <p:nvSpPr>
          <p:cNvPr id="8" name="字幕 2">
            <a:extLst>
              <a:ext uri="{FF2B5EF4-FFF2-40B4-BE49-F238E27FC236}">
                <a16:creationId xmlns:a16="http://schemas.microsoft.com/office/drawing/2014/main" id="{9337A176-5377-6F93-8925-178F6FF51FB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9" name="字幕 2">
            <a:extLst>
              <a:ext uri="{FF2B5EF4-FFF2-40B4-BE49-F238E27FC236}">
                <a16:creationId xmlns:a16="http://schemas.microsoft.com/office/drawing/2014/main" id="{8C64EA4D-6C48-3445-A5F5-B43711FB5137}"/>
              </a:ext>
            </a:extLst>
          </p:cNvPr>
          <p:cNvSpPr txBox="1">
            <a:spLocks/>
          </p:cNvSpPr>
          <p:nvPr/>
        </p:nvSpPr>
        <p:spPr>
          <a:xfrm>
            <a:off x="6976843" y="5445970"/>
            <a:ext cx="3638027"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zh-TW" altLang="en-US" sz="2000" b="1" dirty="0"/>
              <a:t>最終更新日</a:t>
            </a:r>
            <a:r>
              <a:rPr lang="en-US" altLang="zh-TW" sz="2000" b="1" dirty="0"/>
              <a:t>: 2025</a:t>
            </a:r>
            <a:r>
              <a:rPr lang="zh-TW" altLang="en-US" sz="2000" b="1" dirty="0"/>
              <a:t>年</a:t>
            </a:r>
            <a:r>
              <a:rPr lang="en-US" altLang="zh-TW" sz="2000" b="1" dirty="0"/>
              <a:t>06</a:t>
            </a:r>
            <a:r>
              <a:rPr lang="zh-TW" altLang="en-US" sz="2000" b="1" dirty="0"/>
              <a:t>月</a:t>
            </a:r>
            <a:r>
              <a:rPr lang="en-US" altLang="zh-TW" sz="2000" b="1"/>
              <a:t>30</a:t>
            </a:r>
            <a:r>
              <a:rPr lang="zh-TW" altLang="en-US" sz="2000" b="1"/>
              <a:t>日</a:t>
            </a:r>
            <a:endParaRPr lang="en-GB" sz="2000" b="1" dirty="0"/>
          </a:p>
        </p:txBody>
      </p:sp>
      <p:sp>
        <p:nvSpPr>
          <p:cNvPr id="2" name="字幕 2">
            <a:extLst>
              <a:ext uri="{FF2B5EF4-FFF2-40B4-BE49-F238E27FC236}">
                <a16:creationId xmlns:a16="http://schemas.microsoft.com/office/drawing/2014/main" id="{A8D39094-BFD9-D223-966F-5E3F039BCE75}"/>
              </a:ext>
            </a:extLst>
          </p:cNvPr>
          <p:cNvSpPr txBox="1">
            <a:spLocks/>
          </p:cNvSpPr>
          <p:nvPr/>
        </p:nvSpPr>
        <p:spPr>
          <a:xfrm>
            <a:off x="1470871" y="5440495"/>
            <a:ext cx="3457662"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2"/>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979D7F5D-FB08-DFF0-D20F-382459D2CD71}"/>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4E686A3C-DB1E-A9BA-D297-C9D5FB9DA726}"/>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2"/>
              </a:rPr>
              <a:t>@hayat01sh1da</a:t>
            </a:r>
            <a:endParaRPr lang="en-US" altLang="ja-JP" sz="2000" dirty="0"/>
          </a:p>
          <a:p>
            <a:pPr marL="725488" lvl="1" indent="-268288"/>
            <a:r>
              <a:rPr lang="en-US" altLang="ja-JP" sz="2000" dirty="0"/>
              <a:t>X: </a:t>
            </a:r>
            <a:r>
              <a:rPr lang="en-US" altLang="ja-JP" sz="2000" dirty="0">
                <a:hlinkClick r:id="rId3"/>
              </a:rPr>
              <a:t>@hayat01sh1da</a:t>
            </a:r>
            <a:endParaRPr lang="en-GB" altLang="ja-JP" sz="2000" dirty="0"/>
          </a:p>
          <a:p>
            <a:pPr marL="725488" lvl="1" indent="-268288"/>
            <a:r>
              <a:rPr lang="en-GB" altLang="ja-JP" sz="2000" dirty="0"/>
              <a:t>LinkedIn: </a:t>
            </a:r>
            <a:r>
              <a:rPr lang="en-US" altLang="ja-JP" sz="2000" dirty="0">
                <a:hlinkClick r:id="rId4"/>
              </a:rPr>
              <a:t>@hayat01sh1da</a:t>
            </a:r>
            <a:endParaRPr lang="en-US" altLang="ja-JP" sz="2000" dirty="0"/>
          </a:p>
          <a:p>
            <a:pPr marL="725488" lvl="1" indent="-268288"/>
            <a:r>
              <a:rPr lang="en-US" altLang="ja-JP" sz="2000" dirty="0"/>
              <a:t>Speaker Deck: </a:t>
            </a:r>
            <a:r>
              <a:rPr lang="en-US" altLang="ja-JP" sz="2000" dirty="0">
                <a:hlinkClick r:id="rId5"/>
              </a:rPr>
              <a:t>@hayat01sh1da</a:t>
            </a:r>
            <a:endParaRPr lang="en-US" altLang="ja-JP" sz="2000" dirty="0"/>
          </a:p>
          <a:p>
            <a:pPr marL="725488" lvl="1" indent="-268288"/>
            <a:r>
              <a:rPr lang="en-US" altLang="ja-JP" sz="2000" dirty="0"/>
              <a:t>Docswell: </a:t>
            </a:r>
            <a:r>
              <a:rPr lang="en-US" altLang="ja-JP" sz="2000" dirty="0">
                <a:hlinkClick r:id="rId6"/>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3B1247DE-A821-6DB2-D1BD-CC6D21C497D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61E4C726-B945-14F6-E1D2-B2DC7F5FC0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6422-9A68-5D74-4054-DB8886DCD5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59D182-10C7-5E9D-F958-E92E4B80705E}"/>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845B986B-817F-8CE8-88E1-1D4B05EC580C}"/>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F495C550-B376-6747-4FE1-C3521D48568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0052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663B-EBBE-6066-7B2A-32A722DE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0702F2-5602-689C-1141-B041BBA75ADA}"/>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3C7F7C96-3BE0-1296-8C86-91B544659BFD}"/>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9782B229-170A-E9AE-5B70-8BE383E6D751}"/>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3490071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F931B-9702-DA1F-F30E-B0863D71B8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02DFB6-2765-077F-C002-DFF1D0EAFA26}"/>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3178FE9B-C224-0358-00F5-ABE10643C9BD}"/>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C6EB3E73-BEB5-B2C5-FDC8-607EE71E59A0}"/>
              </a:ext>
            </a:extLst>
          </p:cNvPr>
          <p:cNvGraphicFramePr>
            <a:graphicFrameLocks noGrp="1"/>
          </p:cNvGraphicFramePr>
          <p:nvPr>
            <p:extLst>
              <p:ext uri="{D42A27DB-BD31-4B8C-83A1-F6EECF244321}">
                <p14:modId xmlns:p14="http://schemas.microsoft.com/office/powerpoint/2010/main" val="26051391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719045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2"/>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3"/>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4"/>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5"/>
            </a:endParaRPr>
          </a:p>
          <a:p>
            <a:pPr marL="536575" lvl="1" indent="-268288"/>
            <a:r>
              <a:rPr lang="en-US" altLang="ja-JP" sz="1400" dirty="0">
                <a:hlinkClick r:id="rId6"/>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7"/>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2" action="ppaction://hlinksldjump"/>
              </a:rPr>
              <a:t>本日のテーマは</a:t>
            </a:r>
            <a:r>
              <a:rPr lang="en-US" altLang="ja-JP" sz="2400" dirty="0">
                <a:sym typeface="Arial"/>
                <a:hlinkClick r:id="rId2" action="ppaction://hlinksldjump"/>
              </a:rPr>
              <a:t>...</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3" action="ppaction://hlinksldjump"/>
              </a:rPr>
              <a:t>本日紹介する書籍は</a:t>
            </a:r>
            <a:r>
              <a:rPr lang="en-US" altLang="ja-JP" sz="2400" dirty="0">
                <a:sym typeface="Arial"/>
                <a:hlinkClick r:id="rId3" action="ppaction://hlinksldjump"/>
              </a:rPr>
              <a:t>...</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AI </a:t>
            </a:r>
            <a:r>
              <a:rPr lang="ja-JP" altLang="en-US" sz="2400" dirty="0">
                <a:sym typeface="Arial"/>
                <a:hlinkClick r:id="rId4" action="ppaction://hlinksldjump"/>
              </a:rPr>
              <a:t>時代の高級言語</a:t>
            </a:r>
            <a:endParaRPr lang="en-GB" altLang="ja-JP" sz="2400" dirty="0">
              <a:sym typeface="Arial"/>
              <a:hlinkClick r:id="rId5" action="ppaction://hlinksldjump"/>
            </a:endParaRPr>
          </a:p>
          <a:p>
            <a:pPr marL="360363" indent="-360363">
              <a:buClr>
                <a:schemeClr val="dk1"/>
              </a:buClr>
              <a:buSzPts val="2800"/>
              <a:buAutoNum type="arabicPeriod"/>
            </a:pPr>
            <a:r>
              <a:rPr lang="ja-JP" altLang="en-US" sz="2400" dirty="0">
                <a:sym typeface="Arial"/>
                <a:hlinkClick r:id="rId5" action="ppaction://hlinksldjump"/>
              </a:rPr>
              <a:t>紹介書籍の世界観の概要</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en-US" altLang="ja-JP" sz="2400" dirty="0">
                <a:sym typeface="Arial"/>
                <a:hlinkClick r:id="rId6" action="ppaction://hlinksldjump"/>
              </a:rPr>
              <a:t>Newspeak</a:t>
            </a:r>
            <a:endParaRPr lang="en-GB" altLang="ja-JP" sz="2400" dirty="0">
              <a:sym typeface="Arial"/>
              <a:hlinkClick r:id="rId7" action="ppaction://hlinksldjump"/>
            </a:endParaRPr>
          </a:p>
          <a:p>
            <a:pPr marL="360363" indent="-360363">
              <a:buClr>
                <a:schemeClr val="dk1"/>
              </a:buClr>
              <a:buSzPts val="2800"/>
              <a:buAutoNum type="arabicPeriod"/>
            </a:pPr>
            <a:r>
              <a:rPr lang="ja-JP" altLang="en-US" sz="2400" dirty="0">
                <a:sym typeface="Arial"/>
                <a:hlinkClick r:id="rId7" action="ppaction://hlinksldjump"/>
              </a:rPr>
              <a:t>何故</a:t>
            </a:r>
            <a:r>
              <a:rPr lang="en-US" altLang="ja-JP" sz="2400" dirty="0">
                <a:sym typeface="Arial"/>
                <a:hlinkClick r:id="rId7" action="ppaction://hlinksldjump"/>
              </a:rPr>
              <a:t>『</a:t>
            </a:r>
            <a:r>
              <a:rPr lang="ja-JP" altLang="en-US" sz="2400" dirty="0">
                <a:sym typeface="Arial"/>
                <a:hlinkClick r:id="rId7" action="ppaction://hlinksldjump"/>
              </a:rPr>
              <a:t>一九八四年</a:t>
            </a:r>
            <a:r>
              <a:rPr lang="en-US" altLang="ja-JP" sz="2400" dirty="0">
                <a:sym typeface="Arial"/>
                <a:hlinkClick r:id="rId7" action="ppaction://hlinksldjump"/>
              </a:rPr>
              <a:t>』</a:t>
            </a:r>
            <a:r>
              <a:rPr lang="ja-JP" altLang="en-US" sz="2400" dirty="0">
                <a:sym typeface="Arial"/>
                <a:hlinkClick r:id="rId7" action="ppaction://hlinksldjump"/>
              </a:rPr>
              <a:t>？</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8" action="ppaction://hlinksldjump"/>
              </a:rPr>
              <a:t>参考書籍</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本日のテーマは</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9</a:t>
            </a:fld>
            <a:endParaRPr lang="en-GB" dirty="0"/>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本日のテーマは</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10</a:t>
            </a:fld>
            <a:endParaRPr lang="en-GB" dirty="0"/>
          </a:p>
        </p:txBody>
      </p:sp>
      <p:sp>
        <p:nvSpPr>
          <p:cNvPr id="9" name="コンテンツ プレースホルダー 2">
            <a:extLst>
              <a:ext uri="{FF2B5EF4-FFF2-40B4-BE49-F238E27FC236}">
                <a16:creationId xmlns:a16="http://schemas.microsoft.com/office/drawing/2014/main" id="{28AFC635-EEBB-A1C9-FFE3-455DCA24C30B}"/>
              </a:ext>
            </a:extLst>
          </p:cNvPr>
          <p:cNvSpPr>
            <a:spLocks noGrp="1"/>
          </p:cNvSpPr>
          <p:nvPr>
            <p:ph idx="1"/>
          </p:nvPr>
        </p:nvSpPr>
        <p:spPr>
          <a:xfrm>
            <a:off x="838200" y="1825625"/>
            <a:ext cx="10515600" cy="4351338"/>
          </a:xfrm>
        </p:spPr>
        <p:txBody>
          <a:bodyPr>
            <a:normAutofit/>
          </a:bodyPr>
          <a:lstStyle/>
          <a:p>
            <a:pPr marL="32384" marR="5080" lvl="0" indent="0">
              <a:lnSpc>
                <a:spcPts val="3030"/>
              </a:lnSpc>
              <a:spcBef>
                <a:spcPts val="470"/>
              </a:spcBef>
              <a:buNone/>
              <a:defRPr/>
            </a:pPr>
            <a:r>
              <a:rPr lang="en-GB" sz="2400" kern="0" spc="-10" dirty="0">
                <a:solidFill>
                  <a:prstClr val="black"/>
                </a:solidFill>
                <a:cs typeface="Calibri"/>
              </a:rPr>
              <a:t>AI </a:t>
            </a:r>
            <a:r>
              <a:rPr lang="ja-JP" altLang="en-US" sz="2400" kern="0" spc="-10" dirty="0">
                <a:solidFill>
                  <a:prstClr val="black"/>
                </a:solidFill>
                <a:cs typeface="Calibri"/>
              </a:rPr>
              <a:t>が未だ進化過程にあり高級言語が提供するインターフェースが必要であることを考慮した上でも、私の疑問は</a:t>
            </a:r>
            <a:r>
              <a:rPr lang="en-GB" sz="2400" kern="0" spc="-10" dirty="0">
                <a:solidFill>
                  <a:prstClr val="black"/>
                </a:solidFill>
                <a:cs typeface="Calibri"/>
              </a:rPr>
              <a:t>…</a:t>
            </a:r>
          </a:p>
          <a:p>
            <a:pPr marL="32384" marR="5080" lvl="0" indent="0" algn="ctr">
              <a:lnSpc>
                <a:spcPts val="3030"/>
              </a:lnSpc>
              <a:spcBef>
                <a:spcPts val="470"/>
              </a:spcBef>
              <a:buNone/>
              <a:defRPr/>
            </a:pPr>
            <a:endParaRPr lang="en-GB" sz="4000" b="1" kern="0" spc="-10" dirty="0">
              <a:solidFill>
                <a:prstClr val="black"/>
              </a:solidFill>
              <a:cs typeface="Calibri"/>
            </a:endParaRPr>
          </a:p>
          <a:p>
            <a:pPr marL="32384" marR="5080" lvl="0" indent="0" algn="ctr">
              <a:lnSpc>
                <a:spcPts val="3030"/>
              </a:lnSpc>
              <a:spcBef>
                <a:spcPts val="470"/>
              </a:spcBef>
              <a:buNone/>
              <a:defRPr/>
            </a:pPr>
            <a:endParaRPr lang="en-GB" sz="4000" b="1" kern="0" spc="-10" dirty="0">
              <a:solidFill>
                <a:prstClr val="black"/>
              </a:solidFill>
              <a:cs typeface="Calibri"/>
            </a:endParaRPr>
          </a:p>
          <a:p>
            <a:pPr marL="32384" marR="5080" lvl="0" indent="0" algn="ctr">
              <a:lnSpc>
                <a:spcPts val="3030"/>
              </a:lnSpc>
              <a:spcBef>
                <a:spcPts val="470"/>
              </a:spcBef>
              <a:buNone/>
              <a:defRPr/>
            </a:pPr>
            <a:r>
              <a:rPr lang="ja-JP" altLang="en-US" sz="2400" b="1" kern="0" spc="-10" dirty="0">
                <a:solidFill>
                  <a:prstClr val="black"/>
                </a:solidFill>
                <a:cs typeface="Calibri"/>
              </a:rPr>
              <a:t>「我々はこの高度</a:t>
            </a:r>
            <a:r>
              <a:rPr lang="en-GB" altLang="ja-JP" sz="2400" b="1" kern="0" spc="-10" dirty="0">
                <a:solidFill>
                  <a:prstClr val="black"/>
                </a:solidFill>
                <a:cs typeface="Calibri"/>
              </a:rPr>
              <a:t> AI </a:t>
            </a:r>
            <a:r>
              <a:rPr lang="ja-JP" altLang="en-US" sz="2400" b="1" kern="0" spc="-10" dirty="0">
                <a:solidFill>
                  <a:prstClr val="black"/>
                </a:solidFill>
                <a:cs typeface="Calibri"/>
              </a:rPr>
              <a:t>時代に、何のために高級言語を扱うのだろうか？」</a:t>
            </a:r>
            <a:endParaRPr lang="en-GB" sz="2400" b="1" kern="0" spc="-10" dirty="0">
              <a:solidFill>
                <a:prstClr val="black"/>
              </a:solidFill>
              <a:cs typeface="Calibri"/>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C8C7-830A-8342-D56D-776768A5FE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7270FA-54C3-4B2B-19DD-6737B9E9140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2. </a:t>
            </a:r>
            <a:r>
              <a:rPr lang="ja-JP" altLang="en-US" b="1" dirty="0">
                <a:latin typeface="Calibri (Headings)"/>
              </a:rPr>
              <a:t>本日紹介する書籍は</a:t>
            </a:r>
            <a:r>
              <a:rPr lang="en-US"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69D5BBFA-A12D-31FD-4127-821B070E24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82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2BF0-C8F0-1870-CE60-007964CD0B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E12C0E-D493-4A4F-62DB-CAF58C87422A}"/>
              </a:ext>
            </a:extLst>
          </p:cNvPr>
          <p:cNvSpPr>
            <a:spLocks noGrp="1"/>
          </p:cNvSpPr>
          <p:nvPr>
            <p:ph type="title"/>
          </p:nvPr>
        </p:nvSpPr>
        <p:spPr/>
        <p:txBody>
          <a:bodyPr/>
          <a:lstStyle/>
          <a:p>
            <a:pPr algn="ctr"/>
            <a:r>
              <a:rPr lang="en-GB" altLang="ja-JP" b="1" dirty="0">
                <a:latin typeface="Calibri (Headings)"/>
              </a:rPr>
              <a:t>2. </a:t>
            </a:r>
            <a:r>
              <a:rPr lang="ja-JP" altLang="en-US" b="1" dirty="0">
                <a:latin typeface="Calibri (Headings)"/>
              </a:rPr>
              <a:t>本日紹介する書籍は</a:t>
            </a:r>
            <a:r>
              <a:rPr lang="en-US"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CC13EA6-DA77-8681-5CA8-4C8B84144E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Content Placeholder 5">
            <a:extLst>
              <a:ext uri="{FF2B5EF4-FFF2-40B4-BE49-F238E27FC236}">
                <a16:creationId xmlns:a16="http://schemas.microsoft.com/office/drawing/2014/main" id="{9302EFBA-E229-C13F-AB71-67C684AEF6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30005" y="1825624"/>
            <a:ext cx="2510256" cy="3765383"/>
          </a:xfrm>
        </p:spPr>
      </p:pic>
      <p:pic>
        <p:nvPicPr>
          <p:cNvPr id="6" name="Picture 5">
            <a:extLst>
              <a:ext uri="{FF2B5EF4-FFF2-40B4-BE49-F238E27FC236}">
                <a16:creationId xmlns:a16="http://schemas.microsoft.com/office/drawing/2014/main" id="{33A9A38A-678F-B77A-105A-32F4DF54CB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3106" y="1821853"/>
            <a:ext cx="2510256" cy="3769154"/>
          </a:xfrm>
          <a:prstGeom prst="rect">
            <a:avLst/>
          </a:prstGeom>
        </p:spPr>
      </p:pic>
      <p:sp>
        <p:nvSpPr>
          <p:cNvPr id="7" name="TextBox 6">
            <a:extLst>
              <a:ext uri="{FF2B5EF4-FFF2-40B4-BE49-F238E27FC236}">
                <a16:creationId xmlns:a16="http://schemas.microsoft.com/office/drawing/2014/main" id="{F1BC208D-0D56-D71D-B2DF-C9D129A3171C}"/>
              </a:ext>
            </a:extLst>
          </p:cNvPr>
          <p:cNvSpPr txBox="1"/>
          <p:nvPr/>
        </p:nvSpPr>
        <p:spPr>
          <a:xfrm>
            <a:off x="3694864" y="5585728"/>
            <a:ext cx="980537" cy="400110"/>
          </a:xfrm>
          <a:prstGeom prst="rect">
            <a:avLst/>
          </a:prstGeom>
          <a:noFill/>
        </p:spPr>
        <p:txBody>
          <a:bodyPr wrap="square" rtlCol="0">
            <a:spAutoFit/>
          </a:bodyPr>
          <a:lstStyle/>
          <a:p>
            <a:pPr algn="ctr"/>
            <a:r>
              <a:rPr lang="ja-JP" altLang="en-US" sz="2000" b="1" dirty="0"/>
              <a:t>英語版</a:t>
            </a:r>
            <a:endParaRPr lang="en-GB" sz="2000" b="1" dirty="0"/>
          </a:p>
        </p:txBody>
      </p:sp>
      <p:sp>
        <p:nvSpPr>
          <p:cNvPr id="9" name="TextBox 8">
            <a:extLst>
              <a:ext uri="{FF2B5EF4-FFF2-40B4-BE49-F238E27FC236}">
                <a16:creationId xmlns:a16="http://schemas.microsoft.com/office/drawing/2014/main" id="{ABED2812-FABA-52F4-574D-B57EC9147B76}"/>
              </a:ext>
            </a:extLst>
          </p:cNvPr>
          <p:cNvSpPr txBox="1"/>
          <p:nvPr/>
        </p:nvSpPr>
        <p:spPr>
          <a:xfrm>
            <a:off x="7297205" y="5585728"/>
            <a:ext cx="1242057" cy="400110"/>
          </a:xfrm>
          <a:prstGeom prst="rect">
            <a:avLst/>
          </a:prstGeom>
          <a:noFill/>
        </p:spPr>
        <p:txBody>
          <a:bodyPr wrap="square" rtlCol="0">
            <a:spAutoFit/>
          </a:bodyPr>
          <a:lstStyle/>
          <a:p>
            <a:pPr algn="ctr"/>
            <a:r>
              <a:rPr lang="ja-JP" altLang="en-US" sz="2000" b="1" dirty="0"/>
              <a:t>日本語版</a:t>
            </a:r>
            <a:endParaRPr lang="en-GB" sz="2000" b="1" dirty="0"/>
          </a:p>
        </p:txBody>
      </p:sp>
    </p:spTree>
    <p:extLst>
      <p:ext uri="{BB962C8B-B14F-4D97-AF65-F5344CB8AC3E}">
        <p14:creationId xmlns:p14="http://schemas.microsoft.com/office/powerpoint/2010/main" val="2842509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3. AI </a:t>
            </a:r>
            <a:r>
              <a:rPr lang="ja-JP" altLang="en-US" b="1" dirty="0">
                <a:latin typeface="Calibri (Headings)"/>
              </a:rPr>
              <a:t>時代の高級言語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13</a:t>
            </a:fld>
            <a:endParaRPr lang="en-GB" dirty="0"/>
          </a:p>
        </p:txBody>
      </p:sp>
    </p:spTree>
    <p:extLst>
      <p:ext uri="{BB962C8B-B14F-4D97-AF65-F5344CB8AC3E}">
        <p14:creationId xmlns:p14="http://schemas.microsoft.com/office/powerpoint/2010/main" val="49969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AE24-3064-545A-B891-ED8225F162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47067A-97E6-0811-16B3-39B09D3294EE}"/>
              </a:ext>
            </a:extLst>
          </p:cNvPr>
          <p:cNvSpPr>
            <a:spLocks noGrp="1"/>
          </p:cNvSpPr>
          <p:nvPr>
            <p:ph type="title"/>
          </p:nvPr>
        </p:nvSpPr>
        <p:spPr/>
        <p:txBody>
          <a:bodyPr>
            <a:normAutofit/>
          </a:bodyPr>
          <a:lstStyle/>
          <a:p>
            <a:pPr algn="ctr"/>
            <a:r>
              <a:rPr lang="en-GB" altLang="ja-JP" b="1" dirty="0">
                <a:latin typeface="Calibri (Headings)"/>
              </a:rPr>
              <a:t>3. AI </a:t>
            </a:r>
            <a:r>
              <a:rPr lang="ja-JP" altLang="en-US" b="1" dirty="0">
                <a:latin typeface="Calibri (Headings)"/>
              </a:rPr>
              <a:t>時代の高級言語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D84BE102-DC56-C782-B872-1E1970AC2F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CD5E13E8-9D91-7CAB-C30B-ACCA047F5C05}"/>
              </a:ext>
            </a:extLst>
          </p:cNvPr>
          <p:cNvSpPr>
            <a:spLocks noGrp="1"/>
          </p:cNvSpPr>
          <p:nvPr>
            <p:ph idx="1"/>
          </p:nvPr>
        </p:nvSpPr>
        <p:spPr>
          <a:xfrm>
            <a:off x="838200" y="1825625"/>
            <a:ext cx="10515600" cy="4351338"/>
          </a:xfrm>
        </p:spPr>
        <p:txBody>
          <a:bodyPr>
            <a:normAutofit/>
          </a:bodyPr>
          <a:lstStyle/>
          <a:p>
            <a:pPr marL="12700" marR="5080" indent="0">
              <a:lnSpc>
                <a:spcPts val="2590"/>
              </a:lnSpc>
              <a:spcBef>
                <a:spcPts val="425"/>
              </a:spcBef>
              <a:buNone/>
              <a:defRPr/>
            </a:pPr>
            <a:r>
              <a:rPr lang="en-GB" b="1" dirty="0">
                <a:solidFill>
                  <a:prstClr val="black"/>
                </a:solidFill>
                <a:cs typeface="Calibri"/>
              </a:rPr>
              <a:t>AI </a:t>
            </a:r>
            <a:r>
              <a:rPr lang="ja-JP" altLang="en-US" b="1" dirty="0">
                <a:solidFill>
                  <a:prstClr val="black"/>
                </a:solidFill>
                <a:cs typeface="Calibri"/>
              </a:rPr>
              <a:t>ツールがもたらした開発体験の大きな変化</a:t>
            </a:r>
            <a:endParaRPr lang="en-GB" dirty="0"/>
          </a:p>
          <a:p>
            <a:pPr marL="268288" marR="5080" indent="-255588">
              <a:lnSpc>
                <a:spcPts val="2590"/>
              </a:lnSpc>
              <a:spcBef>
                <a:spcPts val="425"/>
              </a:spcBef>
              <a:defRPr/>
            </a:pPr>
            <a:r>
              <a:rPr lang="ja-JP" altLang="en-US" sz="2400" b="1" dirty="0">
                <a:solidFill>
                  <a:prstClr val="black"/>
                </a:solidFill>
                <a:cs typeface="Calibri"/>
              </a:rPr>
              <a:t>続く群雄割拠</a:t>
            </a:r>
            <a:endParaRPr lang="en-GB" sz="2400" b="1" dirty="0">
              <a:solidFill>
                <a:prstClr val="black"/>
              </a:solidFill>
              <a:cs typeface="Calibri"/>
            </a:endParaRPr>
          </a:p>
          <a:p>
            <a:pPr marL="725488" marR="5080" lvl="1" indent="-255588">
              <a:lnSpc>
                <a:spcPts val="2590"/>
              </a:lnSpc>
              <a:spcBef>
                <a:spcPts val="425"/>
              </a:spcBef>
              <a:defRPr/>
            </a:pPr>
            <a:r>
              <a:rPr lang="en-GB" sz="2000" dirty="0">
                <a:solidFill>
                  <a:prstClr val="black"/>
                </a:solidFill>
                <a:cs typeface="Calibri"/>
              </a:rPr>
              <a:t>GitHub Copilot</a:t>
            </a:r>
          </a:p>
          <a:p>
            <a:pPr marL="725488" marR="5080" lvl="1" indent="-255588">
              <a:lnSpc>
                <a:spcPts val="2590"/>
              </a:lnSpc>
              <a:spcBef>
                <a:spcPts val="425"/>
              </a:spcBef>
              <a:defRPr/>
            </a:pPr>
            <a:r>
              <a:rPr lang="en-GB" sz="2000" dirty="0">
                <a:solidFill>
                  <a:prstClr val="black"/>
                </a:solidFill>
                <a:cs typeface="Calibri"/>
              </a:rPr>
              <a:t>Devin</a:t>
            </a:r>
          </a:p>
          <a:p>
            <a:pPr marL="725488" marR="5080" lvl="1" indent="-255588">
              <a:lnSpc>
                <a:spcPts val="2590"/>
              </a:lnSpc>
              <a:spcBef>
                <a:spcPts val="425"/>
              </a:spcBef>
              <a:defRPr/>
            </a:pPr>
            <a:r>
              <a:rPr lang="en-GB" sz="2000" dirty="0">
                <a:solidFill>
                  <a:prstClr val="black"/>
                </a:solidFill>
                <a:cs typeface="Calibri"/>
              </a:rPr>
              <a:t>Clause Code</a:t>
            </a:r>
          </a:p>
          <a:p>
            <a:pPr marL="725488" marR="5080" lvl="1" indent="-255588">
              <a:lnSpc>
                <a:spcPts val="2590"/>
              </a:lnSpc>
              <a:spcBef>
                <a:spcPts val="425"/>
              </a:spcBef>
              <a:defRPr/>
            </a:pPr>
            <a:r>
              <a:rPr lang="en-GB" sz="2000" dirty="0">
                <a:solidFill>
                  <a:prstClr val="black"/>
                </a:solidFill>
                <a:cs typeface="Calibri"/>
              </a:rPr>
              <a:t>Cursor</a:t>
            </a:r>
            <a:endParaRPr lang="en-GB"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cs typeface="Calibri"/>
              </a:rPr>
              <a:t>プロンプトに入力する自然言語</a:t>
            </a:r>
            <a:r>
              <a:rPr lang="en-GB" altLang="ja-JP" sz="2400" b="1" dirty="0">
                <a:solidFill>
                  <a:prstClr val="black"/>
                </a:solidFill>
                <a:cs typeface="Calibri"/>
              </a:rPr>
              <a:t> &gt; </a:t>
            </a:r>
            <a:r>
              <a:rPr lang="ja-JP" altLang="en-US" sz="2400" b="1" dirty="0">
                <a:solidFill>
                  <a:prstClr val="black"/>
                </a:solidFill>
                <a:cs typeface="Calibri"/>
              </a:rPr>
              <a:t>統合開発環境で書くプログラミング言語</a:t>
            </a:r>
            <a:endParaRPr lang="en-GB" sz="2400" b="1"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cs typeface="Calibri"/>
              </a:rPr>
              <a:t>コスパ・タイパの観点でのトレードオフ</a:t>
            </a:r>
            <a:endParaRPr lang="en-GB" sz="2400" b="1" dirty="0">
              <a:solidFill>
                <a:prstClr val="black"/>
              </a:solidFill>
              <a:cs typeface="Calibri"/>
            </a:endParaRPr>
          </a:p>
          <a:p>
            <a:pPr marL="725488" marR="5080" lvl="1" indent="-255588">
              <a:lnSpc>
                <a:spcPts val="2590"/>
              </a:lnSpc>
              <a:spcBef>
                <a:spcPts val="425"/>
              </a:spcBef>
              <a:defRPr/>
            </a:pPr>
            <a:r>
              <a:rPr lang="ja-JP" altLang="en-US" sz="2000" dirty="0">
                <a:solidFill>
                  <a:prstClr val="black"/>
                </a:solidFill>
                <a:cs typeface="Calibri"/>
              </a:rPr>
              <a:t>学習コスト</a:t>
            </a:r>
            <a:endParaRPr lang="en-GB" sz="2000" dirty="0">
              <a:solidFill>
                <a:prstClr val="black"/>
              </a:solidFill>
              <a:cs typeface="Calibri"/>
            </a:endParaRPr>
          </a:p>
          <a:p>
            <a:pPr marL="725488" marR="5080" lvl="1" indent="-255588">
              <a:lnSpc>
                <a:spcPts val="2590"/>
              </a:lnSpc>
              <a:spcBef>
                <a:spcPts val="425"/>
              </a:spcBef>
              <a:defRPr/>
            </a:pPr>
            <a:r>
              <a:rPr lang="ja-JP" altLang="en-US" sz="2000" dirty="0">
                <a:solidFill>
                  <a:prstClr val="black"/>
                </a:solidFill>
                <a:cs typeface="Calibri"/>
              </a:rPr>
              <a:t>開発者がついていくのが大変な</a:t>
            </a:r>
            <a:r>
              <a:rPr lang="en-GB" altLang="ja-JP" sz="2000" dirty="0">
                <a:solidFill>
                  <a:prstClr val="black"/>
                </a:solidFill>
                <a:cs typeface="Calibri"/>
              </a:rPr>
              <a:t> AI </a:t>
            </a:r>
            <a:r>
              <a:rPr lang="ja-JP" altLang="en-US" sz="2000" dirty="0">
                <a:solidFill>
                  <a:prstClr val="black"/>
                </a:solidFill>
                <a:cs typeface="Calibri"/>
              </a:rPr>
              <a:t>ツールの速すぎる成果物生成</a:t>
            </a:r>
            <a:endParaRPr lang="en-GB" sz="2000" dirty="0">
              <a:solidFill>
                <a:prstClr val="black"/>
              </a:solidFill>
              <a:cs typeface="Calibri"/>
            </a:endParaRPr>
          </a:p>
        </p:txBody>
      </p:sp>
    </p:spTree>
    <p:extLst>
      <p:ext uri="{BB962C8B-B14F-4D97-AF65-F5344CB8AC3E}">
        <p14:creationId xmlns:p14="http://schemas.microsoft.com/office/powerpoint/2010/main" val="1429852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DE518-CDFD-96EE-BEBF-F07F73E533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799CAF-C3B2-C92B-3337-7F514B7B0873}"/>
              </a:ext>
            </a:extLst>
          </p:cNvPr>
          <p:cNvSpPr>
            <a:spLocks noGrp="1"/>
          </p:cNvSpPr>
          <p:nvPr>
            <p:ph type="title"/>
          </p:nvPr>
        </p:nvSpPr>
        <p:spPr/>
        <p:txBody>
          <a:bodyPr>
            <a:normAutofit/>
          </a:bodyPr>
          <a:lstStyle/>
          <a:p>
            <a:pPr algn="ctr"/>
            <a:r>
              <a:rPr lang="en-GB" altLang="ja-JP" b="1" dirty="0">
                <a:latin typeface="Calibri (Headings)"/>
              </a:rPr>
              <a:t>3. AI </a:t>
            </a:r>
            <a:r>
              <a:rPr lang="ja-JP" altLang="en-US" b="1" dirty="0">
                <a:latin typeface="Calibri (Headings)"/>
              </a:rPr>
              <a:t>時代の高級言語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EB028757-8AED-9BBF-EFDE-00AFE5A4CA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B78023B8-EE80-E5B9-C184-5BE4B91E7578}"/>
              </a:ext>
            </a:extLst>
          </p:cNvPr>
          <p:cNvSpPr>
            <a:spLocks noGrp="1"/>
          </p:cNvSpPr>
          <p:nvPr>
            <p:ph idx="1"/>
          </p:nvPr>
        </p:nvSpPr>
        <p:spPr>
          <a:xfrm>
            <a:off x="838200" y="1825625"/>
            <a:ext cx="10515600" cy="4351338"/>
          </a:xfrm>
        </p:spPr>
        <p:txBody>
          <a:bodyPr>
            <a:normAutofit/>
          </a:bodyPr>
          <a:lstStyle/>
          <a:p>
            <a:pPr marL="12700" marR="5080" indent="0">
              <a:lnSpc>
                <a:spcPts val="2590"/>
              </a:lnSpc>
              <a:spcBef>
                <a:spcPts val="425"/>
              </a:spcBef>
              <a:buNone/>
              <a:defRPr/>
            </a:pPr>
            <a:r>
              <a:rPr lang="ja-JP" altLang="en-US" sz="2400" dirty="0">
                <a:solidFill>
                  <a:prstClr val="black"/>
                </a:solidFill>
                <a:cs typeface="Calibri"/>
              </a:rPr>
              <a:t>もし</a:t>
            </a:r>
            <a:r>
              <a:rPr lang="en-GB" altLang="ja-JP" sz="2400" dirty="0">
                <a:solidFill>
                  <a:prstClr val="black"/>
                </a:solidFill>
                <a:cs typeface="Calibri"/>
              </a:rPr>
              <a:t> AI </a:t>
            </a:r>
            <a:r>
              <a:rPr lang="ja-JP" altLang="en-US" sz="2400" dirty="0">
                <a:solidFill>
                  <a:prstClr val="black"/>
                </a:solidFill>
                <a:cs typeface="Calibri"/>
              </a:rPr>
              <a:t>が</a:t>
            </a:r>
            <a:r>
              <a:rPr lang="ja-JP" altLang="en-US" sz="2400" b="1" dirty="0">
                <a:solidFill>
                  <a:prstClr val="black"/>
                </a:solidFill>
                <a:cs typeface="Calibri"/>
              </a:rPr>
              <a:t>直接バグが一切ないバイトコードを生成するならば、必要なエコシステムはコンパイラと</a:t>
            </a:r>
            <a:r>
              <a:rPr lang="en-GB" altLang="ja-JP" sz="2400" b="1" dirty="0">
                <a:solidFill>
                  <a:prstClr val="black"/>
                </a:solidFill>
                <a:cs typeface="Calibri"/>
              </a:rPr>
              <a:t> VM </a:t>
            </a:r>
            <a:r>
              <a:rPr lang="ja-JP" altLang="en-US" sz="2400" b="1" dirty="0">
                <a:solidFill>
                  <a:prstClr val="black"/>
                </a:solidFill>
                <a:cs typeface="Calibri"/>
              </a:rPr>
              <a:t>のみ</a:t>
            </a:r>
            <a:r>
              <a:rPr lang="ja-JP" altLang="en-US" sz="2400" dirty="0">
                <a:solidFill>
                  <a:prstClr val="black"/>
                </a:solidFill>
                <a:cs typeface="Calibri"/>
              </a:rPr>
              <a:t>になる。</a:t>
            </a:r>
            <a:endParaRPr lang="en-GB" sz="2400" dirty="0">
              <a:solidFill>
                <a:prstClr val="black"/>
              </a:solidFill>
              <a:cs typeface="Calibri"/>
            </a:endParaRPr>
          </a:p>
        </p:txBody>
      </p:sp>
      <p:sp>
        <p:nvSpPr>
          <p:cNvPr id="3" name="TextBox 2">
            <a:extLst>
              <a:ext uri="{FF2B5EF4-FFF2-40B4-BE49-F238E27FC236}">
                <a16:creationId xmlns:a16="http://schemas.microsoft.com/office/drawing/2014/main" id="{6F80C400-7A1D-8D99-B27C-F0BC18A7947B}"/>
              </a:ext>
            </a:extLst>
          </p:cNvPr>
          <p:cNvSpPr txBox="1"/>
          <p:nvPr/>
        </p:nvSpPr>
        <p:spPr>
          <a:xfrm>
            <a:off x="2508250" y="5746956"/>
            <a:ext cx="717549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1200" cap="none" spc="0" normalizeH="0" baseline="0" noProof="0" dirty="0">
                <a:ln>
                  <a:noFill/>
                </a:ln>
                <a:solidFill>
                  <a:prstClr val="black"/>
                </a:solidFill>
                <a:effectLst/>
                <a:uLnTx/>
                <a:uFillTx/>
                <a:latin typeface="Calibri" panose="020F0502020204030204"/>
                <a:hlinkClick r:id="rId2"/>
              </a:rPr>
              <a:t>p.29</a:t>
            </a:r>
            <a:r>
              <a:rPr lang="ja-JP" altLang="en-US" b="1" dirty="0">
                <a:solidFill>
                  <a:prstClr val="black"/>
                </a:solidFill>
                <a:latin typeface="Calibri" panose="020F0502020204030204"/>
                <a:hlinkClick r:id="rId2"/>
              </a:rPr>
              <a:t>、近藤うちお、</a:t>
            </a:r>
            <a:r>
              <a:rPr kumimoji="0" lang="en-GB" b="1" i="1" u="none" strike="noStrike" kern="1200" cap="none" spc="0" normalizeH="0" baseline="0" noProof="0" dirty="0">
                <a:ln>
                  <a:noFill/>
                </a:ln>
                <a:solidFill>
                  <a:prstClr val="black"/>
                </a:solidFill>
                <a:effectLst/>
                <a:uLnTx/>
                <a:uFillTx/>
                <a:latin typeface="Calibri" panose="020F0502020204030204"/>
                <a:hlinkClick r:id="rId2"/>
              </a:rPr>
              <a:t>Ruby </a:t>
            </a:r>
            <a:r>
              <a:rPr kumimoji="0" lang="ja-JP" altLang="en-US" b="1" i="1" u="none" strike="noStrike" kern="1200" cap="none" spc="0" normalizeH="0" baseline="0" noProof="0" dirty="0">
                <a:ln>
                  <a:noFill/>
                </a:ln>
                <a:solidFill>
                  <a:prstClr val="black"/>
                </a:solidFill>
                <a:effectLst/>
                <a:uLnTx/>
                <a:uFillTx/>
                <a:latin typeface="Calibri" panose="020F0502020204030204"/>
                <a:hlinkClick r:id="rId2"/>
              </a:rPr>
              <a:t>の中身の予備知識</a:t>
            </a:r>
            <a:r>
              <a:rPr kumimoji="0" lang="en-GB" altLang="ja-JP" b="1" i="1" u="none" strike="noStrike" kern="1200" cap="none" spc="0" normalizeH="0" baseline="0" noProof="0" dirty="0">
                <a:ln>
                  <a:noFill/>
                </a:ln>
                <a:solidFill>
                  <a:prstClr val="black"/>
                </a:solidFill>
                <a:effectLst/>
                <a:uLnTx/>
                <a:uFillTx/>
                <a:latin typeface="Calibri" panose="020F0502020204030204"/>
                <a:hlinkClick r:id="rId2"/>
              </a:rPr>
              <a:t> - RubyKaigi </a:t>
            </a:r>
            <a:r>
              <a:rPr kumimoji="0" lang="ja-JP" altLang="en-US" b="1" i="1" u="none" strike="noStrike" kern="1200" cap="none" spc="0" normalizeH="0" baseline="0" noProof="0" dirty="0">
                <a:ln>
                  <a:noFill/>
                </a:ln>
                <a:solidFill>
                  <a:prstClr val="black"/>
                </a:solidFill>
                <a:effectLst/>
                <a:uLnTx/>
                <a:uFillTx/>
                <a:latin typeface="Calibri" panose="020F0502020204030204"/>
                <a:hlinkClick r:id="rId2"/>
              </a:rPr>
              <a:t>の前に知り鯛</a:t>
            </a:r>
            <a:endParaRPr kumimoji="0" lang="en-GB" altLang="ja-JP"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E3E0A8F-0455-05DA-A954-747F412EE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4256" y="2530947"/>
            <a:ext cx="5743486" cy="3231904"/>
          </a:xfrm>
          <a:prstGeom prst="rect">
            <a:avLst/>
          </a:prstGeom>
        </p:spPr>
      </p:pic>
      <p:sp>
        <p:nvSpPr>
          <p:cNvPr id="6" name="Rectangle 5">
            <a:extLst>
              <a:ext uri="{FF2B5EF4-FFF2-40B4-BE49-F238E27FC236}">
                <a16:creationId xmlns:a16="http://schemas.microsoft.com/office/drawing/2014/main" id="{77833CA4-BF4B-4865-FF22-07B072F56BD7}"/>
              </a:ext>
            </a:extLst>
          </p:cNvPr>
          <p:cNvSpPr/>
          <p:nvPr/>
        </p:nvSpPr>
        <p:spPr>
          <a:xfrm>
            <a:off x="6338578" y="3779240"/>
            <a:ext cx="2629163" cy="14679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B27FD1A-E8C9-AA8B-D8F3-5F91F6BE006B}"/>
              </a:ext>
            </a:extLst>
          </p:cNvPr>
          <p:cNvSpPr txBox="1"/>
          <p:nvPr/>
        </p:nvSpPr>
        <p:spPr>
          <a:xfrm>
            <a:off x="8359629" y="2946484"/>
            <a:ext cx="2801923" cy="584775"/>
          </a:xfrm>
          <a:prstGeom prst="rect">
            <a:avLst/>
          </a:prstGeom>
          <a:solidFill>
            <a:schemeClr val="bg1"/>
          </a:solidFill>
          <a:ln>
            <a:solidFill>
              <a:schemeClr val="tx1"/>
            </a:solidFill>
          </a:ln>
        </p:spPr>
        <p:txBody>
          <a:bodyPr wrap="square" rtlCol="0">
            <a:spAutoFit/>
          </a:bodyPr>
          <a:lstStyle/>
          <a:p>
            <a:pPr algn="ctr"/>
            <a:r>
              <a:rPr lang="ja-JP" altLang="en-US" sz="1600" b="1" dirty="0"/>
              <a:t>「完全」</a:t>
            </a:r>
            <a:r>
              <a:rPr lang="en-GB" altLang="ja-JP" sz="1600" b="1" dirty="0"/>
              <a:t>AI </a:t>
            </a:r>
            <a:r>
              <a:rPr lang="ja-JP" altLang="en-US" sz="1600" b="1" dirty="0"/>
              <a:t>時代に必要な</a:t>
            </a:r>
            <a:endParaRPr lang="en-GB" altLang="ja-JP" sz="1600" b="1"/>
          </a:p>
          <a:p>
            <a:pPr algn="ctr"/>
            <a:r>
              <a:rPr lang="ja-JP" altLang="en-US" sz="1600" b="1"/>
              <a:t>エコシステム</a:t>
            </a:r>
            <a:endParaRPr lang="en-GB" sz="1600" b="1" dirty="0"/>
          </a:p>
        </p:txBody>
      </p:sp>
      <p:cxnSp>
        <p:nvCxnSpPr>
          <p:cNvPr id="8" name="Connector: Elbow 7">
            <a:extLst>
              <a:ext uri="{FF2B5EF4-FFF2-40B4-BE49-F238E27FC236}">
                <a16:creationId xmlns:a16="http://schemas.microsoft.com/office/drawing/2014/main" id="{1EA276B9-990B-0CFD-ECF4-EC966EC7EACA}"/>
              </a:ext>
            </a:extLst>
          </p:cNvPr>
          <p:cNvCxnSpPr>
            <a:cxnSpLocks/>
            <a:stCxn id="7" idx="2"/>
            <a:endCxn id="6" idx="3"/>
          </p:cNvCxnSpPr>
          <p:nvPr/>
        </p:nvCxnSpPr>
        <p:spPr>
          <a:xfrm rot="5400000">
            <a:off x="8873181" y="3625819"/>
            <a:ext cx="981971" cy="792850"/>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9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5E67-15C2-B1D6-3FFC-9BA5CCAC94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B0B94B-7B3E-5A48-9855-823BCC9CBEC1}"/>
              </a:ext>
            </a:extLst>
          </p:cNvPr>
          <p:cNvSpPr>
            <a:spLocks noGrp="1"/>
          </p:cNvSpPr>
          <p:nvPr>
            <p:ph type="title"/>
          </p:nvPr>
        </p:nvSpPr>
        <p:spPr/>
        <p:txBody>
          <a:bodyPr>
            <a:normAutofit/>
          </a:bodyPr>
          <a:lstStyle/>
          <a:p>
            <a:pPr algn="ctr"/>
            <a:r>
              <a:rPr lang="en-GB" altLang="ja-JP" b="1" dirty="0">
                <a:latin typeface="Calibri (Headings)"/>
              </a:rPr>
              <a:t>3. AI </a:t>
            </a:r>
            <a:r>
              <a:rPr lang="ja-JP" altLang="en-US" b="1" dirty="0">
                <a:latin typeface="Calibri (Headings)"/>
              </a:rPr>
              <a:t>時代の高級言語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42B7A648-07EF-0B28-9A71-7757314604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12182D8C-6FCE-2427-206C-7C098717E28C}"/>
              </a:ext>
            </a:extLst>
          </p:cNvPr>
          <p:cNvSpPr>
            <a:spLocks noGrp="1"/>
          </p:cNvSpPr>
          <p:nvPr>
            <p:ph idx="1"/>
          </p:nvPr>
        </p:nvSpPr>
        <p:spPr>
          <a:xfrm>
            <a:off x="838200" y="1825625"/>
            <a:ext cx="10515600" cy="4351338"/>
          </a:xfrm>
        </p:spPr>
        <p:txBody>
          <a:bodyPr>
            <a:normAutofit/>
          </a:bodyPr>
          <a:lstStyle/>
          <a:p>
            <a:pPr marL="32384" marR="5080" lvl="0" indent="0">
              <a:lnSpc>
                <a:spcPts val="3030"/>
              </a:lnSpc>
              <a:spcBef>
                <a:spcPts val="470"/>
              </a:spcBef>
              <a:buNone/>
              <a:defRPr/>
            </a:pPr>
            <a:r>
              <a:rPr lang="ja-JP" altLang="en-US" sz="2400" kern="0" spc="-10" dirty="0">
                <a:solidFill>
                  <a:prstClr val="black"/>
                </a:solidFill>
                <a:cs typeface="Calibri"/>
              </a:rPr>
              <a:t>高級言語において人間の開発者が出来て </a:t>
            </a:r>
            <a:r>
              <a:rPr lang="en-GB" altLang="ja-JP" sz="2400" kern="0" spc="-10" dirty="0">
                <a:solidFill>
                  <a:prstClr val="black"/>
                </a:solidFill>
                <a:cs typeface="Calibri"/>
              </a:rPr>
              <a:t>AI</a:t>
            </a:r>
            <a:r>
              <a:rPr lang="ja-JP" altLang="en-US" sz="2400" kern="0" spc="-10" dirty="0">
                <a:solidFill>
                  <a:prstClr val="black"/>
                </a:solidFill>
                <a:cs typeface="Calibri"/>
              </a:rPr>
              <a:t> が出来ないことは</a:t>
            </a:r>
            <a:r>
              <a:rPr lang="en-GB" sz="2400" kern="0" spc="-10" dirty="0">
                <a:solidFill>
                  <a:prstClr val="black"/>
                </a:solidFill>
                <a:cs typeface="Calibri"/>
              </a:rPr>
              <a:t>…</a:t>
            </a:r>
          </a:p>
          <a:p>
            <a:pPr marL="32384" marR="5080" lvl="0" indent="0" algn="ctr">
              <a:lnSpc>
                <a:spcPts val="3030"/>
              </a:lnSpc>
              <a:spcBef>
                <a:spcPts val="470"/>
              </a:spcBef>
              <a:buNone/>
              <a:defRPr/>
            </a:pPr>
            <a:endParaRPr lang="en-GB" sz="4000" b="1" kern="0" spc="-10" dirty="0">
              <a:solidFill>
                <a:prstClr val="black"/>
              </a:solidFill>
              <a:cs typeface="Calibri"/>
            </a:endParaRPr>
          </a:p>
          <a:p>
            <a:pPr marL="32384" marR="5080" lvl="0" indent="0" algn="ctr">
              <a:lnSpc>
                <a:spcPts val="3030"/>
              </a:lnSpc>
              <a:spcBef>
                <a:spcPts val="470"/>
              </a:spcBef>
              <a:buNone/>
              <a:defRPr/>
            </a:pPr>
            <a:endParaRPr lang="en-GB" sz="4000" b="1" kern="0" spc="-10" dirty="0">
              <a:solidFill>
                <a:prstClr val="black"/>
              </a:solidFill>
              <a:cs typeface="Calibri"/>
            </a:endParaRPr>
          </a:p>
          <a:p>
            <a:pPr marL="32384" marR="5080" lvl="0" indent="0" algn="ctr">
              <a:lnSpc>
                <a:spcPts val="3030"/>
              </a:lnSpc>
              <a:spcBef>
                <a:spcPts val="470"/>
              </a:spcBef>
              <a:buNone/>
              <a:defRPr/>
            </a:pPr>
            <a:endParaRPr lang="en-GB" altLang="ja-JP" sz="4000" b="1" kern="0" spc="-10" dirty="0">
              <a:solidFill>
                <a:prstClr val="black"/>
              </a:solidFill>
              <a:cs typeface="Calibri"/>
            </a:endParaRPr>
          </a:p>
          <a:p>
            <a:pPr marL="32384" marR="5080" lvl="0" indent="0" algn="ctr">
              <a:lnSpc>
                <a:spcPts val="3030"/>
              </a:lnSpc>
              <a:spcBef>
                <a:spcPts val="470"/>
              </a:spcBef>
              <a:buNone/>
              <a:defRPr/>
            </a:pPr>
            <a:r>
              <a:rPr lang="ja-JP" altLang="en-US" sz="4000" b="1" kern="0" spc="-10" dirty="0">
                <a:solidFill>
                  <a:prstClr val="black"/>
                </a:solidFill>
                <a:cs typeface="Calibri"/>
              </a:rPr>
              <a:t>命名だ！</a:t>
            </a:r>
            <a:endParaRPr lang="en-GB" altLang="ja-JP" sz="4000" b="1" kern="0" spc="-10" dirty="0">
              <a:solidFill>
                <a:prstClr val="black"/>
              </a:solidFill>
              <a:cs typeface="Calibri"/>
            </a:endParaRPr>
          </a:p>
        </p:txBody>
      </p:sp>
    </p:spTree>
    <p:extLst>
      <p:ext uri="{BB962C8B-B14F-4D97-AF65-F5344CB8AC3E}">
        <p14:creationId xmlns:p14="http://schemas.microsoft.com/office/powerpoint/2010/main" val="2634838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4. </a:t>
            </a:r>
            <a:r>
              <a:rPr lang="ja-JP" altLang="en-US" b="1" dirty="0">
                <a:latin typeface="Calibri (Headings)"/>
                <a:sym typeface="Arial"/>
              </a:rPr>
              <a:t>紹介書籍の世界観の概要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17</a:t>
            </a:fld>
            <a:endParaRPr lang="en-GB" dirty="0"/>
          </a:p>
        </p:txBody>
      </p:sp>
    </p:spTree>
    <p:extLst>
      <p:ext uri="{BB962C8B-B14F-4D97-AF65-F5344CB8AC3E}">
        <p14:creationId xmlns:p14="http://schemas.microsoft.com/office/powerpoint/2010/main" val="161115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4. </a:t>
            </a:r>
            <a:r>
              <a:rPr lang="ja-JP" altLang="en-US" b="1" dirty="0">
                <a:latin typeface="Calibri (Headings)"/>
                <a:sym typeface="Arial"/>
              </a:rPr>
              <a:t>紹介書籍の世界観の概要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18</a:t>
            </a:fld>
            <a:endParaRPr lang="en-GB" dirty="0"/>
          </a:p>
        </p:txBody>
      </p:sp>
      <p:sp>
        <p:nvSpPr>
          <p:cNvPr id="3" name="コンテンツ プレースホルダー 2">
            <a:extLst>
              <a:ext uri="{FF2B5EF4-FFF2-40B4-BE49-F238E27FC236}">
                <a16:creationId xmlns:a16="http://schemas.microsoft.com/office/drawing/2014/main" id="{DF3D2FC6-570C-AC3A-3D24-FDDA7B1CE63D}"/>
              </a:ext>
            </a:extLst>
          </p:cNvPr>
          <p:cNvSpPr>
            <a:spLocks noGrp="1"/>
          </p:cNvSpPr>
          <p:nvPr>
            <p:ph idx="1"/>
          </p:nvPr>
        </p:nvSpPr>
        <p:spPr>
          <a:xfrm>
            <a:off x="838200" y="1825625"/>
            <a:ext cx="10515600" cy="4351338"/>
          </a:xfrm>
          <a:ln>
            <a:noFill/>
          </a:ln>
        </p:spPr>
        <p:txBody>
          <a:bodyPr>
            <a:normAutofit/>
          </a:bodyPr>
          <a:lstStyle/>
          <a:p>
            <a:pPr marL="268288" marR="5080" indent="-255588">
              <a:lnSpc>
                <a:spcPts val="2590"/>
              </a:lnSpc>
              <a:spcBef>
                <a:spcPts val="425"/>
              </a:spcBef>
              <a:defRPr/>
            </a:pPr>
            <a:r>
              <a:rPr lang="ja-JP" altLang="en-US" sz="2400" b="1" dirty="0">
                <a:solidFill>
                  <a:prstClr val="black"/>
                </a:solidFill>
                <a:latin typeface="Calibri"/>
                <a:cs typeface="Calibri"/>
              </a:rPr>
              <a:t>オセアニア</a:t>
            </a:r>
            <a:r>
              <a:rPr lang="ja-JP" altLang="en-US" sz="2400" dirty="0">
                <a:solidFill>
                  <a:prstClr val="black"/>
                </a:solidFill>
                <a:latin typeface="Calibri"/>
                <a:cs typeface="Calibri"/>
              </a:rPr>
              <a:t>・ユーラシア・イースタシアの</a:t>
            </a:r>
            <a:r>
              <a:rPr lang="en-US" altLang="ja-JP" sz="2400" dirty="0">
                <a:solidFill>
                  <a:prstClr val="black"/>
                </a:solidFill>
                <a:latin typeface="Calibri"/>
                <a:cs typeface="Calibri"/>
              </a:rPr>
              <a:t>3</a:t>
            </a:r>
            <a:r>
              <a:rPr lang="ja-JP" altLang="en-US" sz="2400" dirty="0">
                <a:solidFill>
                  <a:prstClr val="black"/>
                </a:solidFill>
                <a:latin typeface="Calibri"/>
                <a:cs typeface="Calibri"/>
              </a:rPr>
              <a:t>国による群雄割拠の世界</a:t>
            </a:r>
            <a:endParaRPr lang="en-GB" sz="2400" dirty="0">
              <a:solidFill>
                <a:prstClr val="black"/>
              </a:solidFill>
              <a:latin typeface="Calibri"/>
              <a:cs typeface="Calibri"/>
            </a:endParaRPr>
          </a:p>
          <a:p>
            <a:pPr marL="268288" marR="5080" indent="-255588">
              <a:lnSpc>
                <a:spcPts val="2590"/>
              </a:lnSpc>
              <a:spcBef>
                <a:spcPts val="425"/>
              </a:spcBef>
              <a:defRPr/>
            </a:pPr>
            <a:r>
              <a:rPr lang="ja-JP" altLang="en-US" sz="2400" dirty="0">
                <a:solidFill>
                  <a:prstClr val="black"/>
                </a:solidFill>
                <a:latin typeface="Calibri"/>
                <a:cs typeface="Calibri"/>
              </a:rPr>
              <a:t>舞台であるオセアニアの社会では</a:t>
            </a:r>
            <a:r>
              <a:rPr lang="ja-JP" altLang="en-US" sz="2400" b="1" dirty="0">
                <a:solidFill>
                  <a:prstClr val="black"/>
                </a:solidFill>
                <a:latin typeface="Calibri"/>
                <a:cs typeface="Calibri"/>
              </a:rPr>
              <a:t>全てのものが政府に掌握されている</a:t>
            </a:r>
            <a:endParaRPr lang="en-GB" altLang="ja-JP" sz="2400" b="1" dirty="0">
              <a:solidFill>
                <a:prstClr val="black"/>
              </a:solidFill>
              <a:latin typeface="Calibri"/>
              <a:cs typeface="Calibri"/>
            </a:endParaRPr>
          </a:p>
          <a:p>
            <a:pPr marL="268288" marR="5080" indent="-255588">
              <a:lnSpc>
                <a:spcPts val="2590"/>
              </a:lnSpc>
              <a:spcBef>
                <a:spcPts val="425"/>
              </a:spcBef>
              <a:defRPr/>
            </a:pPr>
            <a:r>
              <a:rPr lang="ja-JP" altLang="en-US" sz="2400" dirty="0">
                <a:solidFill>
                  <a:prstClr val="black"/>
                </a:solidFill>
                <a:cs typeface="Calibri"/>
              </a:rPr>
              <a:t>社会階級によってその者がどの程度支配を受けるかが決まる</a:t>
            </a:r>
            <a:endParaRPr lang="en-GB" sz="2400" dirty="0">
              <a:solidFill>
                <a:prstClr val="black"/>
              </a:solidFill>
              <a:cs typeface="Calibri"/>
            </a:endParaRPr>
          </a:p>
          <a:p>
            <a:pPr marL="725488" marR="5080" lvl="1" indent="-255588">
              <a:lnSpc>
                <a:spcPts val="2590"/>
              </a:lnSpc>
              <a:spcBef>
                <a:spcPts val="425"/>
              </a:spcBef>
              <a:defRPr/>
            </a:pPr>
            <a:r>
              <a:rPr lang="ja-JP" altLang="en-US" dirty="0">
                <a:solidFill>
                  <a:prstClr val="black"/>
                </a:solidFill>
                <a:cs typeface="Calibri"/>
              </a:rPr>
              <a:t>主人公のウィンストン・スミスが所属する</a:t>
            </a:r>
            <a:r>
              <a:rPr lang="ja-JP" altLang="en-US" b="1" dirty="0">
                <a:solidFill>
                  <a:prstClr val="black"/>
                </a:solidFill>
                <a:cs typeface="Calibri"/>
              </a:rPr>
              <a:t>当外局の局員が最大の監視対象である</a:t>
            </a:r>
            <a:endParaRPr lang="en-GB" b="1" dirty="0">
              <a:solidFill>
                <a:prstClr val="black"/>
              </a:solidFill>
              <a:cs typeface="Calibri"/>
            </a:endParaRPr>
          </a:p>
          <a:p>
            <a:pPr marL="1182688" marR="5080" lvl="2" indent="-255588">
              <a:lnSpc>
                <a:spcPts val="2590"/>
              </a:lnSpc>
              <a:spcBef>
                <a:spcPts val="425"/>
              </a:spcBef>
              <a:defRPr/>
            </a:pPr>
            <a:r>
              <a:rPr lang="ja-JP" altLang="en-US" b="1" dirty="0">
                <a:solidFill>
                  <a:prstClr val="black"/>
                </a:solidFill>
                <a:cs typeface="Calibri"/>
              </a:rPr>
              <a:t>語彙</a:t>
            </a:r>
            <a:r>
              <a:rPr lang="en-GB" dirty="0">
                <a:solidFill>
                  <a:prstClr val="black"/>
                </a:solidFill>
                <a:cs typeface="Calibri"/>
              </a:rPr>
              <a:t>: </a:t>
            </a:r>
            <a:r>
              <a:rPr lang="ja-JP" altLang="en-US" dirty="0">
                <a:solidFill>
                  <a:prstClr val="black"/>
                </a:solidFill>
                <a:cs typeface="Calibri"/>
              </a:rPr>
              <a:t>大衆の</a:t>
            </a:r>
            <a:r>
              <a:rPr lang="ja-JP" altLang="en-US" b="1" dirty="0">
                <a:solidFill>
                  <a:prstClr val="black"/>
                </a:solidFill>
                <a:cs typeface="Calibri"/>
              </a:rPr>
              <a:t>思想・思考</a:t>
            </a:r>
            <a:r>
              <a:rPr lang="ja-JP" altLang="en-US" dirty="0">
                <a:solidFill>
                  <a:prstClr val="black"/>
                </a:solidFill>
                <a:cs typeface="Calibri"/>
              </a:rPr>
              <a:t>を統制するため</a:t>
            </a:r>
            <a:endParaRPr lang="en-GB" dirty="0">
              <a:solidFill>
                <a:prstClr val="black"/>
              </a:solidFill>
              <a:cs typeface="Calibri"/>
            </a:endParaRPr>
          </a:p>
          <a:p>
            <a:pPr marL="1182688" marR="5080" lvl="2" indent="-255588">
              <a:lnSpc>
                <a:spcPts val="2590"/>
              </a:lnSpc>
              <a:spcBef>
                <a:spcPts val="425"/>
              </a:spcBef>
              <a:defRPr/>
            </a:pPr>
            <a:r>
              <a:rPr lang="ja-JP" altLang="en-US" b="1" dirty="0">
                <a:solidFill>
                  <a:prstClr val="black"/>
                </a:solidFill>
                <a:cs typeface="Calibri"/>
              </a:rPr>
              <a:t>思想</a:t>
            </a:r>
            <a:r>
              <a:rPr lang="en-GB" b="1" dirty="0">
                <a:solidFill>
                  <a:prstClr val="black"/>
                </a:solidFill>
                <a:cs typeface="Calibri"/>
              </a:rPr>
              <a:t> / </a:t>
            </a:r>
            <a:r>
              <a:rPr lang="ja-JP" altLang="en-US" b="1" dirty="0">
                <a:solidFill>
                  <a:prstClr val="black"/>
                </a:solidFill>
                <a:cs typeface="Calibri"/>
              </a:rPr>
              <a:t>思考</a:t>
            </a:r>
            <a:r>
              <a:rPr lang="en-GB" dirty="0">
                <a:solidFill>
                  <a:prstClr val="black"/>
                </a:solidFill>
                <a:cs typeface="Calibri"/>
              </a:rPr>
              <a:t>: </a:t>
            </a:r>
            <a:r>
              <a:rPr lang="ja-JP" altLang="en-US" dirty="0">
                <a:solidFill>
                  <a:prstClr val="black"/>
                </a:solidFill>
                <a:cs typeface="Calibri"/>
              </a:rPr>
              <a:t>大衆の</a:t>
            </a:r>
            <a:r>
              <a:rPr lang="ja-JP" altLang="en-US" b="1" dirty="0">
                <a:solidFill>
                  <a:prstClr val="black"/>
                </a:solidFill>
                <a:cs typeface="Calibri"/>
              </a:rPr>
              <a:t>政治思想</a:t>
            </a:r>
            <a:r>
              <a:rPr lang="ja-JP" altLang="en-US" dirty="0">
                <a:solidFill>
                  <a:prstClr val="black"/>
                </a:solidFill>
                <a:cs typeface="Calibri"/>
              </a:rPr>
              <a:t>を統制するため</a:t>
            </a:r>
            <a:endParaRPr lang="en-GB" dirty="0">
              <a:solidFill>
                <a:prstClr val="black"/>
              </a:solidFill>
              <a:cs typeface="Calibri"/>
            </a:endParaRPr>
          </a:p>
          <a:p>
            <a:pPr marL="1182688" marR="5080" lvl="2" indent="-255588">
              <a:lnSpc>
                <a:spcPts val="2590"/>
              </a:lnSpc>
              <a:spcBef>
                <a:spcPts val="425"/>
              </a:spcBef>
              <a:defRPr/>
            </a:pPr>
            <a:r>
              <a:rPr lang="ja-JP" altLang="en-US" b="1" dirty="0">
                <a:solidFill>
                  <a:prstClr val="black"/>
                </a:solidFill>
                <a:cs typeface="Calibri"/>
              </a:rPr>
              <a:t>政治思想</a:t>
            </a:r>
            <a:r>
              <a:rPr lang="en-GB" dirty="0">
                <a:solidFill>
                  <a:prstClr val="black"/>
                </a:solidFill>
                <a:cs typeface="Calibri"/>
              </a:rPr>
              <a:t>: </a:t>
            </a:r>
            <a:r>
              <a:rPr lang="ja-JP" altLang="en-US" b="1" dirty="0">
                <a:solidFill>
                  <a:prstClr val="black"/>
                </a:solidFill>
                <a:cs typeface="Calibri"/>
                <a:hlinkClick r:id="rId2"/>
              </a:rPr>
              <a:t>英国社会主義</a:t>
            </a:r>
            <a:r>
              <a:rPr lang="ja-JP" altLang="en-US" dirty="0">
                <a:solidFill>
                  <a:prstClr val="black"/>
                </a:solidFill>
                <a:cs typeface="Calibri"/>
              </a:rPr>
              <a:t>を実現するため</a:t>
            </a:r>
            <a:endParaRPr lang="en-GB" dirty="0">
              <a:solidFill>
                <a:prstClr val="black"/>
              </a:solidFill>
              <a:cs typeface="Calibri"/>
            </a:endParaRPr>
          </a:p>
          <a:p>
            <a:pPr marL="1182688" marR="5080" lvl="2" indent="-255588">
              <a:lnSpc>
                <a:spcPts val="2590"/>
              </a:lnSpc>
              <a:spcBef>
                <a:spcPts val="425"/>
              </a:spcBef>
              <a:defRPr/>
            </a:pPr>
            <a:r>
              <a:rPr lang="ja-JP" altLang="en-US" sz="2400" dirty="0">
                <a:solidFill>
                  <a:prstClr val="black"/>
                </a:solidFill>
                <a:cs typeface="Calibri"/>
              </a:rPr>
              <a:t>その他</a:t>
            </a:r>
            <a:endParaRPr lang="en-GB" sz="2400" dirty="0">
              <a:solidFill>
                <a:prstClr val="black"/>
              </a:solidFill>
              <a:cs typeface="Calibri"/>
            </a:endParaRPr>
          </a:p>
          <a:p>
            <a:pPr marL="725488" marR="5080" lvl="1" indent="-255588">
              <a:lnSpc>
                <a:spcPts val="2590"/>
              </a:lnSpc>
              <a:spcBef>
                <a:spcPts val="425"/>
              </a:spcBef>
              <a:defRPr/>
            </a:pPr>
            <a:r>
              <a:rPr lang="ja-JP" altLang="en-US" dirty="0">
                <a:solidFill>
                  <a:prstClr val="black"/>
                </a:solidFill>
                <a:cs typeface="Calibri"/>
              </a:rPr>
              <a:t>プロレと呼ばれる最下級階級はほぼ放置状態</a:t>
            </a:r>
            <a:endParaRPr lang="en-GB" altLang="ja-JP" dirty="0">
              <a:solidFill>
                <a:prstClr val="black"/>
              </a:solidFill>
              <a:cs typeface="Calibri"/>
            </a:endParaRPr>
          </a:p>
          <a:p>
            <a:pPr marL="725488" marR="5080" lvl="1" indent="-255588">
              <a:lnSpc>
                <a:spcPts val="2590"/>
              </a:lnSpc>
              <a:spcBef>
                <a:spcPts val="425"/>
              </a:spcBef>
              <a:defRPr/>
            </a:pPr>
            <a:r>
              <a:rPr lang="ja-JP" altLang="en-US" dirty="0">
                <a:solidFill>
                  <a:prstClr val="black"/>
                </a:solidFill>
                <a:cs typeface="Calibri"/>
              </a:rPr>
              <a:t>大衆は</a:t>
            </a:r>
            <a:r>
              <a:rPr lang="ja-JP" altLang="en-US" b="1" dirty="0">
                <a:solidFill>
                  <a:prstClr val="black"/>
                </a:solidFill>
                <a:cs typeface="Calibri"/>
                <a:hlinkClick r:id="rId2"/>
              </a:rPr>
              <a:t>英国社会主義</a:t>
            </a:r>
            <a:r>
              <a:rPr lang="ja-JP" altLang="en-US" b="1" dirty="0">
                <a:solidFill>
                  <a:prstClr val="black"/>
                </a:solidFill>
                <a:cs typeface="Calibri"/>
              </a:rPr>
              <a:t>の象徴である</a:t>
            </a:r>
            <a:r>
              <a:rPr lang="en-GB" altLang="ja-JP" b="1" dirty="0">
                <a:solidFill>
                  <a:prstClr val="black"/>
                </a:solidFill>
                <a:cs typeface="Calibri"/>
              </a:rPr>
              <a:t> </a:t>
            </a:r>
            <a:r>
              <a:rPr lang="en-GB" b="1" dirty="0">
                <a:solidFill>
                  <a:prstClr val="black"/>
                </a:solidFill>
                <a:cs typeface="Calibri"/>
                <a:hlinkClick r:id="rId3"/>
              </a:rPr>
              <a:t>Big Brother</a:t>
            </a:r>
            <a:r>
              <a:rPr lang="en-GB" b="1" dirty="0">
                <a:solidFill>
                  <a:prstClr val="black"/>
                </a:solidFill>
                <a:cs typeface="Calibri"/>
              </a:rPr>
              <a:t> </a:t>
            </a:r>
            <a:r>
              <a:rPr lang="ja-JP" altLang="en-US" b="1" dirty="0">
                <a:solidFill>
                  <a:prstClr val="black"/>
                </a:solidFill>
                <a:cs typeface="Calibri"/>
              </a:rPr>
              <a:t>を敬愛する運命にある</a:t>
            </a:r>
            <a:endParaRPr lang="en-GB" b="1" dirty="0">
              <a:solidFill>
                <a:prstClr val="black"/>
              </a:solidFill>
              <a:cs typeface="Calibri"/>
            </a:endParaRPr>
          </a:p>
        </p:txBody>
      </p:sp>
      <p:pic>
        <p:nvPicPr>
          <p:cNvPr id="5" name="Picture 4">
            <a:extLst>
              <a:ext uri="{FF2B5EF4-FFF2-40B4-BE49-F238E27FC236}">
                <a16:creationId xmlns:a16="http://schemas.microsoft.com/office/drawing/2014/main" id="{1D85B46E-6960-AFEA-0D06-13B52FA649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0691" y="3336798"/>
            <a:ext cx="2583110" cy="2221475"/>
          </a:xfrm>
          <a:prstGeom prst="rect">
            <a:avLst/>
          </a:prstGeom>
        </p:spPr>
      </p:pic>
      <p:sp>
        <p:nvSpPr>
          <p:cNvPr id="6" name="Rectangle 5">
            <a:extLst>
              <a:ext uri="{FF2B5EF4-FFF2-40B4-BE49-F238E27FC236}">
                <a16:creationId xmlns:a16="http://schemas.microsoft.com/office/drawing/2014/main" id="{F12687F9-8D83-AC38-932D-6F848024F8E5}"/>
              </a:ext>
            </a:extLst>
          </p:cNvPr>
          <p:cNvSpPr/>
          <p:nvPr/>
        </p:nvSpPr>
        <p:spPr>
          <a:xfrm>
            <a:off x="9264414" y="3871266"/>
            <a:ext cx="1372825" cy="41550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6EC22FC7-A422-F56F-A13F-B2AC42924473}"/>
              </a:ext>
            </a:extLst>
          </p:cNvPr>
          <p:cNvSpPr/>
          <p:nvPr/>
        </p:nvSpPr>
        <p:spPr>
          <a:xfrm>
            <a:off x="1813421" y="3684151"/>
            <a:ext cx="4805493" cy="38869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35012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7EDF9F97-1A94-53F9-6D5C-81A5CCC4DD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476C2E-94EC-C0F6-7BA5-28F04AC96F5F}"/>
              </a:ext>
            </a:extLst>
          </p:cNvPr>
          <p:cNvSpPr>
            <a:spLocks noGrp="1"/>
          </p:cNvSpPr>
          <p:nvPr>
            <p:ph type="title"/>
          </p:nvPr>
        </p:nvSpPr>
        <p:spPr/>
        <p:txBody>
          <a:bodyPr>
            <a:normAutofit/>
          </a:bodyPr>
          <a:lstStyle/>
          <a:p>
            <a:pPr algn="ctr"/>
            <a:r>
              <a:rPr lang="en-US" altLang="ja-JP" b="1" dirty="0">
                <a:latin typeface="Calibri (Headings)"/>
              </a:rPr>
              <a:t>4. </a:t>
            </a:r>
            <a:r>
              <a:rPr lang="ja-JP" altLang="en-US" b="1" dirty="0">
                <a:latin typeface="Calibri (Headings)"/>
                <a:sym typeface="Arial"/>
              </a:rPr>
              <a:t>紹介書籍の世界観の概要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21FD0B1-CC72-A6CA-87AD-2929CC964D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3FF625AC-0CE5-63B1-118E-FFF4E4706E6F}"/>
              </a:ext>
            </a:extLst>
          </p:cNvPr>
          <p:cNvSpPr>
            <a:spLocks noGrp="1"/>
          </p:cNvSpPr>
          <p:nvPr>
            <p:ph idx="1"/>
          </p:nvPr>
        </p:nvSpPr>
        <p:spPr>
          <a:xfrm>
            <a:off x="838200" y="1825625"/>
            <a:ext cx="10515600" cy="4351338"/>
          </a:xfrm>
          <a:ln>
            <a:noFill/>
          </a:ln>
        </p:spPr>
        <p:txBody>
          <a:bodyPr>
            <a:normAutofit/>
          </a:bodyPr>
          <a:lstStyle/>
          <a:p>
            <a:pPr marL="32384" marR="5080" lvl="0" indent="0">
              <a:lnSpc>
                <a:spcPts val="3030"/>
              </a:lnSpc>
              <a:spcBef>
                <a:spcPts val="470"/>
              </a:spcBef>
              <a:buNone/>
              <a:defRPr/>
            </a:pPr>
            <a:endParaRPr lang="en-GB" sz="4800" b="1" kern="0" spc="-10" dirty="0">
              <a:solidFill>
                <a:prstClr val="black"/>
              </a:solidFill>
              <a:cs typeface="Calibri"/>
            </a:endParaRPr>
          </a:p>
          <a:p>
            <a:pPr marL="32384" marR="5080" lvl="0" indent="0">
              <a:lnSpc>
                <a:spcPts val="3030"/>
              </a:lnSpc>
              <a:spcBef>
                <a:spcPts val="470"/>
              </a:spcBef>
              <a:buNone/>
              <a:defRPr/>
            </a:pPr>
            <a:endParaRPr lang="en-GB" sz="4800" b="1" kern="0" spc="-10" dirty="0">
              <a:solidFill>
                <a:prstClr val="black"/>
              </a:solidFill>
              <a:cs typeface="Calibri"/>
            </a:endParaRPr>
          </a:p>
          <a:p>
            <a:pPr marL="32384" marR="5080" lvl="0" indent="0">
              <a:lnSpc>
                <a:spcPts val="3030"/>
              </a:lnSpc>
              <a:spcBef>
                <a:spcPts val="470"/>
              </a:spcBef>
              <a:buNone/>
              <a:defRPr/>
            </a:pPr>
            <a:endParaRPr lang="en-GB" sz="4800" b="1" kern="0" spc="-10" dirty="0">
              <a:solidFill>
                <a:prstClr val="black"/>
              </a:solidFill>
              <a:cs typeface="Calibri"/>
            </a:endParaRPr>
          </a:p>
          <a:p>
            <a:pPr marL="32384" marR="5080" lvl="0" indent="0">
              <a:lnSpc>
                <a:spcPts val="3030"/>
              </a:lnSpc>
              <a:spcBef>
                <a:spcPts val="470"/>
              </a:spcBef>
              <a:buNone/>
              <a:defRPr/>
            </a:pPr>
            <a:endParaRPr lang="en-GB" sz="4800" b="1" kern="0" spc="-10" dirty="0">
              <a:solidFill>
                <a:prstClr val="black"/>
              </a:solidFill>
              <a:cs typeface="Calibri"/>
            </a:endParaRPr>
          </a:p>
          <a:p>
            <a:pPr marL="32384" marR="5080" lvl="0" indent="0" algn="ctr">
              <a:lnSpc>
                <a:spcPts val="3030"/>
              </a:lnSpc>
              <a:spcBef>
                <a:spcPts val="470"/>
              </a:spcBef>
              <a:buNone/>
              <a:defRPr/>
            </a:pPr>
            <a:r>
              <a:rPr lang="ja-JP" altLang="en-US" sz="4800" b="1" kern="0" spc="-10" dirty="0">
                <a:solidFill>
                  <a:prstClr val="black"/>
                </a:solidFill>
                <a:cs typeface="Calibri"/>
              </a:rPr>
              <a:t>乱暴にアニメに置き換えると</a:t>
            </a:r>
            <a:r>
              <a:rPr lang="en-GB" sz="4800" b="1" kern="0" spc="-10" dirty="0">
                <a:solidFill>
                  <a:prstClr val="black"/>
                </a:solidFill>
                <a:cs typeface="Calibri"/>
              </a:rPr>
              <a:t>…</a:t>
            </a:r>
          </a:p>
          <a:p>
            <a:pPr marL="12700" marR="5080" indent="0">
              <a:lnSpc>
                <a:spcPts val="2590"/>
              </a:lnSpc>
              <a:spcBef>
                <a:spcPts val="425"/>
              </a:spcBef>
              <a:buNone/>
              <a:defRPr/>
            </a:pPr>
            <a:endParaRPr lang="en-GB" sz="4800" dirty="0">
              <a:solidFill>
                <a:prstClr val="black"/>
              </a:solidFill>
              <a:latin typeface="Calibri"/>
              <a:cs typeface="Calibri"/>
            </a:endParaRPr>
          </a:p>
        </p:txBody>
      </p:sp>
    </p:spTree>
    <p:extLst>
      <p:ext uri="{BB962C8B-B14F-4D97-AF65-F5344CB8AC3E}">
        <p14:creationId xmlns:p14="http://schemas.microsoft.com/office/powerpoint/2010/main" val="589439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1E0A95DF-8DEC-4E8D-D598-C0BBFF244AB5}"/>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039AA784-96E2-75BE-F47D-13E02B875EF2}"/>
              </a:ext>
            </a:extLst>
          </p:cNvPr>
          <p:cNvSpPr txBox="1">
            <a:spLocks/>
          </p:cNvSpPr>
          <p:nvPr/>
        </p:nvSpPr>
        <p:spPr>
          <a:xfrm>
            <a:off x="838200" y="1825625"/>
            <a:ext cx="10515600" cy="4351338"/>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endParaRPr kumimoji="0" lang="en-GB" sz="3600" b="1"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2700" marR="5080" lvl="0" indent="0" algn="ctr" defTabSz="914400" rtl="0" eaLnBrk="1" fontAlgn="auto" latinLnBrk="0" hangingPunct="1">
              <a:lnSpc>
                <a:spcPts val="2590"/>
              </a:lnSpc>
              <a:spcBef>
                <a:spcPts val="425"/>
              </a:spcBef>
              <a:spcAft>
                <a:spcPts val="0"/>
              </a:spcAft>
              <a:buClrTx/>
              <a:buSzTx/>
              <a:buFontTx/>
              <a:buNone/>
              <a:tabLst/>
              <a:defRPr/>
            </a:pPr>
            <a:r>
              <a:rPr kumimoji="0" lang="en-GB" sz="3600" b="1" i="1" u="none" strike="noStrike" kern="1200" cap="none" spc="0" normalizeH="0" baseline="0" noProof="0" dirty="0">
                <a:ln>
                  <a:noFill/>
                </a:ln>
                <a:solidFill>
                  <a:prstClr val="black"/>
                </a:solidFill>
                <a:effectLst/>
                <a:uLnTx/>
                <a:uFillTx/>
                <a:latin typeface="Calibri" panose="020F0502020204030204"/>
                <a:ea typeface="+mn-ea"/>
                <a:cs typeface="Calibri"/>
              </a:rPr>
              <a:t>SPY × FAMILY </a:t>
            </a:r>
            <a:r>
              <a:rPr kumimoji="0" lang="ja-JP" altLang="en-US" sz="3600" b="1" i="0" u="none" strike="noStrike" kern="1200" cap="none" spc="0" normalizeH="0" baseline="0" noProof="0" dirty="0">
                <a:ln>
                  <a:noFill/>
                </a:ln>
                <a:solidFill>
                  <a:prstClr val="black"/>
                </a:solidFill>
                <a:effectLst/>
                <a:uLnTx/>
                <a:uFillTx/>
                <a:latin typeface="Calibri" panose="020F0502020204030204"/>
                <a:ea typeface="+mn-ea"/>
                <a:cs typeface="Calibri"/>
              </a:rPr>
              <a:t>の世界観がやや近しいかも</a:t>
            </a:r>
            <a:endParaRPr kumimoji="0" lang="en-GB" sz="32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 name="タイトル 1">
            <a:extLst>
              <a:ext uri="{FF2B5EF4-FFF2-40B4-BE49-F238E27FC236}">
                <a16:creationId xmlns:a16="http://schemas.microsoft.com/office/drawing/2014/main" id="{8B802370-76D6-A9E0-298E-25F3A4135521}"/>
              </a:ext>
            </a:extLst>
          </p:cNvPr>
          <p:cNvSpPr>
            <a:spLocks noGrp="1"/>
          </p:cNvSpPr>
          <p:nvPr>
            <p:ph type="title"/>
          </p:nvPr>
        </p:nvSpPr>
        <p:spPr/>
        <p:txBody>
          <a:bodyPr/>
          <a:lstStyle/>
          <a:p>
            <a:pPr algn="ctr"/>
            <a:r>
              <a:rPr lang="en-US" altLang="ja-JP" b="1" dirty="0">
                <a:latin typeface="Calibri (Headings)"/>
              </a:rPr>
              <a:t>4. </a:t>
            </a:r>
            <a:r>
              <a:rPr lang="ja-JP" altLang="en-US" b="1" dirty="0">
                <a:latin typeface="Calibri (Headings)"/>
                <a:sym typeface="Arial"/>
              </a:rPr>
              <a:t>紹介書籍の世界観の概要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955F589-2170-14EA-88F6-D2037A6015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9" name="Content Placeholder 8">
            <a:extLst>
              <a:ext uri="{FF2B5EF4-FFF2-40B4-BE49-F238E27FC236}">
                <a16:creationId xmlns:a16="http://schemas.microsoft.com/office/drawing/2014/main" id="{736F15B2-9EBC-2CF3-F2D1-104689ABB0D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7600" y="1936853"/>
            <a:ext cx="4697135" cy="3522851"/>
          </a:xfrm>
        </p:spPr>
      </p:pic>
    </p:spTree>
    <p:extLst>
      <p:ext uri="{BB962C8B-B14F-4D97-AF65-F5344CB8AC3E}">
        <p14:creationId xmlns:p14="http://schemas.microsoft.com/office/powerpoint/2010/main" val="3025684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solidFill>
                  <a:prstClr val="black"/>
                </a:solidFill>
                <a:latin typeface="Calibri (Headings)"/>
                <a:ea typeface="游ゴシック Light" panose="020B0300000000000000" pitchFamily="50" charset="-128"/>
              </a:rPr>
              <a:t>5</a:t>
            </a: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en-US"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Newspeak</a:t>
            </a:r>
            <a:endParaRPr lang="en-GB" sz="54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21</a:t>
            </a:fld>
            <a:endParaRPr lang="en-GB" dirty="0"/>
          </a:p>
        </p:txBody>
      </p:sp>
    </p:spTree>
    <p:extLst>
      <p:ext uri="{BB962C8B-B14F-4D97-AF65-F5344CB8AC3E}">
        <p14:creationId xmlns:p14="http://schemas.microsoft.com/office/powerpoint/2010/main" val="1332852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D856E432-C9B5-66DB-B638-640FB795E1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A19957-3B83-129A-1B09-F1D8A2E5E80D}"/>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FB5B2448-A61C-7610-F283-1FFB69B65D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6AC9904E-BC34-517D-EA0C-0D05DF2278CE}"/>
              </a:ext>
            </a:extLst>
          </p:cNvPr>
          <p:cNvSpPr>
            <a:spLocks noGrp="1"/>
          </p:cNvSpPr>
          <p:nvPr>
            <p:ph idx="1"/>
          </p:nvPr>
        </p:nvSpPr>
        <p:spPr>
          <a:xfrm>
            <a:off x="838200" y="1825625"/>
            <a:ext cx="10515600" cy="4351338"/>
          </a:xfrm>
        </p:spPr>
        <p:txBody>
          <a:bodyPr>
            <a:normAutofit/>
          </a:bodyPr>
          <a:lstStyle/>
          <a:p>
            <a:pPr marL="268288" marR="5080" indent="-255588">
              <a:lnSpc>
                <a:spcPts val="2590"/>
              </a:lnSpc>
              <a:spcBef>
                <a:spcPts val="425"/>
              </a:spcBef>
              <a:defRPr/>
            </a:pPr>
            <a:r>
              <a:rPr kumimoji="0" lang="ja-JP" altLang="en-US" sz="2400" b="1" i="0" u="none" strike="noStrike" kern="1200" cap="none" spc="0" normalizeH="0" baseline="0" noProof="0" dirty="0">
                <a:ln>
                  <a:noFill/>
                </a:ln>
                <a:solidFill>
                  <a:prstClr val="black"/>
                </a:solidFill>
                <a:effectLst/>
                <a:uLnTx/>
                <a:uFillTx/>
                <a:latin typeface="Calibri"/>
                <a:ea typeface="+mn-ea"/>
                <a:cs typeface="Calibri"/>
              </a:rPr>
              <a:t>エコシステム</a:t>
            </a:r>
            <a:r>
              <a:rPr kumimoji="0" lang="en-GB" sz="2400" b="0" i="0" u="none" strike="noStrike" kern="1200" cap="none" spc="0" normalizeH="0" baseline="0" noProof="0" dirty="0">
                <a:ln>
                  <a:noFill/>
                </a:ln>
                <a:solidFill>
                  <a:prstClr val="black"/>
                </a:solidFill>
                <a:effectLst/>
                <a:uLnTx/>
                <a:uFillTx/>
                <a:latin typeface="Calibri"/>
                <a:ea typeface="+mn-ea"/>
                <a:cs typeface="Calibri"/>
              </a:rPr>
              <a:t>: </a:t>
            </a:r>
            <a:r>
              <a:rPr lang="en-GB" sz="2400" b="1" dirty="0">
                <a:solidFill>
                  <a:prstClr val="black"/>
                </a:solidFill>
                <a:cs typeface="Calibri"/>
              </a:rPr>
              <a:t>Oldspeak</a:t>
            </a:r>
            <a:r>
              <a:rPr lang="en-GB" sz="2400" dirty="0">
                <a:solidFill>
                  <a:prstClr val="black"/>
                </a:solidFill>
                <a:cs typeface="Calibri"/>
              </a:rPr>
              <a:t>(1984</a:t>
            </a:r>
            <a:r>
              <a:rPr lang="ja-JP" altLang="en-US" sz="2400" dirty="0">
                <a:solidFill>
                  <a:prstClr val="black"/>
                </a:solidFill>
                <a:cs typeface="Calibri"/>
              </a:rPr>
              <a:t>年現在の現代英語 </a:t>
            </a:r>
            <a:r>
              <a:rPr lang="en-GB" altLang="ja-JP" sz="2400" dirty="0">
                <a:solidFill>
                  <a:prstClr val="black"/>
                </a:solidFill>
                <a:cs typeface="Calibri"/>
              </a:rPr>
              <a:t>= </a:t>
            </a:r>
            <a:r>
              <a:rPr lang="ja-JP" altLang="en-US" sz="2400" dirty="0">
                <a:solidFill>
                  <a:prstClr val="black"/>
                </a:solidFill>
                <a:cs typeface="Calibri"/>
              </a:rPr>
              <a:t>標準英語</a:t>
            </a:r>
            <a:r>
              <a:rPr lang="en-GB" sz="2400" dirty="0">
                <a:solidFill>
                  <a:prstClr val="black"/>
                </a:solidFill>
                <a:cs typeface="Calibri"/>
              </a:rPr>
              <a:t>)</a:t>
            </a:r>
            <a:r>
              <a:rPr lang="ja-JP" altLang="en-US" sz="2400" dirty="0">
                <a:solidFill>
                  <a:prstClr val="black"/>
                </a:solidFill>
                <a:cs typeface="Calibri"/>
              </a:rPr>
              <a:t>とは別物である</a:t>
            </a:r>
            <a:endParaRPr lang="en-GB" sz="2400" dirty="0">
              <a:solidFill>
                <a:prstClr val="black"/>
              </a:solidFill>
              <a:cs typeface="Calibri"/>
            </a:endParaRPr>
          </a:p>
          <a:p>
            <a:pPr marL="268288" marR="5080" indent="-255588">
              <a:lnSpc>
                <a:spcPts val="2590"/>
              </a:lnSpc>
              <a:spcBef>
                <a:spcPts val="425"/>
              </a:spcBef>
              <a:defRPr/>
            </a:pPr>
            <a:r>
              <a:rPr kumimoji="0" lang="ja-JP" altLang="en-US" sz="2400" b="1" i="0" u="none" strike="noStrike" kern="1200" cap="none" spc="0" normalizeH="0" baseline="0" noProof="0" dirty="0">
                <a:ln>
                  <a:noFill/>
                </a:ln>
                <a:solidFill>
                  <a:prstClr val="black"/>
                </a:solidFill>
                <a:effectLst/>
                <a:uLnTx/>
                <a:uFillTx/>
                <a:latin typeface="Calibri"/>
                <a:ea typeface="+mn-ea"/>
                <a:cs typeface="Calibri"/>
              </a:rPr>
              <a:t>普及</a:t>
            </a:r>
            <a:r>
              <a:rPr lang="en-GB" sz="2400" b="1" dirty="0">
                <a:solidFill>
                  <a:prstClr val="black"/>
                </a:solidFill>
                <a:latin typeface="Calibri"/>
                <a:cs typeface="Calibri"/>
              </a:rPr>
              <a:t>: </a:t>
            </a:r>
            <a:r>
              <a:rPr lang="ja-JP" altLang="en-US" sz="2400" b="1" dirty="0">
                <a:solidFill>
                  <a:prstClr val="black"/>
                </a:solidFill>
                <a:latin typeface="Calibri"/>
                <a:cs typeface="Calibri"/>
              </a:rPr>
              <a:t>進行中</a:t>
            </a:r>
            <a:endParaRPr kumimoji="0" lang="en-GB" sz="2400" b="1" i="0" strike="noStrike" kern="1200" cap="none" spc="0" normalizeH="0" baseline="0" noProof="0" dirty="0">
              <a:ln>
                <a:noFill/>
              </a:ln>
              <a:solidFill>
                <a:prstClr val="black"/>
              </a:solidFill>
              <a:effectLst/>
              <a:uLnTx/>
              <a:uFillTx/>
              <a:latin typeface="Calibri"/>
              <a:ea typeface="+mn-ea"/>
              <a:cs typeface="Calibri"/>
            </a:endParaRPr>
          </a:p>
          <a:p>
            <a:pPr marL="725488" marR="5080" lvl="1" indent="-255588">
              <a:lnSpc>
                <a:spcPts val="2590"/>
              </a:lnSpc>
              <a:spcBef>
                <a:spcPts val="425"/>
              </a:spcBef>
              <a:defRPr/>
            </a:pPr>
            <a:r>
              <a:rPr lang="ja-JP" altLang="en-US" sz="2000" dirty="0">
                <a:solidFill>
                  <a:prstClr val="black"/>
                </a:solidFill>
                <a:cs typeface="Calibri"/>
              </a:rPr>
              <a:t>書物では</a:t>
            </a:r>
            <a:r>
              <a:rPr lang="en-US" altLang="ja-JP" sz="2000" dirty="0">
                <a:solidFill>
                  <a:prstClr val="black"/>
                </a:solidFill>
                <a:cs typeface="Calibri"/>
              </a:rPr>
              <a:t>『</a:t>
            </a:r>
            <a:r>
              <a:rPr lang="en-GB" sz="2000" dirty="0">
                <a:solidFill>
                  <a:prstClr val="black"/>
                </a:solidFill>
                <a:cs typeface="Calibri"/>
              </a:rPr>
              <a:t>Times</a:t>
            </a:r>
            <a:r>
              <a:rPr lang="en-US" altLang="ja-JP" sz="2000" dirty="0">
                <a:solidFill>
                  <a:prstClr val="black"/>
                </a:solidFill>
                <a:cs typeface="Calibri"/>
              </a:rPr>
              <a:t>』</a:t>
            </a:r>
            <a:r>
              <a:rPr lang="ja-JP" altLang="en-US" sz="2000" dirty="0">
                <a:solidFill>
                  <a:prstClr val="black"/>
                </a:solidFill>
                <a:cs typeface="Calibri"/>
              </a:rPr>
              <a:t>という刊行誌だけがこの言語で記事を発表した</a:t>
            </a:r>
            <a:endParaRPr lang="en-GB" sz="2000"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cs typeface="Calibri"/>
              </a:rPr>
              <a:t>代替計画</a:t>
            </a:r>
            <a:r>
              <a:rPr lang="en-GB" sz="2400" dirty="0">
                <a:solidFill>
                  <a:prstClr val="black"/>
                </a:solidFill>
                <a:cs typeface="Calibri"/>
              </a:rPr>
              <a:t>: </a:t>
            </a:r>
            <a:r>
              <a:rPr lang="en-GB" sz="2400" b="1" dirty="0">
                <a:solidFill>
                  <a:prstClr val="black"/>
                </a:solidFill>
                <a:latin typeface="Calibri"/>
                <a:cs typeface="Calibri"/>
              </a:rPr>
              <a:t>2050</a:t>
            </a:r>
            <a:r>
              <a:rPr lang="ja-JP" altLang="en-US" sz="2400" b="1" dirty="0">
                <a:solidFill>
                  <a:prstClr val="black"/>
                </a:solidFill>
                <a:latin typeface="Calibri"/>
                <a:cs typeface="Calibri"/>
              </a:rPr>
              <a:t>年には</a:t>
            </a:r>
            <a:r>
              <a:rPr lang="en-GB" altLang="ja-JP" sz="2400" b="1" dirty="0">
                <a:solidFill>
                  <a:prstClr val="black"/>
                </a:solidFill>
                <a:latin typeface="Calibri"/>
                <a:cs typeface="Calibri"/>
              </a:rPr>
              <a:t> </a:t>
            </a:r>
            <a:r>
              <a:rPr lang="en-GB" sz="2400" b="1" dirty="0">
                <a:solidFill>
                  <a:prstClr val="black"/>
                </a:solidFill>
                <a:cs typeface="Calibri"/>
              </a:rPr>
              <a:t>Oldspeak </a:t>
            </a:r>
            <a:r>
              <a:rPr lang="ja-JP" altLang="en-US" sz="2400" b="1" dirty="0">
                <a:solidFill>
                  <a:prstClr val="black"/>
                </a:solidFill>
                <a:cs typeface="Calibri"/>
              </a:rPr>
              <a:t>に取って代わる予定である</a:t>
            </a:r>
            <a:endParaRPr lang="en-GB" sz="2400" dirty="0">
              <a:solidFill>
                <a:prstClr val="black"/>
              </a:solidFill>
              <a:latin typeface="Calibri"/>
              <a:cs typeface="Calibri"/>
            </a:endParaRPr>
          </a:p>
          <a:p>
            <a:pPr marL="268288" marR="5080" indent="-255588">
              <a:lnSpc>
                <a:spcPts val="2590"/>
              </a:lnSpc>
              <a:spcBef>
                <a:spcPts val="425"/>
              </a:spcBef>
              <a:defRPr/>
            </a:pPr>
            <a:r>
              <a:rPr lang="ja-JP" altLang="en-US" sz="2400" b="1" dirty="0">
                <a:solidFill>
                  <a:prstClr val="black"/>
                </a:solidFill>
                <a:latin typeface="Calibri"/>
                <a:cs typeface="Calibri"/>
              </a:rPr>
              <a:t>語彙</a:t>
            </a:r>
            <a:r>
              <a:rPr lang="en-GB" sz="2400" dirty="0">
                <a:solidFill>
                  <a:prstClr val="black"/>
                </a:solidFill>
                <a:latin typeface="Calibri"/>
                <a:cs typeface="Calibri"/>
              </a:rPr>
              <a:t>: </a:t>
            </a:r>
            <a:r>
              <a:rPr lang="ja-JP" altLang="en-US" sz="2400" b="1" dirty="0">
                <a:solidFill>
                  <a:prstClr val="black"/>
                </a:solidFill>
                <a:latin typeface="Calibri"/>
                <a:cs typeface="Calibri"/>
              </a:rPr>
              <a:t>毎年減少・縮小</a:t>
            </a:r>
            <a:endParaRPr lang="en-GB" sz="2400" b="1" dirty="0">
              <a:solidFill>
                <a:prstClr val="black"/>
              </a:solidFill>
              <a:latin typeface="Calibri"/>
              <a:cs typeface="Calibri"/>
            </a:endParaRPr>
          </a:p>
          <a:p>
            <a:pPr marL="725488" marR="5080" lvl="1" indent="-255588">
              <a:lnSpc>
                <a:spcPts val="2590"/>
              </a:lnSpc>
              <a:spcBef>
                <a:spcPts val="425"/>
              </a:spcBef>
              <a:defRPr/>
            </a:pPr>
            <a:r>
              <a:rPr kumimoji="0" lang="ja-JP" altLang="en-US" sz="2000" i="0" strike="noStrike" kern="1200" cap="none" spc="0" normalizeH="0" baseline="0" noProof="0" dirty="0">
                <a:ln>
                  <a:noFill/>
                </a:ln>
                <a:solidFill>
                  <a:prstClr val="black"/>
                </a:solidFill>
                <a:effectLst/>
                <a:uLnTx/>
                <a:uFillTx/>
                <a:latin typeface="Calibri"/>
                <a:ea typeface="+mn-ea"/>
                <a:cs typeface="Calibri"/>
              </a:rPr>
              <a:t>我々が知っている今日の現代英語とは全く真逆の進化を遂げている</a:t>
            </a:r>
            <a:endParaRPr kumimoji="0" lang="en-GB" sz="1200" i="0" strike="noStrike" kern="1200" cap="none" spc="0" normalizeH="0" baseline="0" noProof="0" dirty="0">
              <a:ln>
                <a:noFill/>
              </a:ln>
              <a:solidFill>
                <a:prstClr val="black"/>
              </a:solidFill>
              <a:effectLst/>
              <a:uLnTx/>
              <a:uFillTx/>
              <a:latin typeface="Calibri"/>
              <a:ea typeface="+mn-ea"/>
              <a:cs typeface="Calibri"/>
            </a:endParaRPr>
          </a:p>
          <a:p>
            <a:pPr marL="268288" marR="5080" indent="-255588">
              <a:lnSpc>
                <a:spcPts val="2590"/>
              </a:lnSpc>
              <a:spcBef>
                <a:spcPts val="425"/>
              </a:spcBef>
              <a:defRPr/>
            </a:pPr>
            <a:r>
              <a:rPr lang="ja-JP" altLang="en-US" sz="2400" b="1" dirty="0">
                <a:solidFill>
                  <a:prstClr val="black"/>
                </a:solidFill>
                <a:cs typeface="Calibri"/>
              </a:rPr>
              <a:t>最大の狙い</a:t>
            </a:r>
            <a:r>
              <a:rPr lang="en-GB" sz="2400" dirty="0">
                <a:solidFill>
                  <a:prstClr val="black"/>
                </a:solidFill>
                <a:cs typeface="Calibri"/>
              </a:rPr>
              <a:t>: </a:t>
            </a:r>
            <a:r>
              <a:rPr lang="ja-JP" altLang="en-US" sz="2400" b="1" dirty="0">
                <a:solidFill>
                  <a:prstClr val="black"/>
                </a:solidFill>
                <a:cs typeface="Calibri"/>
              </a:rPr>
              <a:t>語彙の制約の進行</a:t>
            </a:r>
            <a:r>
              <a:rPr lang="en-GB" altLang="ja-JP" sz="2400" b="1" dirty="0">
                <a:solidFill>
                  <a:prstClr val="black"/>
                </a:solidFill>
                <a:cs typeface="Calibri"/>
              </a:rPr>
              <a:t> </a:t>
            </a:r>
            <a:r>
              <a:rPr lang="ja-JP" altLang="en-US" sz="2400" b="1" dirty="0">
                <a:solidFill>
                  <a:prstClr val="black"/>
                </a:solidFill>
                <a:cs typeface="Calibri"/>
              </a:rPr>
              <a:t>→</a:t>
            </a:r>
            <a:r>
              <a:rPr lang="en-GB" altLang="ja-JP" sz="2400" b="1" dirty="0">
                <a:solidFill>
                  <a:prstClr val="black"/>
                </a:solidFill>
                <a:cs typeface="Calibri"/>
              </a:rPr>
              <a:t> </a:t>
            </a:r>
            <a:r>
              <a:rPr lang="ja-JP" altLang="en-US" sz="2400" b="1" dirty="0">
                <a:solidFill>
                  <a:prstClr val="black"/>
                </a:solidFill>
                <a:cs typeface="Calibri"/>
              </a:rPr>
              <a:t>多くの概念の思考不可能</a:t>
            </a:r>
            <a:endParaRPr lang="en-GB" sz="2000" u="sng"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latin typeface="Calibri"/>
                <a:cs typeface="Calibri"/>
              </a:rPr>
              <a:t>副産物</a:t>
            </a:r>
            <a:r>
              <a:rPr lang="en-GB" sz="2400" dirty="0">
                <a:solidFill>
                  <a:prstClr val="black"/>
                </a:solidFill>
                <a:latin typeface="Calibri"/>
                <a:cs typeface="Calibri"/>
              </a:rPr>
              <a:t>: </a:t>
            </a:r>
            <a:r>
              <a:rPr lang="ja-JP" altLang="en-US" sz="2400" dirty="0">
                <a:solidFill>
                  <a:prstClr val="black"/>
                </a:solidFill>
                <a:latin typeface="Calibri"/>
                <a:cs typeface="Calibri"/>
                <a:hlinkClick r:id="rId3"/>
              </a:rPr>
              <a:t>労力の節約</a:t>
            </a:r>
            <a:r>
              <a:rPr lang="en-GB" sz="2400" dirty="0">
                <a:solidFill>
                  <a:prstClr val="black"/>
                </a:solidFill>
                <a:latin typeface="Calibri"/>
                <a:cs typeface="Calibri"/>
              </a:rPr>
              <a:t> </a:t>
            </a:r>
            <a:r>
              <a:rPr lang="ja-JP" altLang="en-US" sz="2400" dirty="0">
                <a:solidFill>
                  <a:prstClr val="black"/>
                </a:solidFill>
                <a:latin typeface="Calibri"/>
                <a:cs typeface="Calibri"/>
              </a:rPr>
              <a:t>と</a:t>
            </a:r>
            <a:r>
              <a:rPr lang="ja-JP" altLang="en-US" sz="2400" b="1" dirty="0">
                <a:solidFill>
                  <a:prstClr val="black"/>
                </a:solidFill>
                <a:latin typeface="Calibri"/>
                <a:cs typeface="Calibri"/>
              </a:rPr>
              <a:t>元来の語彙の概念への意識の喪失</a:t>
            </a:r>
            <a:endParaRPr lang="en-GB" b="1" dirty="0">
              <a:solidFill>
                <a:prstClr val="black"/>
              </a:solidFill>
              <a:latin typeface="Calibri"/>
              <a:cs typeface="Calibri"/>
            </a:endParaRPr>
          </a:p>
          <a:p>
            <a:pPr marL="268288" marR="5080" indent="-255588">
              <a:lnSpc>
                <a:spcPts val="2590"/>
              </a:lnSpc>
              <a:spcBef>
                <a:spcPts val="425"/>
              </a:spcBef>
              <a:defRPr/>
            </a:pPr>
            <a:r>
              <a:rPr lang="ja-JP" altLang="en-US" sz="2400" b="1" dirty="0">
                <a:solidFill>
                  <a:prstClr val="black"/>
                </a:solidFill>
                <a:latin typeface="Calibri"/>
                <a:cs typeface="Calibri"/>
              </a:rPr>
              <a:t>分類</a:t>
            </a:r>
            <a:r>
              <a:rPr lang="en-GB" sz="2400" dirty="0">
                <a:solidFill>
                  <a:prstClr val="black"/>
                </a:solidFill>
                <a:latin typeface="Calibri"/>
                <a:cs typeface="Calibri"/>
              </a:rPr>
              <a:t>: </a:t>
            </a:r>
            <a:r>
              <a:rPr lang="ja-JP" altLang="en-US" sz="2400" dirty="0">
                <a:solidFill>
                  <a:prstClr val="black"/>
                </a:solidFill>
                <a:latin typeface="Calibri"/>
                <a:cs typeface="Calibri"/>
              </a:rPr>
              <a:t>語彙群</a:t>
            </a:r>
            <a:r>
              <a:rPr lang="en-US" altLang="ja-JP" sz="2400" dirty="0">
                <a:solidFill>
                  <a:prstClr val="black"/>
                </a:solidFill>
                <a:latin typeface="Calibri"/>
                <a:cs typeface="Calibri"/>
              </a:rPr>
              <a:t>A</a:t>
            </a:r>
            <a:r>
              <a:rPr lang="ja-JP" altLang="en-US" sz="2400" dirty="0">
                <a:solidFill>
                  <a:prstClr val="black"/>
                </a:solidFill>
                <a:latin typeface="Calibri"/>
                <a:cs typeface="Calibri"/>
              </a:rPr>
              <a:t>・</a:t>
            </a:r>
            <a:r>
              <a:rPr lang="ja-JP" altLang="en-US" sz="2400" dirty="0">
                <a:solidFill>
                  <a:prstClr val="black"/>
                </a:solidFill>
                <a:cs typeface="Calibri"/>
              </a:rPr>
              <a:t>語彙群</a:t>
            </a:r>
            <a:r>
              <a:rPr lang="en-GB" altLang="ja-JP" sz="2400" dirty="0">
                <a:solidFill>
                  <a:prstClr val="black"/>
                </a:solidFill>
                <a:cs typeface="Calibri"/>
              </a:rPr>
              <a:t>B</a:t>
            </a:r>
            <a:r>
              <a:rPr lang="ja-JP" altLang="en-US" sz="2400" dirty="0">
                <a:solidFill>
                  <a:prstClr val="black"/>
                </a:solidFill>
                <a:cs typeface="Calibri"/>
              </a:rPr>
              <a:t>・語彙群</a:t>
            </a:r>
            <a:r>
              <a:rPr lang="en-US" altLang="ja-JP" sz="2400" dirty="0">
                <a:solidFill>
                  <a:prstClr val="black"/>
                </a:solidFill>
                <a:cs typeface="Calibri"/>
              </a:rPr>
              <a:t>C</a:t>
            </a:r>
            <a:endParaRPr kumimoji="0" lang="en-GB" sz="2400" i="0" u="none" strike="noStrike" kern="1200" cap="none" spc="0" normalizeH="0" baseline="0" noProof="0" dirty="0">
              <a:ln>
                <a:noFill/>
              </a:ln>
              <a:solidFill>
                <a:prstClr val="black"/>
              </a:solidFill>
              <a:effectLst/>
              <a:uLnTx/>
              <a:uFillTx/>
              <a:latin typeface="Calibri"/>
              <a:ea typeface="+mn-ea"/>
              <a:cs typeface="Calibri"/>
            </a:endParaRPr>
          </a:p>
        </p:txBody>
      </p:sp>
      <p:sp>
        <p:nvSpPr>
          <p:cNvPr id="3" name="Rectangle 2">
            <a:extLst>
              <a:ext uri="{FF2B5EF4-FFF2-40B4-BE49-F238E27FC236}">
                <a16:creationId xmlns:a16="http://schemas.microsoft.com/office/drawing/2014/main" id="{8CC34198-855B-3DE4-4891-6336D9320280}"/>
              </a:ext>
            </a:extLst>
          </p:cNvPr>
          <p:cNvSpPr/>
          <p:nvPr/>
        </p:nvSpPr>
        <p:spPr>
          <a:xfrm>
            <a:off x="852182" y="3334625"/>
            <a:ext cx="8447018" cy="11534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35216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5F87B22E-62D4-27EE-D026-A81F6EBBA7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E439E5-F7EA-46DE-5C82-CC8FCB7A81AD}"/>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592A2BA3-1491-0B36-6396-982944D08F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BD57FB96-9826-D257-E276-0129F2B60E30}"/>
              </a:ext>
            </a:extLst>
          </p:cNvPr>
          <p:cNvSpPr>
            <a:spLocks noGrp="1"/>
          </p:cNvSpPr>
          <p:nvPr>
            <p:ph idx="1"/>
          </p:nvPr>
        </p:nvSpPr>
        <p:spPr>
          <a:xfrm>
            <a:off x="838200" y="1825625"/>
            <a:ext cx="10515600" cy="4351338"/>
          </a:xfrm>
        </p:spPr>
        <p:txBody>
          <a:bodyPr>
            <a:normAutofit fontScale="92500"/>
          </a:bodyPr>
          <a:lstStyle/>
          <a:p>
            <a:pPr marL="12700" marR="5080" indent="0">
              <a:lnSpc>
                <a:spcPts val="2590"/>
              </a:lnSpc>
              <a:spcBef>
                <a:spcPts val="425"/>
              </a:spcBef>
              <a:buNone/>
              <a:defRPr/>
            </a:pPr>
            <a:r>
              <a:rPr lang="ja-JP" altLang="en-US" b="1" dirty="0">
                <a:solidFill>
                  <a:prstClr val="black"/>
                </a:solidFill>
                <a:cs typeface="Calibri"/>
              </a:rPr>
              <a:t>語彙群</a:t>
            </a:r>
            <a:r>
              <a:rPr lang="en-GB" b="1" dirty="0">
                <a:solidFill>
                  <a:prstClr val="black"/>
                </a:solidFill>
                <a:cs typeface="Calibri"/>
              </a:rPr>
              <a:t>A</a:t>
            </a:r>
            <a:r>
              <a:rPr lang="en-GB" dirty="0">
                <a:solidFill>
                  <a:prstClr val="black"/>
                </a:solidFill>
                <a:cs typeface="Calibri"/>
              </a:rPr>
              <a:t>:</a:t>
            </a:r>
            <a:r>
              <a:rPr lang="en-GB" b="1" dirty="0">
                <a:solidFill>
                  <a:prstClr val="black"/>
                </a:solidFill>
                <a:cs typeface="Calibri"/>
              </a:rPr>
              <a:t> </a:t>
            </a:r>
            <a:r>
              <a:rPr lang="ja-JP" altLang="en-US" b="1" dirty="0">
                <a:solidFill>
                  <a:prstClr val="black"/>
                </a:solidFill>
                <a:cs typeface="Calibri"/>
              </a:rPr>
              <a:t>日常生活での利用</a:t>
            </a:r>
            <a:endParaRPr lang="en-GB" b="1" dirty="0">
              <a:solidFill>
                <a:prstClr val="black"/>
              </a:solidFill>
              <a:cs typeface="Calibri"/>
            </a:endParaRPr>
          </a:p>
          <a:p>
            <a:pPr marL="268288" marR="5080" indent="-255588">
              <a:lnSpc>
                <a:spcPts val="2590"/>
              </a:lnSpc>
              <a:spcBef>
                <a:spcPts val="425"/>
              </a:spcBef>
              <a:defRPr/>
            </a:pPr>
            <a:r>
              <a:rPr kumimoji="0" lang="ja-JP" altLang="en-US" sz="2400" b="1" i="0" u="none" strike="noStrike" kern="1200" cap="none" spc="0" normalizeH="0" baseline="0" noProof="0" dirty="0">
                <a:ln>
                  <a:noFill/>
                </a:ln>
                <a:solidFill>
                  <a:prstClr val="black"/>
                </a:solidFill>
                <a:effectLst/>
                <a:uLnTx/>
                <a:uFillTx/>
                <a:latin typeface="Calibri"/>
                <a:ea typeface="+mn-ea"/>
                <a:cs typeface="Calibri"/>
              </a:rPr>
              <a:t>語彙</a:t>
            </a:r>
            <a:r>
              <a:rPr kumimoji="0" lang="en-GB" sz="240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400" i="0" u="none" strike="noStrike" kern="1200" cap="none" spc="0" normalizeH="0" baseline="0" noProof="0" dirty="0">
                <a:ln>
                  <a:noFill/>
                </a:ln>
                <a:solidFill>
                  <a:prstClr val="black"/>
                </a:solidFill>
                <a:effectLst/>
                <a:uLnTx/>
                <a:uFillTx/>
                <a:latin typeface="Calibri"/>
                <a:ea typeface="+mn-ea"/>
                <a:cs typeface="Calibri"/>
              </a:rPr>
              <a:t>数は少なく定義は厳密である</a:t>
            </a:r>
            <a:endParaRPr lang="en-GB" sz="2400" dirty="0">
              <a:solidFill>
                <a:prstClr val="black"/>
              </a:solidFill>
              <a:latin typeface="Calibri"/>
              <a:cs typeface="Calibri"/>
            </a:endParaRPr>
          </a:p>
          <a:p>
            <a:pPr marL="268288" marR="5080" indent="-255588">
              <a:lnSpc>
                <a:spcPts val="2590"/>
              </a:lnSpc>
              <a:spcBef>
                <a:spcPts val="425"/>
              </a:spcBef>
              <a:defRPr/>
            </a:pPr>
            <a:r>
              <a:rPr lang="ja-JP" altLang="en-US" sz="2400" b="1" dirty="0">
                <a:solidFill>
                  <a:prstClr val="black"/>
                </a:solidFill>
                <a:cs typeface="Calibri"/>
                <a:hlinkClick r:id="rId3"/>
              </a:rPr>
              <a:t>派生語</a:t>
            </a:r>
            <a:r>
              <a:rPr lang="ja-JP" altLang="en-US" sz="2400" b="1" dirty="0">
                <a:solidFill>
                  <a:prstClr val="black"/>
                </a:solidFill>
                <a:cs typeface="Calibri"/>
              </a:rPr>
              <a:t>なし</a:t>
            </a:r>
            <a:r>
              <a:rPr lang="en-GB" sz="2400" dirty="0">
                <a:solidFill>
                  <a:prstClr val="black"/>
                </a:solidFill>
                <a:cs typeface="Calibri"/>
              </a:rPr>
              <a:t>: </a:t>
            </a:r>
            <a:r>
              <a:rPr lang="ja-JP" altLang="en-US" sz="2400" dirty="0">
                <a:solidFill>
                  <a:prstClr val="black"/>
                </a:solidFill>
                <a:cs typeface="Calibri"/>
              </a:rPr>
              <a:t>語の期限や歴史に関連のある語</a:t>
            </a:r>
            <a:endParaRPr lang="en-GB" sz="2400" b="1" dirty="0">
              <a:solidFill>
                <a:prstClr val="black"/>
              </a:solidFill>
              <a:cs typeface="Calibri"/>
            </a:endParaRPr>
          </a:p>
          <a:p>
            <a:pPr marL="725488" marR="5080" lvl="1" indent="-255588">
              <a:lnSpc>
                <a:spcPts val="2590"/>
              </a:lnSpc>
              <a:spcBef>
                <a:spcPts val="425"/>
              </a:spcBef>
              <a:defRPr/>
            </a:pPr>
            <a:r>
              <a:rPr lang="en-GB" sz="2000" dirty="0">
                <a:solidFill>
                  <a:prstClr val="black"/>
                </a:solidFill>
                <a:cs typeface="Calibri"/>
              </a:rPr>
              <a:t>thought(</a:t>
            </a:r>
            <a:r>
              <a:rPr lang="ja-JP" altLang="en-US" sz="2000" dirty="0">
                <a:solidFill>
                  <a:prstClr val="black"/>
                </a:solidFill>
                <a:cs typeface="Calibri"/>
              </a:rPr>
              <a:t>名詞</a:t>
            </a:r>
            <a:r>
              <a:rPr lang="en-GB" sz="2000" dirty="0">
                <a:solidFill>
                  <a:prstClr val="black"/>
                </a:solidFill>
                <a:cs typeface="Calibri"/>
              </a:rPr>
              <a:t>) / think(</a:t>
            </a:r>
            <a:r>
              <a:rPr lang="ja-JP" altLang="en-US" sz="2000" dirty="0">
                <a:solidFill>
                  <a:prstClr val="black"/>
                </a:solidFill>
                <a:cs typeface="Calibri"/>
              </a:rPr>
              <a:t>動詞</a:t>
            </a:r>
            <a:r>
              <a:rPr lang="en-GB" sz="2000" dirty="0">
                <a:solidFill>
                  <a:prstClr val="black"/>
                </a:solidFill>
                <a:cs typeface="Calibri"/>
              </a:rPr>
              <a:t>) </a:t>
            </a:r>
            <a:r>
              <a:rPr lang="ja-JP" altLang="en-US" sz="2000" dirty="0">
                <a:solidFill>
                  <a:prstClr val="black"/>
                </a:solidFill>
                <a:cs typeface="Calibri"/>
              </a:rPr>
              <a:t>→</a:t>
            </a:r>
            <a:r>
              <a:rPr lang="en-GB" altLang="ja-JP" sz="2000" dirty="0">
                <a:solidFill>
                  <a:prstClr val="black"/>
                </a:solidFill>
                <a:cs typeface="Calibri"/>
              </a:rPr>
              <a:t> </a:t>
            </a:r>
            <a:r>
              <a:rPr lang="en-GB" altLang="ja-JP" sz="2000" b="1" dirty="0">
                <a:solidFill>
                  <a:prstClr val="black"/>
                </a:solidFill>
                <a:cs typeface="Calibri"/>
              </a:rPr>
              <a:t>think</a:t>
            </a:r>
            <a:r>
              <a:rPr lang="en-GB" altLang="ja-JP" sz="2000" dirty="0">
                <a:solidFill>
                  <a:prstClr val="black"/>
                </a:solidFill>
                <a:cs typeface="Calibri"/>
              </a:rPr>
              <a:t>(</a:t>
            </a:r>
            <a:r>
              <a:rPr lang="ja-JP" altLang="en-US" sz="2000" dirty="0">
                <a:solidFill>
                  <a:prstClr val="black"/>
                </a:solidFill>
                <a:cs typeface="Calibri"/>
              </a:rPr>
              <a:t>名詞</a:t>
            </a:r>
            <a:r>
              <a:rPr lang="en-GB" altLang="ja-JP" sz="2000" dirty="0">
                <a:solidFill>
                  <a:prstClr val="black"/>
                </a:solidFill>
                <a:cs typeface="Calibri"/>
              </a:rPr>
              <a:t> &amp; </a:t>
            </a:r>
            <a:r>
              <a:rPr lang="ja-JP" altLang="en-US" sz="2000" dirty="0">
                <a:solidFill>
                  <a:prstClr val="black"/>
                </a:solidFill>
                <a:cs typeface="Calibri"/>
              </a:rPr>
              <a:t>動詞</a:t>
            </a:r>
            <a:r>
              <a:rPr lang="en-GB" altLang="ja-JP" sz="2000" dirty="0">
                <a:solidFill>
                  <a:prstClr val="black"/>
                </a:solidFill>
                <a:cs typeface="Calibri"/>
              </a:rPr>
              <a:t>)</a:t>
            </a:r>
          </a:p>
          <a:p>
            <a:pPr marL="725488" marR="5080" lvl="1" indent="-255588">
              <a:lnSpc>
                <a:spcPts val="2590"/>
              </a:lnSpc>
              <a:spcBef>
                <a:spcPts val="425"/>
              </a:spcBef>
              <a:defRPr/>
            </a:pPr>
            <a:r>
              <a:rPr lang="en-GB" sz="2000" dirty="0">
                <a:solidFill>
                  <a:prstClr val="black"/>
                </a:solidFill>
                <a:cs typeface="Calibri"/>
              </a:rPr>
              <a:t>knife(</a:t>
            </a:r>
            <a:r>
              <a:rPr lang="ja-JP" altLang="en-US" sz="2000" dirty="0">
                <a:solidFill>
                  <a:prstClr val="black"/>
                </a:solidFill>
                <a:cs typeface="Calibri"/>
              </a:rPr>
              <a:t>名詞</a:t>
            </a:r>
            <a:r>
              <a:rPr lang="en-GB" sz="2000" dirty="0">
                <a:solidFill>
                  <a:prstClr val="black"/>
                </a:solidFill>
                <a:cs typeface="Calibri"/>
              </a:rPr>
              <a:t>) / cut(</a:t>
            </a:r>
            <a:r>
              <a:rPr lang="ja-JP" altLang="en-US" sz="2000" dirty="0">
                <a:solidFill>
                  <a:prstClr val="black"/>
                </a:solidFill>
                <a:cs typeface="Calibri"/>
              </a:rPr>
              <a:t>動詞</a:t>
            </a:r>
            <a:r>
              <a:rPr lang="en-GB" sz="2000" dirty="0">
                <a:solidFill>
                  <a:prstClr val="black"/>
                </a:solidFill>
                <a:cs typeface="Calibri"/>
              </a:rPr>
              <a:t>) </a:t>
            </a:r>
            <a:r>
              <a:rPr lang="ja-JP" altLang="en-US" sz="2000" dirty="0">
                <a:solidFill>
                  <a:prstClr val="black"/>
                </a:solidFill>
                <a:cs typeface="Calibri"/>
              </a:rPr>
              <a:t>→</a:t>
            </a:r>
            <a:r>
              <a:rPr lang="en-GB" altLang="ja-JP" sz="2000" dirty="0">
                <a:solidFill>
                  <a:prstClr val="black"/>
                </a:solidFill>
                <a:cs typeface="Calibri"/>
              </a:rPr>
              <a:t> </a:t>
            </a:r>
            <a:r>
              <a:rPr lang="en-GB" sz="2000" b="1" dirty="0">
                <a:solidFill>
                  <a:prstClr val="black"/>
                </a:solidFill>
                <a:cs typeface="Calibri"/>
              </a:rPr>
              <a:t>knife</a:t>
            </a:r>
            <a:r>
              <a:rPr lang="en-GB" altLang="ja-JP" sz="2000" dirty="0">
                <a:solidFill>
                  <a:prstClr val="black"/>
                </a:solidFill>
                <a:cs typeface="Calibri"/>
              </a:rPr>
              <a:t>(</a:t>
            </a:r>
            <a:r>
              <a:rPr lang="ja-JP" altLang="en-US" sz="2000" dirty="0">
                <a:solidFill>
                  <a:prstClr val="black"/>
                </a:solidFill>
                <a:cs typeface="Calibri"/>
              </a:rPr>
              <a:t>名詞</a:t>
            </a:r>
            <a:r>
              <a:rPr lang="en-GB" altLang="ja-JP" sz="2000" dirty="0">
                <a:solidFill>
                  <a:prstClr val="black"/>
                </a:solidFill>
                <a:cs typeface="Calibri"/>
              </a:rPr>
              <a:t> &amp; </a:t>
            </a:r>
            <a:r>
              <a:rPr lang="ja-JP" altLang="en-US" sz="2000" dirty="0">
                <a:solidFill>
                  <a:prstClr val="black"/>
                </a:solidFill>
                <a:cs typeface="Calibri"/>
              </a:rPr>
              <a:t>動詞</a:t>
            </a:r>
            <a:r>
              <a:rPr lang="en-GB" altLang="ja-JP" sz="2000" dirty="0">
                <a:solidFill>
                  <a:prstClr val="black"/>
                </a:solidFill>
                <a:cs typeface="Calibri"/>
              </a:rPr>
              <a:t>)</a:t>
            </a:r>
          </a:p>
          <a:p>
            <a:pPr marL="268288" marR="5080" indent="-255588">
              <a:lnSpc>
                <a:spcPts val="2590"/>
              </a:lnSpc>
              <a:spcBef>
                <a:spcPts val="425"/>
              </a:spcBef>
              <a:defRPr/>
            </a:pPr>
            <a:r>
              <a:rPr lang="ja-JP" altLang="en-US" sz="2400" b="1" dirty="0">
                <a:solidFill>
                  <a:prstClr val="black"/>
                </a:solidFill>
                <a:latin typeface="Calibri"/>
                <a:cs typeface="Calibri"/>
              </a:rPr>
              <a:t>接頭辞</a:t>
            </a:r>
            <a:r>
              <a:rPr lang="en-GB" sz="2400" dirty="0">
                <a:solidFill>
                  <a:prstClr val="black"/>
                </a:solidFill>
                <a:latin typeface="Calibri"/>
                <a:cs typeface="Calibri"/>
              </a:rPr>
              <a:t>: </a:t>
            </a:r>
            <a:r>
              <a:rPr lang="ja-JP" altLang="en-US" sz="2400" dirty="0">
                <a:solidFill>
                  <a:prstClr val="black"/>
                </a:solidFill>
                <a:latin typeface="Calibri"/>
                <a:cs typeface="Calibri"/>
              </a:rPr>
              <a:t>意味の強調または否定をする</a:t>
            </a:r>
            <a:endParaRPr lang="en-GB" sz="2400" dirty="0">
              <a:solidFill>
                <a:prstClr val="black"/>
              </a:solidFill>
              <a:latin typeface="Calibri"/>
              <a:cs typeface="Calibri"/>
            </a:endParaRPr>
          </a:p>
          <a:p>
            <a:pPr marL="725488" marR="5080" lvl="1" indent="-255588">
              <a:lnSpc>
                <a:spcPts val="2590"/>
              </a:lnSpc>
              <a:spcBef>
                <a:spcPts val="425"/>
              </a:spcBef>
              <a:defRPr/>
            </a:pPr>
            <a:r>
              <a:rPr lang="en-GB" sz="2000" b="1" i="1" dirty="0">
                <a:solidFill>
                  <a:prstClr val="black"/>
                </a:solidFill>
                <a:latin typeface="Calibri"/>
                <a:cs typeface="Calibri"/>
              </a:rPr>
              <a:t>un-</a:t>
            </a:r>
            <a:r>
              <a:rPr lang="en-GB" sz="2000" dirty="0">
                <a:solidFill>
                  <a:prstClr val="black"/>
                </a:solidFill>
                <a:latin typeface="Calibri"/>
                <a:cs typeface="Calibri"/>
              </a:rPr>
              <a:t> + good</a:t>
            </a:r>
            <a:r>
              <a:rPr lang="en-GB" sz="2000" dirty="0">
                <a:solidFill>
                  <a:prstClr val="black"/>
                </a:solidFill>
                <a:cs typeface="Calibri"/>
              </a:rPr>
              <a:t> </a:t>
            </a:r>
            <a:r>
              <a:rPr lang="ja-JP" altLang="en-US" sz="2000" dirty="0">
                <a:solidFill>
                  <a:prstClr val="black"/>
                </a:solidFill>
                <a:cs typeface="Calibri"/>
              </a:rPr>
              <a:t>→</a:t>
            </a:r>
            <a:r>
              <a:rPr lang="en-GB" altLang="ja-JP" sz="2000" dirty="0">
                <a:solidFill>
                  <a:prstClr val="black"/>
                </a:solidFill>
                <a:cs typeface="Calibri"/>
              </a:rPr>
              <a:t> </a:t>
            </a:r>
            <a:r>
              <a:rPr lang="en-GB" altLang="ja-JP" sz="2000" b="1" dirty="0">
                <a:solidFill>
                  <a:prstClr val="black"/>
                </a:solidFill>
                <a:cs typeface="Calibri"/>
              </a:rPr>
              <a:t>ungood</a:t>
            </a:r>
            <a:r>
              <a:rPr lang="en-GB" altLang="ja-JP" sz="2000" dirty="0">
                <a:solidFill>
                  <a:prstClr val="black"/>
                </a:solidFill>
                <a:cs typeface="Calibri"/>
              </a:rPr>
              <a:t>(</a:t>
            </a:r>
            <a:r>
              <a:rPr lang="ja-JP" altLang="en-US" sz="2000" dirty="0">
                <a:solidFill>
                  <a:prstClr val="black"/>
                </a:solidFill>
                <a:cs typeface="Calibri"/>
              </a:rPr>
              <a:t>≒</a:t>
            </a:r>
            <a:r>
              <a:rPr lang="en-GB" altLang="ja-JP" sz="2000" dirty="0">
                <a:solidFill>
                  <a:prstClr val="black"/>
                </a:solidFill>
                <a:cs typeface="Calibri"/>
              </a:rPr>
              <a:t> </a:t>
            </a:r>
            <a:r>
              <a:rPr lang="en-GB" altLang="ja-JP" sz="2000" dirty="0">
                <a:cs typeface="Calibri"/>
              </a:rPr>
              <a:t>bad</a:t>
            </a:r>
            <a:r>
              <a:rPr lang="en-GB" altLang="ja-JP" sz="2000" dirty="0">
                <a:solidFill>
                  <a:prstClr val="black"/>
                </a:solidFill>
                <a:cs typeface="Calibri"/>
              </a:rPr>
              <a:t>)</a:t>
            </a:r>
          </a:p>
          <a:p>
            <a:pPr marL="725488" marR="5080" lvl="1" indent="-255588">
              <a:lnSpc>
                <a:spcPts val="2590"/>
              </a:lnSpc>
              <a:spcBef>
                <a:spcPts val="425"/>
              </a:spcBef>
              <a:defRPr/>
            </a:pPr>
            <a:r>
              <a:rPr lang="en-GB" sz="2000" b="1" i="1" dirty="0">
                <a:solidFill>
                  <a:prstClr val="black"/>
                </a:solidFill>
                <a:latin typeface="Calibri"/>
                <a:cs typeface="Calibri"/>
              </a:rPr>
              <a:t>plus-</a:t>
            </a:r>
            <a:r>
              <a:rPr lang="en-GB" sz="2000" dirty="0">
                <a:solidFill>
                  <a:prstClr val="black"/>
                </a:solidFill>
                <a:latin typeface="Calibri"/>
                <a:cs typeface="Calibri"/>
              </a:rPr>
              <a:t> + cold </a:t>
            </a:r>
            <a:r>
              <a:rPr lang="ja-JP" altLang="en-US" sz="2000" dirty="0">
                <a:solidFill>
                  <a:prstClr val="black"/>
                </a:solidFill>
                <a:cs typeface="Calibri"/>
              </a:rPr>
              <a:t>→</a:t>
            </a:r>
            <a:r>
              <a:rPr lang="en-GB" altLang="ja-JP" sz="2000" dirty="0">
                <a:solidFill>
                  <a:prstClr val="black"/>
                </a:solidFill>
                <a:cs typeface="Calibri"/>
              </a:rPr>
              <a:t> </a:t>
            </a:r>
            <a:r>
              <a:rPr lang="en-GB" altLang="ja-JP" sz="2000" b="1" dirty="0">
                <a:solidFill>
                  <a:prstClr val="black"/>
                </a:solidFill>
                <a:cs typeface="Calibri"/>
              </a:rPr>
              <a:t>pluscold</a:t>
            </a:r>
            <a:r>
              <a:rPr lang="en-GB" altLang="ja-JP" sz="2000" dirty="0">
                <a:solidFill>
                  <a:prstClr val="black"/>
                </a:solidFill>
                <a:cs typeface="Calibri"/>
              </a:rPr>
              <a:t>(</a:t>
            </a:r>
            <a:r>
              <a:rPr lang="ja-JP" altLang="en-US" sz="2000" dirty="0">
                <a:solidFill>
                  <a:prstClr val="black"/>
                </a:solidFill>
                <a:cs typeface="Calibri"/>
              </a:rPr>
              <a:t>≒</a:t>
            </a:r>
            <a:r>
              <a:rPr lang="en-GB" altLang="ja-JP" sz="2000" dirty="0">
                <a:solidFill>
                  <a:prstClr val="black"/>
                </a:solidFill>
                <a:cs typeface="Calibri"/>
              </a:rPr>
              <a:t> </a:t>
            </a:r>
            <a:r>
              <a:rPr lang="en-GB" altLang="ja-JP" sz="2000" dirty="0">
                <a:cs typeface="Calibri"/>
              </a:rPr>
              <a:t>very cold</a:t>
            </a:r>
            <a:r>
              <a:rPr lang="en-GB" altLang="ja-JP" sz="2000" dirty="0">
                <a:solidFill>
                  <a:prstClr val="black"/>
                </a:solidFill>
                <a:cs typeface="Calibri"/>
              </a:rPr>
              <a:t>) &gt; </a:t>
            </a:r>
            <a:r>
              <a:rPr lang="en-GB" altLang="ja-JP" sz="2000" b="1" i="1" dirty="0">
                <a:solidFill>
                  <a:prstClr val="black"/>
                </a:solidFill>
                <a:cs typeface="Calibri"/>
              </a:rPr>
              <a:t>double</a:t>
            </a:r>
            <a:r>
              <a:rPr lang="en-GB" sz="2000" b="1" i="1" dirty="0">
                <a:solidFill>
                  <a:prstClr val="black"/>
                </a:solidFill>
                <a:cs typeface="Calibri"/>
              </a:rPr>
              <a:t>plus-</a:t>
            </a:r>
            <a:r>
              <a:rPr lang="en-GB" sz="2000" dirty="0">
                <a:solidFill>
                  <a:prstClr val="black"/>
                </a:solidFill>
                <a:cs typeface="Calibri"/>
              </a:rPr>
              <a:t> + cold </a:t>
            </a:r>
            <a:r>
              <a:rPr lang="ja-JP" altLang="en-US" sz="2000" dirty="0">
                <a:solidFill>
                  <a:prstClr val="black"/>
                </a:solidFill>
                <a:cs typeface="Calibri"/>
              </a:rPr>
              <a:t>→</a:t>
            </a:r>
            <a:r>
              <a:rPr lang="en-GB" altLang="ja-JP" sz="2000" dirty="0">
                <a:solidFill>
                  <a:prstClr val="black"/>
                </a:solidFill>
                <a:cs typeface="Calibri"/>
              </a:rPr>
              <a:t> </a:t>
            </a:r>
            <a:r>
              <a:rPr lang="en-GB" altLang="ja-JP" sz="2000" b="1" dirty="0">
                <a:solidFill>
                  <a:prstClr val="black"/>
                </a:solidFill>
                <a:cs typeface="Calibri"/>
              </a:rPr>
              <a:t>doublepluscold</a:t>
            </a:r>
            <a:r>
              <a:rPr lang="en-GB" altLang="ja-JP" sz="2000" dirty="0">
                <a:solidFill>
                  <a:prstClr val="black"/>
                </a:solidFill>
                <a:cs typeface="Calibri"/>
              </a:rPr>
              <a:t>(</a:t>
            </a:r>
            <a:r>
              <a:rPr lang="ja-JP" altLang="en-US" sz="2000" dirty="0">
                <a:solidFill>
                  <a:prstClr val="black"/>
                </a:solidFill>
                <a:cs typeface="Calibri"/>
              </a:rPr>
              <a:t>≒</a:t>
            </a:r>
            <a:r>
              <a:rPr lang="en-GB" altLang="ja-JP" sz="2000" dirty="0">
                <a:solidFill>
                  <a:prstClr val="black"/>
                </a:solidFill>
                <a:cs typeface="Calibri"/>
              </a:rPr>
              <a:t> </a:t>
            </a:r>
            <a:r>
              <a:rPr lang="en-GB" altLang="ja-JP" sz="2000" dirty="0">
                <a:cs typeface="Calibri"/>
              </a:rPr>
              <a:t>superlatively cold</a:t>
            </a:r>
            <a:r>
              <a:rPr lang="en-GB" altLang="ja-JP" sz="2000" dirty="0">
                <a:solidFill>
                  <a:prstClr val="black"/>
                </a:solidFill>
                <a:cs typeface="Calibri"/>
              </a:rPr>
              <a:t>)</a:t>
            </a:r>
            <a:endParaRPr lang="en-GB" sz="2000" dirty="0">
              <a:solidFill>
                <a:prstClr val="black"/>
              </a:solidFill>
              <a:latin typeface="Calibri"/>
              <a:cs typeface="Calibri"/>
            </a:endParaRPr>
          </a:p>
          <a:p>
            <a:pPr marL="268288" marR="5080" indent="-255588">
              <a:lnSpc>
                <a:spcPts val="2590"/>
              </a:lnSpc>
              <a:spcBef>
                <a:spcPts val="425"/>
              </a:spcBef>
              <a:defRPr/>
            </a:pPr>
            <a:r>
              <a:rPr lang="ja-JP" altLang="en-US" sz="2400" b="1" dirty="0">
                <a:solidFill>
                  <a:prstClr val="black"/>
                </a:solidFill>
                <a:cs typeface="Calibri"/>
              </a:rPr>
              <a:t>接尾辞</a:t>
            </a:r>
            <a:r>
              <a:rPr lang="en-GB" sz="2400" dirty="0">
                <a:solidFill>
                  <a:prstClr val="black"/>
                </a:solidFill>
                <a:latin typeface="Calibri"/>
                <a:cs typeface="Calibri"/>
              </a:rPr>
              <a:t>: </a:t>
            </a:r>
            <a:r>
              <a:rPr lang="ja-JP" altLang="en-US" sz="2400" dirty="0">
                <a:solidFill>
                  <a:prstClr val="black"/>
                </a:solidFill>
                <a:latin typeface="Calibri"/>
                <a:cs typeface="Calibri"/>
              </a:rPr>
              <a:t>形容詞もしくは副詞を形成する</a:t>
            </a:r>
            <a:endParaRPr kumimoji="0" lang="en-GB" sz="2000" b="1" i="1" u="none" strike="noStrike" kern="1200" cap="none" spc="0" normalizeH="0" baseline="0" noProof="0" dirty="0">
              <a:ln>
                <a:noFill/>
              </a:ln>
              <a:solidFill>
                <a:prstClr val="black"/>
              </a:solidFill>
              <a:effectLst/>
              <a:uLnTx/>
              <a:uFillTx/>
              <a:latin typeface="Calibri"/>
              <a:ea typeface="+mn-ea"/>
              <a:cs typeface="Calibri"/>
            </a:endParaRPr>
          </a:p>
          <a:p>
            <a:pPr marL="725488" marR="5080" lvl="1" indent="-255588">
              <a:lnSpc>
                <a:spcPts val="2590"/>
              </a:lnSpc>
              <a:spcBef>
                <a:spcPts val="425"/>
              </a:spcBef>
              <a:defRPr/>
            </a:pPr>
            <a:r>
              <a:rPr lang="ja-JP" altLang="en-US" sz="2000" b="1" dirty="0">
                <a:solidFill>
                  <a:prstClr val="black"/>
                </a:solidFill>
                <a:latin typeface="Calibri"/>
                <a:cs typeface="Calibri"/>
              </a:rPr>
              <a:t>形容詞</a:t>
            </a:r>
            <a:r>
              <a:rPr lang="en-GB" sz="2000" dirty="0">
                <a:solidFill>
                  <a:prstClr val="black"/>
                </a:solidFill>
                <a:latin typeface="Calibri"/>
                <a:cs typeface="Calibri"/>
              </a:rPr>
              <a:t>: speed + </a:t>
            </a:r>
            <a:r>
              <a:rPr lang="en-GB" sz="2000" b="1" i="1" dirty="0">
                <a:solidFill>
                  <a:prstClr val="black"/>
                </a:solidFill>
                <a:latin typeface="Calibri"/>
                <a:cs typeface="Calibri"/>
              </a:rPr>
              <a:t>-ful</a:t>
            </a:r>
            <a:r>
              <a:rPr lang="en-GB" sz="2000" dirty="0">
                <a:solidFill>
                  <a:prstClr val="black"/>
                </a:solidFill>
                <a:cs typeface="Calibri"/>
              </a:rPr>
              <a:t> </a:t>
            </a:r>
            <a:r>
              <a:rPr lang="ja-JP" altLang="en-US" sz="2000" dirty="0">
                <a:solidFill>
                  <a:prstClr val="black"/>
                </a:solidFill>
                <a:cs typeface="Calibri"/>
              </a:rPr>
              <a:t>→</a:t>
            </a:r>
            <a:r>
              <a:rPr lang="en-GB" altLang="ja-JP" sz="2000" dirty="0">
                <a:solidFill>
                  <a:prstClr val="black"/>
                </a:solidFill>
                <a:cs typeface="Calibri"/>
              </a:rPr>
              <a:t> speedful(</a:t>
            </a:r>
            <a:r>
              <a:rPr lang="ja-JP" altLang="en-US" sz="2000" dirty="0">
                <a:solidFill>
                  <a:prstClr val="black"/>
                </a:solidFill>
                <a:cs typeface="Calibri"/>
              </a:rPr>
              <a:t>≒</a:t>
            </a:r>
            <a:r>
              <a:rPr lang="en-GB" altLang="ja-JP" sz="2000" dirty="0">
                <a:solidFill>
                  <a:prstClr val="black"/>
                </a:solidFill>
                <a:cs typeface="Calibri"/>
              </a:rPr>
              <a:t> </a:t>
            </a:r>
            <a:r>
              <a:rPr lang="en-GB" altLang="ja-JP" sz="2000" dirty="0">
                <a:cs typeface="Calibri"/>
              </a:rPr>
              <a:t>rapid</a:t>
            </a:r>
            <a:r>
              <a:rPr lang="en-GB" altLang="ja-JP" sz="2000" dirty="0">
                <a:solidFill>
                  <a:prstClr val="black"/>
                </a:solidFill>
                <a:cs typeface="Calibri"/>
              </a:rPr>
              <a:t>)</a:t>
            </a:r>
            <a:endParaRPr lang="en-GB" sz="2000" b="1" dirty="0">
              <a:solidFill>
                <a:prstClr val="black"/>
              </a:solidFill>
              <a:latin typeface="Calibri"/>
              <a:cs typeface="Calibri"/>
            </a:endParaRPr>
          </a:p>
          <a:p>
            <a:pPr marL="725488" marR="5080" lvl="1" indent="-255588">
              <a:lnSpc>
                <a:spcPts val="2590"/>
              </a:lnSpc>
              <a:spcBef>
                <a:spcPts val="425"/>
              </a:spcBef>
              <a:defRPr/>
            </a:pPr>
            <a:r>
              <a:rPr lang="ja-JP" altLang="en-US" sz="2000" b="1" dirty="0">
                <a:solidFill>
                  <a:prstClr val="black"/>
                </a:solidFill>
                <a:cs typeface="Calibri"/>
              </a:rPr>
              <a:t>副詞</a:t>
            </a:r>
            <a:r>
              <a:rPr lang="en-GB" sz="2000" dirty="0">
                <a:solidFill>
                  <a:prstClr val="black"/>
                </a:solidFill>
                <a:cs typeface="Calibri"/>
              </a:rPr>
              <a:t>: speed + </a:t>
            </a:r>
            <a:r>
              <a:rPr lang="en-GB" sz="2000" b="1" i="1" dirty="0">
                <a:solidFill>
                  <a:prstClr val="black"/>
                </a:solidFill>
                <a:cs typeface="Calibri"/>
              </a:rPr>
              <a:t>-wise</a:t>
            </a:r>
            <a:r>
              <a:rPr lang="en-GB" sz="2000" dirty="0">
                <a:solidFill>
                  <a:prstClr val="black"/>
                </a:solidFill>
                <a:cs typeface="Calibri"/>
              </a:rPr>
              <a:t> </a:t>
            </a:r>
            <a:r>
              <a:rPr lang="ja-JP" altLang="en-US" sz="2000" dirty="0">
                <a:solidFill>
                  <a:prstClr val="black"/>
                </a:solidFill>
                <a:cs typeface="Calibri"/>
              </a:rPr>
              <a:t>→</a:t>
            </a:r>
            <a:r>
              <a:rPr lang="en-GB" altLang="ja-JP" sz="2000" dirty="0">
                <a:solidFill>
                  <a:prstClr val="black"/>
                </a:solidFill>
                <a:cs typeface="Calibri"/>
              </a:rPr>
              <a:t> speedwise(</a:t>
            </a:r>
            <a:r>
              <a:rPr lang="ja-JP" altLang="en-US" sz="2000" dirty="0">
                <a:solidFill>
                  <a:prstClr val="black"/>
                </a:solidFill>
                <a:cs typeface="Calibri"/>
              </a:rPr>
              <a:t>≒</a:t>
            </a:r>
            <a:r>
              <a:rPr lang="en-GB" altLang="ja-JP" sz="2000" dirty="0">
                <a:solidFill>
                  <a:prstClr val="black"/>
                </a:solidFill>
                <a:cs typeface="Calibri"/>
              </a:rPr>
              <a:t> </a:t>
            </a:r>
            <a:r>
              <a:rPr lang="en-GB" altLang="ja-JP" sz="2000" dirty="0">
                <a:cs typeface="Calibri"/>
              </a:rPr>
              <a:t>rapidly</a:t>
            </a:r>
            <a:r>
              <a:rPr lang="en-GB" altLang="ja-JP" sz="2000" dirty="0">
                <a:solidFill>
                  <a:prstClr val="black"/>
                </a:solidFill>
                <a:cs typeface="Calibri"/>
              </a:rPr>
              <a:t>)</a:t>
            </a:r>
            <a:endParaRPr kumimoji="0" lang="en-GB" sz="20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 name="Rectangle 2">
            <a:extLst>
              <a:ext uri="{FF2B5EF4-FFF2-40B4-BE49-F238E27FC236}">
                <a16:creationId xmlns:a16="http://schemas.microsoft.com/office/drawing/2014/main" id="{307AEBAC-5C37-0F81-B8C0-30796A28A456}"/>
              </a:ext>
            </a:extLst>
          </p:cNvPr>
          <p:cNvSpPr/>
          <p:nvPr/>
        </p:nvSpPr>
        <p:spPr>
          <a:xfrm>
            <a:off x="847986" y="3754074"/>
            <a:ext cx="10426817" cy="11534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02010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D15321D6-C273-810C-05D3-28A327B921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E860D7-6992-2054-8493-F3E52643D28C}"/>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5DB39949-3B8E-8B17-5E7C-5DB89B6B15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96B030AE-1A72-9A7D-C8D8-D721151DE53F}"/>
              </a:ext>
            </a:extLst>
          </p:cNvPr>
          <p:cNvSpPr>
            <a:spLocks noGrp="1"/>
          </p:cNvSpPr>
          <p:nvPr>
            <p:ph idx="1"/>
          </p:nvPr>
        </p:nvSpPr>
        <p:spPr>
          <a:xfrm>
            <a:off x="838200" y="1825625"/>
            <a:ext cx="10515600" cy="4351338"/>
          </a:xfrm>
        </p:spPr>
        <p:txBody>
          <a:bodyPr>
            <a:normAutofit fontScale="85000" lnSpcReduction="10000"/>
          </a:bodyPr>
          <a:lstStyle/>
          <a:p>
            <a:pPr marL="12700" marR="5080" indent="0">
              <a:lnSpc>
                <a:spcPts val="2590"/>
              </a:lnSpc>
              <a:spcBef>
                <a:spcPts val="425"/>
              </a:spcBef>
              <a:buNone/>
              <a:defRPr/>
            </a:pPr>
            <a:r>
              <a:rPr lang="ja-JP" altLang="en-US" b="1" dirty="0">
                <a:solidFill>
                  <a:prstClr val="black"/>
                </a:solidFill>
                <a:cs typeface="Calibri"/>
              </a:rPr>
              <a:t>語彙群</a:t>
            </a:r>
            <a:r>
              <a:rPr lang="en-GB" b="1" dirty="0">
                <a:solidFill>
                  <a:prstClr val="black"/>
                </a:solidFill>
                <a:cs typeface="Calibri"/>
              </a:rPr>
              <a:t>A: </a:t>
            </a:r>
            <a:r>
              <a:rPr lang="ja-JP" altLang="en-US" b="1" dirty="0">
                <a:solidFill>
                  <a:prstClr val="black"/>
                </a:solidFill>
                <a:cs typeface="Calibri"/>
              </a:rPr>
              <a:t>日常生活での利用</a:t>
            </a:r>
            <a:endParaRPr lang="en-GB" b="1"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cs typeface="Calibri"/>
              </a:rPr>
              <a:t>略記</a:t>
            </a:r>
            <a:r>
              <a:rPr lang="en-GB" sz="2400" dirty="0">
                <a:solidFill>
                  <a:prstClr val="black"/>
                </a:solidFill>
                <a:cs typeface="Calibri"/>
              </a:rPr>
              <a:t>: </a:t>
            </a:r>
            <a:r>
              <a:rPr lang="ja-JP" altLang="en-US" sz="2400" dirty="0">
                <a:solidFill>
                  <a:prstClr val="black"/>
                </a:solidFill>
                <a:cs typeface="Calibri"/>
              </a:rPr>
              <a:t>意味を</a:t>
            </a:r>
            <a:r>
              <a:rPr lang="ja-JP" altLang="en-US" sz="2400" b="1" dirty="0">
                <a:solidFill>
                  <a:prstClr val="black"/>
                </a:solidFill>
                <a:cs typeface="Calibri"/>
              </a:rPr>
              <a:t>真逆</a:t>
            </a:r>
            <a:r>
              <a:rPr lang="ja-JP" altLang="en-US" sz="2400" dirty="0">
                <a:solidFill>
                  <a:prstClr val="black"/>
                </a:solidFill>
                <a:cs typeface="Calibri"/>
              </a:rPr>
              <a:t>もしくは</a:t>
            </a:r>
            <a:r>
              <a:rPr lang="ja-JP" altLang="en-US" sz="2400" b="1" dirty="0">
                <a:solidFill>
                  <a:prstClr val="black"/>
                </a:solidFill>
                <a:cs typeface="Calibri"/>
              </a:rPr>
              <a:t>曖昧にする</a:t>
            </a:r>
            <a:endParaRPr lang="en-GB" sz="2400" b="1" dirty="0">
              <a:solidFill>
                <a:prstClr val="black"/>
              </a:solidFill>
              <a:cs typeface="Calibri"/>
            </a:endParaRPr>
          </a:p>
          <a:p>
            <a:pPr marL="725488" marR="5080" lvl="1" indent="-255588">
              <a:lnSpc>
                <a:spcPts val="2590"/>
              </a:lnSpc>
              <a:spcBef>
                <a:spcPts val="425"/>
              </a:spcBef>
              <a:defRPr/>
            </a:pPr>
            <a:r>
              <a:rPr lang="en-GB" sz="2000" b="1" dirty="0">
                <a:solidFill>
                  <a:prstClr val="black"/>
                </a:solidFill>
                <a:cs typeface="Calibri"/>
              </a:rPr>
              <a:t>joy</a:t>
            </a:r>
            <a:r>
              <a:rPr lang="en-GB" sz="2000" dirty="0">
                <a:solidFill>
                  <a:prstClr val="black"/>
                </a:solidFill>
                <a:cs typeface="Calibri"/>
              </a:rPr>
              <a:t>camp(= </a:t>
            </a:r>
            <a:r>
              <a:rPr lang="en-GB" sz="2000" b="1" dirty="0">
                <a:solidFill>
                  <a:prstClr val="black"/>
                </a:solidFill>
                <a:cs typeface="Calibri"/>
              </a:rPr>
              <a:t>forced-labour</a:t>
            </a:r>
            <a:r>
              <a:rPr lang="en-GB" sz="2000" dirty="0">
                <a:solidFill>
                  <a:prstClr val="black"/>
                </a:solidFill>
                <a:cs typeface="Calibri"/>
              </a:rPr>
              <a:t> camp</a:t>
            </a:r>
            <a:r>
              <a:rPr lang="ja-JP" altLang="en-US" sz="2000" dirty="0">
                <a:solidFill>
                  <a:prstClr val="black"/>
                </a:solidFill>
                <a:cs typeface="Calibri"/>
              </a:rPr>
              <a:t>「強制収容所」</a:t>
            </a:r>
            <a:r>
              <a:rPr lang="en-GB" sz="2000" dirty="0">
                <a:solidFill>
                  <a:prstClr val="black"/>
                </a:solidFill>
                <a:cs typeface="Calibri"/>
              </a:rPr>
              <a:t>)</a:t>
            </a:r>
          </a:p>
          <a:p>
            <a:pPr marL="725488" marR="5080" lvl="1" indent="-255588">
              <a:lnSpc>
                <a:spcPts val="2590"/>
              </a:lnSpc>
              <a:spcBef>
                <a:spcPts val="425"/>
              </a:spcBef>
              <a:defRPr/>
            </a:pPr>
            <a:r>
              <a:rPr lang="en-GB" sz="2000" dirty="0">
                <a:solidFill>
                  <a:prstClr val="black"/>
                </a:solidFill>
                <a:cs typeface="Calibri"/>
              </a:rPr>
              <a:t>Minipax(= Ministry of </a:t>
            </a:r>
            <a:r>
              <a:rPr lang="en-GB" sz="2000" b="1" dirty="0">
                <a:solidFill>
                  <a:prstClr val="black"/>
                </a:solidFill>
                <a:cs typeface="Calibri"/>
              </a:rPr>
              <a:t>Peace</a:t>
            </a:r>
            <a:r>
              <a:rPr lang="ja-JP" altLang="en-US" sz="2000" dirty="0">
                <a:solidFill>
                  <a:prstClr val="black"/>
                </a:solidFill>
                <a:cs typeface="Calibri"/>
              </a:rPr>
              <a:t>「</a:t>
            </a:r>
            <a:r>
              <a:rPr lang="ja-JP" altLang="en-US" sz="2000" b="1" dirty="0">
                <a:solidFill>
                  <a:prstClr val="black"/>
                </a:solidFill>
                <a:cs typeface="Calibri"/>
              </a:rPr>
              <a:t>平和</a:t>
            </a:r>
            <a:r>
              <a:rPr lang="ja-JP" altLang="en-US" sz="2000" dirty="0">
                <a:solidFill>
                  <a:prstClr val="black"/>
                </a:solidFill>
                <a:cs typeface="Calibri"/>
              </a:rPr>
              <a:t>省」</a:t>
            </a:r>
            <a:r>
              <a:rPr lang="en-GB" sz="2000" dirty="0">
                <a:solidFill>
                  <a:prstClr val="black"/>
                </a:solidFill>
                <a:cs typeface="Calibri"/>
              </a:rPr>
              <a:t> = Ministry of </a:t>
            </a:r>
            <a:r>
              <a:rPr lang="en-GB" sz="2000" b="1" dirty="0">
                <a:solidFill>
                  <a:prstClr val="black"/>
                </a:solidFill>
                <a:cs typeface="Calibri"/>
              </a:rPr>
              <a:t>War</a:t>
            </a:r>
            <a:r>
              <a:rPr lang="ja-JP" altLang="en-US" sz="2000" dirty="0">
                <a:solidFill>
                  <a:prstClr val="black"/>
                </a:solidFill>
                <a:cs typeface="Calibri"/>
              </a:rPr>
              <a:t>「</a:t>
            </a:r>
            <a:r>
              <a:rPr lang="ja-JP" altLang="en-US" sz="2000" b="1" dirty="0">
                <a:solidFill>
                  <a:prstClr val="black"/>
                </a:solidFill>
                <a:cs typeface="Calibri"/>
              </a:rPr>
              <a:t>戦争</a:t>
            </a:r>
            <a:r>
              <a:rPr lang="ja-JP" altLang="en-US" sz="2000" dirty="0">
                <a:solidFill>
                  <a:prstClr val="black"/>
                </a:solidFill>
                <a:cs typeface="Calibri"/>
              </a:rPr>
              <a:t>省」</a:t>
            </a:r>
            <a:r>
              <a:rPr lang="en-GB" sz="2000" dirty="0">
                <a:solidFill>
                  <a:prstClr val="black"/>
                </a:solidFill>
                <a:cs typeface="Calibri"/>
              </a:rPr>
              <a:t>)</a:t>
            </a:r>
          </a:p>
          <a:p>
            <a:pPr marL="725488" marR="5080" lvl="1" indent="-255588">
              <a:lnSpc>
                <a:spcPts val="2590"/>
              </a:lnSpc>
              <a:spcBef>
                <a:spcPts val="425"/>
              </a:spcBef>
              <a:defRPr/>
            </a:pPr>
            <a:r>
              <a:rPr lang="en-GB" sz="2000" dirty="0">
                <a:solidFill>
                  <a:prstClr val="black"/>
                </a:solidFill>
                <a:cs typeface="Calibri"/>
              </a:rPr>
              <a:t>Minitrue(= Ministry of </a:t>
            </a:r>
            <a:r>
              <a:rPr lang="en-GB" sz="2000" b="1" dirty="0">
                <a:solidFill>
                  <a:prstClr val="black"/>
                </a:solidFill>
                <a:cs typeface="Calibri"/>
              </a:rPr>
              <a:t>Truth</a:t>
            </a:r>
            <a:r>
              <a:rPr lang="ja-JP" altLang="en-US" sz="2000" dirty="0">
                <a:solidFill>
                  <a:prstClr val="black"/>
                </a:solidFill>
                <a:cs typeface="Calibri"/>
              </a:rPr>
              <a:t>「</a:t>
            </a:r>
            <a:r>
              <a:rPr lang="ja-JP" altLang="en-US" sz="2000" b="1" dirty="0">
                <a:solidFill>
                  <a:prstClr val="black"/>
                </a:solidFill>
                <a:cs typeface="Calibri"/>
              </a:rPr>
              <a:t>真理</a:t>
            </a:r>
            <a:r>
              <a:rPr lang="ja-JP" altLang="en-US" sz="2000" dirty="0">
                <a:solidFill>
                  <a:prstClr val="black"/>
                </a:solidFill>
                <a:cs typeface="Calibri"/>
              </a:rPr>
              <a:t>省」</a:t>
            </a:r>
            <a:r>
              <a:rPr lang="en-GB" sz="2000" dirty="0">
                <a:solidFill>
                  <a:prstClr val="black"/>
                </a:solidFill>
                <a:cs typeface="Calibri"/>
              </a:rPr>
              <a:t> = Ministry </a:t>
            </a:r>
            <a:r>
              <a:rPr lang="en-GB" sz="2000" b="1" dirty="0">
                <a:solidFill>
                  <a:prstClr val="black"/>
                </a:solidFill>
                <a:cs typeface="Calibri"/>
              </a:rPr>
              <a:t>manipulating historical records</a:t>
            </a:r>
            <a:r>
              <a:rPr lang="ja-JP" altLang="en-US" sz="2000" dirty="0">
                <a:solidFill>
                  <a:prstClr val="black"/>
                </a:solidFill>
                <a:cs typeface="Calibri"/>
              </a:rPr>
              <a:t>「</a:t>
            </a:r>
            <a:r>
              <a:rPr lang="ja-JP" altLang="en-US" sz="2000" b="1" dirty="0">
                <a:solidFill>
                  <a:prstClr val="black"/>
                </a:solidFill>
                <a:cs typeface="Calibri"/>
              </a:rPr>
              <a:t>歴史改竄</a:t>
            </a:r>
            <a:r>
              <a:rPr lang="ja-JP" altLang="en-US" sz="2000" dirty="0">
                <a:solidFill>
                  <a:prstClr val="black"/>
                </a:solidFill>
                <a:cs typeface="Calibri"/>
              </a:rPr>
              <a:t>賞」</a:t>
            </a:r>
            <a:r>
              <a:rPr lang="en-GB" sz="2000" dirty="0">
                <a:solidFill>
                  <a:prstClr val="black"/>
                </a:solidFill>
                <a:cs typeface="Calibri"/>
              </a:rPr>
              <a:t>)</a:t>
            </a:r>
          </a:p>
          <a:p>
            <a:pPr marL="725488" marR="5080" lvl="1" indent="-255588">
              <a:lnSpc>
                <a:spcPts val="2590"/>
              </a:lnSpc>
              <a:spcBef>
                <a:spcPts val="425"/>
              </a:spcBef>
              <a:defRPr/>
            </a:pPr>
            <a:r>
              <a:rPr lang="en-GB" sz="2000" dirty="0">
                <a:solidFill>
                  <a:prstClr val="black"/>
                </a:solidFill>
                <a:cs typeface="Calibri"/>
              </a:rPr>
              <a:t>Miniluv(Ministry of </a:t>
            </a:r>
            <a:r>
              <a:rPr lang="en-GB" sz="2000" b="1" dirty="0">
                <a:solidFill>
                  <a:prstClr val="black"/>
                </a:solidFill>
                <a:cs typeface="Calibri"/>
              </a:rPr>
              <a:t>Love</a:t>
            </a:r>
            <a:r>
              <a:rPr lang="ja-JP" altLang="en-US" sz="2000" dirty="0">
                <a:solidFill>
                  <a:prstClr val="black"/>
                </a:solidFill>
                <a:cs typeface="Calibri"/>
              </a:rPr>
              <a:t>「</a:t>
            </a:r>
            <a:r>
              <a:rPr lang="ja-JP" altLang="en-US" sz="2000" b="1" dirty="0">
                <a:solidFill>
                  <a:prstClr val="black"/>
                </a:solidFill>
                <a:cs typeface="Calibri"/>
              </a:rPr>
              <a:t>愛情</a:t>
            </a:r>
            <a:r>
              <a:rPr lang="ja-JP" altLang="en-US" sz="2000" dirty="0">
                <a:solidFill>
                  <a:prstClr val="black"/>
                </a:solidFill>
                <a:cs typeface="Calibri"/>
              </a:rPr>
              <a:t>省」</a:t>
            </a:r>
            <a:r>
              <a:rPr lang="en-GB" sz="2000" dirty="0">
                <a:solidFill>
                  <a:prstClr val="black"/>
                </a:solidFill>
                <a:cs typeface="Calibri"/>
              </a:rPr>
              <a:t> = Ministry </a:t>
            </a:r>
            <a:r>
              <a:rPr lang="en-GB" sz="2000" b="1" dirty="0">
                <a:solidFill>
                  <a:prstClr val="black"/>
                </a:solidFill>
                <a:cs typeface="Calibri"/>
              </a:rPr>
              <a:t>forcing rebels to love Big Brother by tortures</a:t>
            </a:r>
            <a:r>
              <a:rPr lang="ja-JP" altLang="en-US" sz="2000" dirty="0">
                <a:solidFill>
                  <a:prstClr val="black"/>
                </a:solidFill>
                <a:cs typeface="Calibri"/>
              </a:rPr>
              <a:t>「</a:t>
            </a:r>
            <a:r>
              <a:rPr lang="ja-JP" altLang="en-US" sz="2000" b="1" dirty="0">
                <a:solidFill>
                  <a:prstClr val="black"/>
                </a:solidFill>
                <a:cs typeface="Calibri"/>
              </a:rPr>
              <a:t>拷問によって</a:t>
            </a:r>
            <a:r>
              <a:rPr lang="en-GB" altLang="ja-JP" sz="2000" b="1" dirty="0">
                <a:solidFill>
                  <a:prstClr val="black"/>
                </a:solidFill>
                <a:cs typeface="Calibri"/>
              </a:rPr>
              <a:t> Big Bother </a:t>
            </a:r>
            <a:r>
              <a:rPr lang="ja-JP" altLang="en-US" sz="2000" b="1" dirty="0">
                <a:solidFill>
                  <a:prstClr val="black"/>
                </a:solidFill>
                <a:cs typeface="Calibri"/>
              </a:rPr>
              <a:t>を敬愛することを反逆者に強要する</a:t>
            </a:r>
            <a:r>
              <a:rPr lang="ja-JP" altLang="en-US" sz="2000" dirty="0">
                <a:solidFill>
                  <a:prstClr val="black"/>
                </a:solidFill>
                <a:cs typeface="Calibri"/>
              </a:rPr>
              <a:t>省」</a:t>
            </a:r>
            <a:r>
              <a:rPr lang="en-GB" sz="2000" dirty="0">
                <a:solidFill>
                  <a:prstClr val="black"/>
                </a:solidFill>
                <a:cs typeface="Calibri"/>
              </a:rPr>
              <a:t>)</a:t>
            </a:r>
            <a:endParaRPr lang="en-GB" b="1" i="1"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cs typeface="Calibri"/>
              </a:rPr>
              <a:t>屈折変化</a:t>
            </a:r>
            <a:r>
              <a:rPr lang="en-GB" sz="2400" dirty="0">
                <a:solidFill>
                  <a:prstClr val="black"/>
                </a:solidFill>
                <a:cs typeface="Calibri"/>
              </a:rPr>
              <a:t>: </a:t>
            </a:r>
            <a:r>
              <a:rPr lang="ja-JP" altLang="en-US" sz="2400" b="1" dirty="0">
                <a:solidFill>
                  <a:prstClr val="black"/>
                </a:solidFill>
                <a:cs typeface="Calibri"/>
              </a:rPr>
              <a:t>不規則変化</a:t>
            </a:r>
            <a:r>
              <a:rPr lang="ja-JP" altLang="en-US" sz="2400" dirty="0">
                <a:solidFill>
                  <a:prstClr val="black"/>
                </a:solidFill>
                <a:cs typeface="Calibri"/>
              </a:rPr>
              <a:t>が消失し</a:t>
            </a:r>
            <a:r>
              <a:rPr lang="ja-JP" altLang="en-US" sz="2400" dirty="0">
                <a:solidFill>
                  <a:prstClr val="black"/>
                </a:solidFill>
                <a:cs typeface="Calibri"/>
                <a:hlinkClick r:id="rId3"/>
              </a:rPr>
              <a:t>類推</a:t>
            </a:r>
            <a:r>
              <a:rPr lang="ja-JP" altLang="en-US" sz="2400" dirty="0">
                <a:solidFill>
                  <a:prstClr val="black"/>
                </a:solidFill>
                <a:cs typeface="Calibri"/>
              </a:rPr>
              <a:t>が完全に機能する</a:t>
            </a:r>
            <a:endParaRPr lang="en-GB" sz="2400" dirty="0">
              <a:solidFill>
                <a:prstClr val="black"/>
              </a:solidFill>
              <a:cs typeface="Calibri"/>
            </a:endParaRPr>
          </a:p>
          <a:p>
            <a:pPr marL="725488" marR="5080" lvl="1" indent="-255588">
              <a:lnSpc>
                <a:spcPts val="2590"/>
              </a:lnSpc>
              <a:spcBef>
                <a:spcPts val="425"/>
              </a:spcBef>
              <a:defRPr/>
            </a:pPr>
            <a:r>
              <a:rPr lang="ja-JP" altLang="en-US" sz="2000" b="1" dirty="0">
                <a:solidFill>
                  <a:prstClr val="black"/>
                </a:solidFill>
                <a:cs typeface="Calibri"/>
              </a:rPr>
              <a:t>動詞</a:t>
            </a:r>
            <a:r>
              <a:rPr lang="en-GB" sz="2000" dirty="0">
                <a:solidFill>
                  <a:prstClr val="black"/>
                </a:solidFill>
                <a:cs typeface="Calibri"/>
              </a:rPr>
              <a:t>: speak - spoke - spoken </a:t>
            </a:r>
            <a:r>
              <a:rPr lang="ja-JP" altLang="en-US" sz="2000" dirty="0">
                <a:solidFill>
                  <a:prstClr val="black"/>
                </a:solidFill>
                <a:cs typeface="Calibri"/>
              </a:rPr>
              <a:t>→ </a:t>
            </a:r>
            <a:r>
              <a:rPr lang="en-GB" altLang="ja-JP" sz="2000" dirty="0">
                <a:solidFill>
                  <a:prstClr val="black"/>
                </a:solidFill>
                <a:cs typeface="Calibri"/>
              </a:rPr>
              <a:t>speak - speak</a:t>
            </a:r>
            <a:r>
              <a:rPr lang="en-GB" altLang="ja-JP" sz="2000" b="1" dirty="0">
                <a:solidFill>
                  <a:prstClr val="black"/>
                </a:solidFill>
                <a:cs typeface="Calibri"/>
              </a:rPr>
              <a:t>ed</a:t>
            </a:r>
            <a:r>
              <a:rPr lang="en-GB" altLang="ja-JP" sz="2000" dirty="0">
                <a:solidFill>
                  <a:prstClr val="black"/>
                </a:solidFill>
                <a:cs typeface="Calibri"/>
              </a:rPr>
              <a:t> - speak</a:t>
            </a:r>
            <a:r>
              <a:rPr lang="en-GB" altLang="ja-JP" sz="2000" b="1" dirty="0">
                <a:solidFill>
                  <a:prstClr val="black"/>
                </a:solidFill>
                <a:cs typeface="Calibri"/>
              </a:rPr>
              <a:t>ed</a:t>
            </a:r>
          </a:p>
          <a:p>
            <a:pPr marL="725488" marR="5080" lvl="1" indent="-255588">
              <a:lnSpc>
                <a:spcPts val="2590"/>
              </a:lnSpc>
              <a:spcBef>
                <a:spcPts val="425"/>
              </a:spcBef>
              <a:defRPr/>
            </a:pPr>
            <a:r>
              <a:rPr lang="ja-JP" altLang="en-US" sz="2000" b="1" dirty="0">
                <a:solidFill>
                  <a:prstClr val="black"/>
                </a:solidFill>
                <a:cs typeface="Calibri"/>
              </a:rPr>
              <a:t>形容詞</a:t>
            </a:r>
            <a:r>
              <a:rPr lang="en-GB" sz="2000" dirty="0">
                <a:solidFill>
                  <a:prstClr val="black"/>
                </a:solidFill>
                <a:cs typeface="Calibri"/>
              </a:rPr>
              <a:t>: good - better - best </a:t>
            </a:r>
            <a:r>
              <a:rPr lang="ja-JP" altLang="en-US" sz="2000" dirty="0">
                <a:solidFill>
                  <a:prstClr val="black"/>
                </a:solidFill>
                <a:cs typeface="Calibri"/>
              </a:rPr>
              <a:t>→ </a:t>
            </a:r>
            <a:r>
              <a:rPr lang="en-GB" altLang="ja-JP" sz="2000" dirty="0">
                <a:solidFill>
                  <a:prstClr val="black"/>
                </a:solidFill>
                <a:cs typeface="Calibri"/>
              </a:rPr>
              <a:t>good - good</a:t>
            </a:r>
            <a:r>
              <a:rPr lang="en-GB" altLang="ja-JP" sz="2000" b="1" dirty="0">
                <a:solidFill>
                  <a:prstClr val="black"/>
                </a:solidFill>
                <a:cs typeface="Calibri"/>
              </a:rPr>
              <a:t>er</a:t>
            </a:r>
            <a:r>
              <a:rPr lang="en-GB" altLang="ja-JP" sz="2000" dirty="0">
                <a:solidFill>
                  <a:prstClr val="black"/>
                </a:solidFill>
                <a:cs typeface="Calibri"/>
              </a:rPr>
              <a:t> - good</a:t>
            </a:r>
            <a:r>
              <a:rPr lang="en-GB" altLang="ja-JP" sz="2000" b="1" dirty="0">
                <a:solidFill>
                  <a:prstClr val="black"/>
                </a:solidFill>
                <a:cs typeface="Calibri"/>
              </a:rPr>
              <a:t>est</a:t>
            </a:r>
          </a:p>
          <a:p>
            <a:pPr marL="725488" marR="5080" lvl="1" indent="-255588">
              <a:lnSpc>
                <a:spcPts val="2590"/>
              </a:lnSpc>
              <a:spcBef>
                <a:spcPts val="425"/>
              </a:spcBef>
              <a:defRPr/>
            </a:pPr>
            <a:r>
              <a:rPr lang="ja-JP" altLang="en-US" sz="2000" dirty="0">
                <a:solidFill>
                  <a:prstClr val="black"/>
                </a:solidFill>
                <a:cs typeface="Calibri"/>
              </a:rPr>
              <a:t>例外</a:t>
            </a:r>
            <a:r>
              <a:rPr lang="en-GB" altLang="ja-JP" sz="2000" dirty="0">
                <a:solidFill>
                  <a:prstClr val="black"/>
                </a:solidFill>
                <a:cs typeface="Calibri"/>
              </a:rPr>
              <a:t>: </a:t>
            </a:r>
            <a:r>
              <a:rPr lang="ja-JP" altLang="en-US" sz="2000" dirty="0">
                <a:solidFill>
                  <a:prstClr val="black"/>
                </a:solidFill>
                <a:cs typeface="Calibri"/>
              </a:rPr>
              <a:t>代名詞・関係代名詞・指示代名詞・助動詞</a:t>
            </a:r>
            <a:endParaRPr lang="en-GB" sz="2000" dirty="0">
              <a:solidFill>
                <a:prstClr val="black"/>
              </a:solidFill>
              <a:cs typeface="Calibri"/>
            </a:endParaRPr>
          </a:p>
        </p:txBody>
      </p:sp>
      <p:sp>
        <p:nvSpPr>
          <p:cNvPr id="3" name="Rectangle 2">
            <a:extLst>
              <a:ext uri="{FF2B5EF4-FFF2-40B4-BE49-F238E27FC236}">
                <a16:creationId xmlns:a16="http://schemas.microsoft.com/office/drawing/2014/main" id="{C252C6F9-9851-C5B0-BA6A-9D7D1EA366BB}"/>
              </a:ext>
            </a:extLst>
          </p:cNvPr>
          <p:cNvSpPr/>
          <p:nvPr/>
        </p:nvSpPr>
        <p:spPr>
          <a:xfrm>
            <a:off x="847986" y="2206305"/>
            <a:ext cx="10426817" cy="223567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48388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2DAA95FC-7D44-FD64-A3CA-ED742A1A83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E036A2-2413-7502-8583-D9C2F90B2C3A}"/>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5DB6E21C-4C70-934A-D976-23BFEC387D5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B47F55D9-FC34-3BAB-33BF-2DA3E4E5FF8F}"/>
              </a:ext>
            </a:extLst>
          </p:cNvPr>
          <p:cNvSpPr>
            <a:spLocks noGrp="1"/>
          </p:cNvSpPr>
          <p:nvPr>
            <p:ph idx="1"/>
          </p:nvPr>
        </p:nvSpPr>
        <p:spPr>
          <a:xfrm>
            <a:off x="838200" y="1825625"/>
            <a:ext cx="10515600" cy="4351338"/>
          </a:xfrm>
        </p:spPr>
        <p:txBody>
          <a:bodyPr>
            <a:normAutofit/>
          </a:bodyPr>
          <a:lstStyle/>
          <a:p>
            <a:pPr marL="12700" marR="5080" indent="0">
              <a:lnSpc>
                <a:spcPts val="2590"/>
              </a:lnSpc>
              <a:spcBef>
                <a:spcPts val="425"/>
              </a:spcBef>
              <a:buNone/>
              <a:defRPr/>
            </a:pPr>
            <a:r>
              <a:rPr lang="ja-JP" altLang="en-US" b="1" dirty="0">
                <a:solidFill>
                  <a:prstClr val="black"/>
                </a:solidFill>
                <a:cs typeface="Calibri"/>
              </a:rPr>
              <a:t>語彙群</a:t>
            </a:r>
            <a:r>
              <a:rPr lang="en-GB" b="1" dirty="0">
                <a:solidFill>
                  <a:prstClr val="black"/>
                </a:solidFill>
                <a:cs typeface="Calibri"/>
              </a:rPr>
              <a:t>B: </a:t>
            </a:r>
            <a:r>
              <a:rPr lang="ja-JP" altLang="en-US" b="1" dirty="0">
                <a:solidFill>
                  <a:prstClr val="black"/>
                </a:solidFill>
                <a:cs typeface="Calibri"/>
              </a:rPr>
              <a:t>政治的利用</a:t>
            </a:r>
            <a:endParaRPr lang="en-GB" b="1" dirty="0">
              <a:solidFill>
                <a:prstClr val="black"/>
              </a:solidFill>
              <a:cs typeface="Calibri"/>
            </a:endParaRPr>
          </a:p>
          <a:p>
            <a:pPr marL="268288" marR="5080" indent="-255588">
              <a:lnSpc>
                <a:spcPts val="2590"/>
              </a:lnSpc>
              <a:spcBef>
                <a:spcPts val="425"/>
              </a:spcBef>
              <a:defRPr/>
            </a:pPr>
            <a:r>
              <a:rPr lang="ja-JP" altLang="en-US" sz="2400" b="1" dirty="0"/>
              <a:t>語彙</a:t>
            </a:r>
            <a:r>
              <a:rPr lang="en-GB" sz="2400" dirty="0"/>
              <a:t>: </a:t>
            </a:r>
            <a:r>
              <a:rPr lang="ja-JP" altLang="en-US" sz="2400" b="1" dirty="0">
                <a:hlinkClick r:id="rId3"/>
              </a:rPr>
              <a:t>複合語</a:t>
            </a:r>
            <a:r>
              <a:rPr lang="ja-JP" altLang="en-US" sz="2400" dirty="0"/>
              <a:t>によって構成される</a:t>
            </a:r>
            <a:endParaRPr lang="en-GB" sz="2400" b="1" dirty="0"/>
          </a:p>
          <a:p>
            <a:pPr marL="725488" marR="5080" lvl="1" indent="-255588">
              <a:lnSpc>
                <a:spcPts val="2590"/>
              </a:lnSpc>
              <a:spcBef>
                <a:spcPts val="425"/>
              </a:spcBef>
              <a:defRPr/>
            </a:pPr>
            <a:r>
              <a:rPr lang="en-GB" sz="2000" dirty="0"/>
              <a:t>good + think</a:t>
            </a:r>
            <a:r>
              <a:rPr lang="en-GB" sz="2000" dirty="0">
                <a:solidFill>
                  <a:prstClr val="black"/>
                </a:solidFill>
                <a:cs typeface="Calibri"/>
              </a:rPr>
              <a:t> </a:t>
            </a:r>
            <a:r>
              <a:rPr lang="ja-JP" altLang="en-US" sz="2000" dirty="0">
                <a:solidFill>
                  <a:prstClr val="black"/>
                </a:solidFill>
                <a:cs typeface="Calibri"/>
              </a:rPr>
              <a:t>→ </a:t>
            </a:r>
            <a:r>
              <a:rPr lang="en-GB" altLang="ja-JP" sz="2000" b="1" dirty="0">
                <a:solidFill>
                  <a:prstClr val="black"/>
                </a:solidFill>
                <a:cs typeface="Calibri"/>
              </a:rPr>
              <a:t>goodthink</a:t>
            </a:r>
            <a:r>
              <a:rPr lang="en-GB" altLang="ja-JP" sz="2000" dirty="0">
                <a:solidFill>
                  <a:prstClr val="black"/>
                </a:solidFill>
                <a:cs typeface="Calibri"/>
              </a:rPr>
              <a:t>(</a:t>
            </a:r>
            <a:r>
              <a:rPr lang="ja-JP" altLang="en-US" sz="2000" dirty="0">
                <a:solidFill>
                  <a:prstClr val="black"/>
                </a:solidFill>
                <a:cs typeface="Calibri"/>
              </a:rPr>
              <a:t>≒ </a:t>
            </a:r>
            <a:r>
              <a:rPr lang="en-GB" altLang="ja-JP" sz="2000" dirty="0">
                <a:solidFill>
                  <a:prstClr val="black"/>
                </a:solidFill>
                <a:cs typeface="Calibri"/>
              </a:rPr>
              <a:t>orthodoxy</a:t>
            </a:r>
            <a:r>
              <a:rPr lang="ja-JP" altLang="en-US" sz="2000" dirty="0">
                <a:solidFill>
                  <a:prstClr val="black"/>
                </a:solidFill>
                <a:cs typeface="Calibri"/>
              </a:rPr>
              <a:t>「正当性」</a:t>
            </a:r>
            <a:r>
              <a:rPr lang="en-GB" altLang="ja-JP" sz="2000" dirty="0">
                <a:solidFill>
                  <a:prstClr val="black"/>
                </a:solidFill>
                <a:cs typeface="Calibri"/>
              </a:rPr>
              <a:t>)</a:t>
            </a:r>
          </a:p>
          <a:p>
            <a:pPr marL="1182688" marR="5080" lvl="2" indent="-255588">
              <a:lnSpc>
                <a:spcPts val="2590"/>
              </a:lnSpc>
              <a:spcBef>
                <a:spcPts val="425"/>
              </a:spcBef>
              <a:defRPr/>
            </a:pPr>
            <a:r>
              <a:rPr lang="ja-JP" altLang="en-US" sz="1600" b="1" dirty="0">
                <a:solidFill>
                  <a:prstClr val="black"/>
                </a:solidFill>
                <a:cs typeface="Calibri"/>
              </a:rPr>
              <a:t>動詞</a:t>
            </a:r>
            <a:r>
              <a:rPr lang="en-GB" altLang="ja-JP" sz="1600" dirty="0">
                <a:solidFill>
                  <a:prstClr val="black"/>
                </a:solidFill>
                <a:cs typeface="Calibri"/>
              </a:rPr>
              <a:t>: goodthink - goodthink</a:t>
            </a:r>
            <a:r>
              <a:rPr lang="en-GB" altLang="ja-JP" sz="1600" b="1" dirty="0">
                <a:solidFill>
                  <a:prstClr val="black"/>
                </a:solidFill>
                <a:cs typeface="Calibri"/>
              </a:rPr>
              <a:t>ed</a:t>
            </a:r>
            <a:r>
              <a:rPr lang="en-GB" altLang="ja-JP" sz="1600" dirty="0">
                <a:solidFill>
                  <a:prstClr val="black"/>
                </a:solidFill>
                <a:cs typeface="Calibri"/>
              </a:rPr>
              <a:t> - goodthink</a:t>
            </a:r>
            <a:r>
              <a:rPr lang="en-GB" altLang="ja-JP" sz="1600" b="1" dirty="0">
                <a:solidFill>
                  <a:prstClr val="black"/>
                </a:solidFill>
                <a:cs typeface="Calibri"/>
              </a:rPr>
              <a:t>ed</a:t>
            </a:r>
            <a:r>
              <a:rPr lang="en-GB" altLang="ja-JP" sz="1600" dirty="0">
                <a:solidFill>
                  <a:prstClr val="black"/>
                </a:solidFill>
                <a:cs typeface="Calibri"/>
              </a:rPr>
              <a:t>(</a:t>
            </a:r>
            <a:r>
              <a:rPr lang="ja-JP" altLang="en-US" sz="1600" dirty="0">
                <a:solidFill>
                  <a:prstClr val="black"/>
                </a:solidFill>
                <a:cs typeface="Calibri"/>
              </a:rPr>
              <a:t>≒ </a:t>
            </a:r>
            <a:r>
              <a:rPr lang="en-GB" altLang="ja-JP" sz="1600" dirty="0">
                <a:solidFill>
                  <a:prstClr val="black"/>
                </a:solidFill>
                <a:cs typeface="Calibri"/>
              </a:rPr>
              <a:t>to think something in an orthodox way</a:t>
            </a:r>
            <a:r>
              <a:rPr lang="ja-JP" altLang="en-US" sz="1600" dirty="0">
                <a:solidFill>
                  <a:prstClr val="black"/>
                </a:solidFill>
                <a:cs typeface="Calibri"/>
              </a:rPr>
              <a:t>「正当な方法で物事を考えること」</a:t>
            </a:r>
            <a:r>
              <a:rPr lang="en-GB" altLang="ja-JP" sz="1600" dirty="0">
                <a:solidFill>
                  <a:prstClr val="black"/>
                </a:solidFill>
                <a:cs typeface="Calibri"/>
              </a:rPr>
              <a:t>)</a:t>
            </a:r>
          </a:p>
          <a:p>
            <a:pPr marL="1182688" marR="5080" lvl="2" indent="-255588">
              <a:lnSpc>
                <a:spcPts val="2590"/>
              </a:lnSpc>
              <a:spcBef>
                <a:spcPts val="425"/>
              </a:spcBef>
              <a:defRPr/>
            </a:pPr>
            <a:r>
              <a:rPr lang="ja-JP" altLang="en-US" sz="1600" b="1" dirty="0">
                <a:solidFill>
                  <a:prstClr val="black"/>
                </a:solidFill>
                <a:cs typeface="Calibri"/>
              </a:rPr>
              <a:t>形容詞</a:t>
            </a:r>
            <a:r>
              <a:rPr lang="en-GB" altLang="ja-JP" sz="1600" dirty="0">
                <a:solidFill>
                  <a:prstClr val="black"/>
                </a:solidFill>
                <a:cs typeface="Calibri"/>
              </a:rPr>
              <a:t>: goodthink</a:t>
            </a:r>
            <a:r>
              <a:rPr lang="en-GB" altLang="ja-JP" sz="1600" b="1" dirty="0">
                <a:solidFill>
                  <a:prstClr val="black"/>
                </a:solidFill>
                <a:cs typeface="Calibri"/>
              </a:rPr>
              <a:t>ful</a:t>
            </a:r>
            <a:r>
              <a:rPr lang="en-GB" altLang="ja-JP" sz="1600" dirty="0">
                <a:solidFill>
                  <a:prstClr val="black"/>
                </a:solidFill>
                <a:cs typeface="Calibri"/>
              </a:rPr>
              <a:t>(</a:t>
            </a:r>
            <a:r>
              <a:rPr lang="ja-JP" altLang="en-US" sz="1600" dirty="0">
                <a:solidFill>
                  <a:prstClr val="black"/>
                </a:solidFill>
                <a:cs typeface="Calibri"/>
              </a:rPr>
              <a:t>≒ </a:t>
            </a:r>
            <a:r>
              <a:rPr lang="en-GB" altLang="ja-JP" sz="1600" dirty="0">
                <a:solidFill>
                  <a:prstClr val="black"/>
                </a:solidFill>
                <a:cs typeface="Calibri"/>
              </a:rPr>
              <a:t>orthodox</a:t>
            </a:r>
            <a:r>
              <a:rPr lang="ja-JP" altLang="en-US" sz="1600" dirty="0">
                <a:solidFill>
                  <a:prstClr val="black"/>
                </a:solidFill>
                <a:cs typeface="Calibri"/>
              </a:rPr>
              <a:t>「正当な」</a:t>
            </a:r>
            <a:r>
              <a:rPr lang="en-GB" altLang="ja-JP" sz="1600" dirty="0">
                <a:solidFill>
                  <a:prstClr val="black"/>
                </a:solidFill>
                <a:cs typeface="Calibri"/>
              </a:rPr>
              <a:t>)</a:t>
            </a:r>
          </a:p>
          <a:p>
            <a:pPr marL="1182688" marR="5080" lvl="2" indent="-255588">
              <a:lnSpc>
                <a:spcPts val="2590"/>
              </a:lnSpc>
              <a:spcBef>
                <a:spcPts val="425"/>
              </a:spcBef>
              <a:defRPr/>
            </a:pPr>
            <a:r>
              <a:rPr lang="ja-JP" altLang="en-US" sz="1600" b="1" dirty="0">
                <a:solidFill>
                  <a:prstClr val="black"/>
                </a:solidFill>
                <a:cs typeface="Calibri"/>
              </a:rPr>
              <a:t>副詞</a:t>
            </a:r>
            <a:r>
              <a:rPr lang="en-GB" altLang="ja-JP" sz="1600" dirty="0">
                <a:solidFill>
                  <a:prstClr val="black"/>
                </a:solidFill>
                <a:cs typeface="Calibri"/>
              </a:rPr>
              <a:t>: goodthink</a:t>
            </a:r>
            <a:r>
              <a:rPr lang="en-GB" altLang="ja-JP" sz="1600" b="1" dirty="0">
                <a:solidFill>
                  <a:prstClr val="black"/>
                </a:solidFill>
                <a:cs typeface="Calibri"/>
              </a:rPr>
              <a:t>wise</a:t>
            </a:r>
            <a:r>
              <a:rPr lang="en-GB" altLang="ja-JP" sz="1600" dirty="0">
                <a:solidFill>
                  <a:prstClr val="black"/>
                </a:solidFill>
                <a:cs typeface="Calibri"/>
              </a:rPr>
              <a:t>(</a:t>
            </a:r>
            <a:r>
              <a:rPr lang="ja-JP" altLang="en-US" sz="1600" dirty="0">
                <a:solidFill>
                  <a:prstClr val="black"/>
                </a:solidFill>
                <a:cs typeface="Calibri"/>
              </a:rPr>
              <a:t>≒ </a:t>
            </a:r>
            <a:r>
              <a:rPr lang="en-GB" altLang="ja-JP" sz="1600" dirty="0">
                <a:solidFill>
                  <a:prstClr val="black"/>
                </a:solidFill>
                <a:cs typeface="Calibri"/>
              </a:rPr>
              <a:t>orthodoxically</a:t>
            </a:r>
            <a:r>
              <a:rPr lang="ja-JP" altLang="en-US" sz="1600" dirty="0">
                <a:solidFill>
                  <a:prstClr val="black"/>
                </a:solidFill>
                <a:cs typeface="Calibri"/>
              </a:rPr>
              <a:t>「正当に」</a:t>
            </a:r>
            <a:r>
              <a:rPr lang="en-GB" altLang="ja-JP" sz="1600" dirty="0">
                <a:solidFill>
                  <a:prstClr val="black"/>
                </a:solidFill>
                <a:cs typeface="Calibri"/>
              </a:rPr>
              <a:t>)</a:t>
            </a:r>
          </a:p>
          <a:p>
            <a:pPr marL="268288" marR="5080" indent="-255588">
              <a:lnSpc>
                <a:spcPts val="2590"/>
              </a:lnSpc>
              <a:spcBef>
                <a:spcPts val="425"/>
              </a:spcBef>
              <a:defRPr/>
            </a:pPr>
            <a:r>
              <a:rPr lang="ja-JP" altLang="en-US" sz="2400" b="1" dirty="0"/>
              <a:t>屈折変化</a:t>
            </a:r>
            <a:r>
              <a:rPr lang="en-GB" sz="2400" dirty="0"/>
              <a:t>: </a:t>
            </a:r>
            <a:r>
              <a:rPr lang="ja-JP" altLang="en-US" sz="2400" dirty="0"/>
              <a:t>語彙群</a:t>
            </a:r>
            <a:r>
              <a:rPr lang="en-GB" sz="2400" dirty="0"/>
              <a:t>A</a:t>
            </a:r>
            <a:r>
              <a:rPr lang="ja-JP" altLang="en-US" sz="2400" dirty="0"/>
              <a:t>よりも</a:t>
            </a:r>
            <a:r>
              <a:rPr lang="en-GB" altLang="ja-JP" sz="2400" dirty="0"/>
              <a:t> Oldspeak(</a:t>
            </a:r>
            <a:r>
              <a:rPr lang="ja-JP" altLang="en-US" sz="2400" dirty="0"/>
              <a:t>標準英語</a:t>
            </a:r>
            <a:r>
              <a:rPr lang="en-GB" altLang="ja-JP" sz="2400" dirty="0"/>
              <a:t>)</a:t>
            </a:r>
            <a:r>
              <a:rPr lang="ja-JP" altLang="en-US" sz="2400" dirty="0"/>
              <a:t>に近い</a:t>
            </a:r>
            <a:endParaRPr lang="en-GB" sz="2400" dirty="0"/>
          </a:p>
          <a:p>
            <a:pPr marL="725488" marR="5080" lvl="1" indent="-255588">
              <a:lnSpc>
                <a:spcPts val="2590"/>
              </a:lnSpc>
              <a:spcBef>
                <a:spcPts val="425"/>
              </a:spcBef>
              <a:defRPr/>
            </a:pPr>
            <a:r>
              <a:rPr lang="en-GB" sz="2000" dirty="0"/>
              <a:t>Minitrue &gt; Mini</a:t>
            </a:r>
            <a:r>
              <a:rPr lang="en-GB" sz="2000" b="1" dirty="0"/>
              <a:t>truthful</a:t>
            </a:r>
            <a:r>
              <a:rPr lang="en-GB" sz="2000" dirty="0"/>
              <a:t>: </a:t>
            </a:r>
            <a:r>
              <a:rPr lang="en-GB" sz="2000" i="1" dirty="0"/>
              <a:t>-trueful</a:t>
            </a:r>
            <a:r>
              <a:rPr lang="en-GB" sz="2000" dirty="0"/>
              <a:t> </a:t>
            </a:r>
            <a:r>
              <a:rPr lang="ja-JP" altLang="en-US" sz="2000" dirty="0"/>
              <a:t>は不適当</a:t>
            </a:r>
            <a:endParaRPr lang="en-GB" sz="2000" dirty="0"/>
          </a:p>
          <a:p>
            <a:pPr marL="725488" marR="5080" lvl="1" indent="-255588">
              <a:lnSpc>
                <a:spcPts val="2590"/>
              </a:lnSpc>
              <a:spcBef>
                <a:spcPts val="425"/>
              </a:spcBef>
              <a:defRPr/>
            </a:pPr>
            <a:r>
              <a:rPr lang="en-GB" sz="2000" dirty="0"/>
              <a:t>Minipax &gt; Mini</a:t>
            </a:r>
            <a:r>
              <a:rPr lang="en-GB" sz="2000" b="1" dirty="0"/>
              <a:t>peaceful</a:t>
            </a:r>
            <a:r>
              <a:rPr lang="en-GB" sz="2000" dirty="0"/>
              <a:t>: </a:t>
            </a:r>
            <a:r>
              <a:rPr lang="en-GB" sz="2000" i="1" dirty="0"/>
              <a:t>-paxful</a:t>
            </a:r>
            <a:r>
              <a:rPr lang="en-GB" sz="2000" dirty="0"/>
              <a:t> </a:t>
            </a:r>
            <a:r>
              <a:rPr lang="ja-JP" altLang="en-US" sz="2000" dirty="0"/>
              <a:t>は不適当</a:t>
            </a:r>
            <a:endParaRPr lang="en-GB" sz="2000" dirty="0"/>
          </a:p>
          <a:p>
            <a:pPr marL="725488" marR="5080" lvl="1" indent="-255588">
              <a:lnSpc>
                <a:spcPts val="2590"/>
              </a:lnSpc>
              <a:spcBef>
                <a:spcPts val="425"/>
              </a:spcBef>
              <a:defRPr/>
            </a:pPr>
            <a:r>
              <a:rPr lang="en-GB" sz="2000" dirty="0"/>
              <a:t>Miniluv &gt; Mini</a:t>
            </a:r>
            <a:r>
              <a:rPr lang="en-GB" sz="2000" b="1" dirty="0"/>
              <a:t>lovely</a:t>
            </a:r>
            <a:r>
              <a:rPr lang="en-GB" sz="2000" dirty="0"/>
              <a:t>: </a:t>
            </a:r>
            <a:r>
              <a:rPr lang="en-GB" sz="2000" i="1" dirty="0"/>
              <a:t>-lovful</a:t>
            </a:r>
            <a:r>
              <a:rPr lang="ja-JP" altLang="en-US" sz="2000" dirty="0"/>
              <a:t>は不適当</a:t>
            </a:r>
            <a:endParaRPr lang="en-GB" sz="2000" dirty="0"/>
          </a:p>
        </p:txBody>
      </p:sp>
      <p:sp>
        <p:nvSpPr>
          <p:cNvPr id="3" name="Rectangle 2">
            <a:extLst>
              <a:ext uri="{FF2B5EF4-FFF2-40B4-BE49-F238E27FC236}">
                <a16:creationId xmlns:a16="http://schemas.microsoft.com/office/drawing/2014/main" id="{8BDE935B-5F62-2562-09CC-CD3FDB015391}"/>
              </a:ext>
            </a:extLst>
          </p:cNvPr>
          <p:cNvSpPr/>
          <p:nvPr/>
        </p:nvSpPr>
        <p:spPr>
          <a:xfrm>
            <a:off x="847986" y="2193728"/>
            <a:ext cx="10426817" cy="222307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05255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A0B16DBB-9D23-AE8D-5A06-4340DE9F95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DD2B8D-22D8-D9C0-1CA3-A16B72B6EB4D}"/>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419EB8AB-7D53-A2CA-C0DD-EBB4FC87B3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25B21127-6DC1-979D-A0E3-91D39FF4E276}"/>
              </a:ext>
            </a:extLst>
          </p:cNvPr>
          <p:cNvSpPr>
            <a:spLocks noGrp="1"/>
          </p:cNvSpPr>
          <p:nvPr>
            <p:ph idx="1"/>
          </p:nvPr>
        </p:nvSpPr>
        <p:spPr>
          <a:xfrm>
            <a:off x="838200" y="1825625"/>
            <a:ext cx="10515600" cy="4351338"/>
          </a:xfrm>
        </p:spPr>
        <p:txBody>
          <a:bodyPr>
            <a:normAutofit fontScale="70000" lnSpcReduction="20000"/>
          </a:bodyPr>
          <a:lstStyle/>
          <a:p>
            <a:pPr marL="12700" marR="5080" indent="0">
              <a:lnSpc>
                <a:spcPts val="2590"/>
              </a:lnSpc>
              <a:spcBef>
                <a:spcPts val="425"/>
              </a:spcBef>
              <a:buNone/>
              <a:defRPr/>
            </a:pPr>
            <a:r>
              <a:rPr lang="ja-JP" altLang="en-US" b="1" dirty="0">
                <a:solidFill>
                  <a:prstClr val="black"/>
                </a:solidFill>
                <a:cs typeface="Calibri"/>
              </a:rPr>
              <a:t>語彙群</a:t>
            </a:r>
            <a:r>
              <a:rPr lang="en-GB" b="1" dirty="0">
                <a:solidFill>
                  <a:prstClr val="black"/>
                </a:solidFill>
                <a:cs typeface="Calibri"/>
              </a:rPr>
              <a:t>B: </a:t>
            </a:r>
            <a:r>
              <a:rPr lang="ja-JP" altLang="en-US" b="1" dirty="0">
                <a:solidFill>
                  <a:prstClr val="black"/>
                </a:solidFill>
                <a:cs typeface="Calibri"/>
              </a:rPr>
              <a:t>政治的利用</a:t>
            </a:r>
            <a:endParaRPr lang="en-GB" b="1" dirty="0">
              <a:solidFill>
                <a:prstClr val="black"/>
              </a:solidFill>
              <a:cs typeface="Calibri"/>
            </a:endParaRPr>
          </a:p>
          <a:p>
            <a:pPr marL="180975" marR="5080" indent="-168275">
              <a:lnSpc>
                <a:spcPts val="2590"/>
              </a:lnSpc>
              <a:spcBef>
                <a:spcPts val="425"/>
              </a:spcBef>
              <a:defRPr/>
            </a:pPr>
            <a:r>
              <a:rPr lang="ja-JP" altLang="en-US" sz="2400" b="1" dirty="0"/>
              <a:t>意味論</a:t>
            </a:r>
            <a:r>
              <a:rPr lang="en-GB" sz="2400" dirty="0"/>
              <a:t>: Newspeak </a:t>
            </a:r>
            <a:r>
              <a:rPr lang="ja-JP" altLang="en-US" sz="2400" dirty="0"/>
              <a:t>を使いこなしたり理解するためには習得が必須である</a:t>
            </a:r>
            <a:endParaRPr lang="en-GB" sz="2400" dirty="0"/>
          </a:p>
          <a:p>
            <a:pPr marL="625475" marR="5080" lvl="1" indent="-155575">
              <a:lnSpc>
                <a:spcPts val="2590"/>
              </a:lnSpc>
              <a:spcBef>
                <a:spcPts val="425"/>
              </a:spcBef>
              <a:defRPr/>
            </a:pPr>
            <a:r>
              <a:rPr lang="ja-JP" altLang="en-US" sz="2000" dirty="0"/>
              <a:t>以下の文では対応する箇所は同じ色でハイライトしてある</a:t>
            </a:r>
            <a:endParaRPr lang="en-GB" sz="2000" dirty="0"/>
          </a:p>
          <a:p>
            <a:pPr marL="1077913" marR="5080" lvl="2" indent="-150813">
              <a:lnSpc>
                <a:spcPts val="2590"/>
              </a:lnSpc>
              <a:spcBef>
                <a:spcPts val="425"/>
              </a:spcBef>
              <a:defRPr/>
            </a:pPr>
            <a:r>
              <a:rPr lang="en-GB" sz="1600" b="1" dirty="0"/>
              <a:t>Oldspeak</a:t>
            </a:r>
            <a:r>
              <a:rPr lang="en-GB" sz="1600" dirty="0"/>
              <a:t>: </a:t>
            </a:r>
            <a:r>
              <a:rPr lang="en-GB" sz="1600" i="1" dirty="0">
                <a:solidFill>
                  <a:srgbClr val="00B0F0"/>
                </a:solidFill>
              </a:rPr>
              <a:t>Those whose ideas were formed before the Revolution</a:t>
            </a:r>
            <a:r>
              <a:rPr lang="en-GB" sz="1600" i="1" dirty="0"/>
              <a:t> </a:t>
            </a:r>
            <a:r>
              <a:rPr lang="en-GB" sz="1600" i="1" dirty="0">
                <a:solidFill>
                  <a:srgbClr val="00B050"/>
                </a:solidFill>
              </a:rPr>
              <a:t>cannot have a full emotional understanding of</a:t>
            </a:r>
            <a:r>
              <a:rPr lang="en-GB" sz="1600" i="1" dirty="0"/>
              <a:t> </a:t>
            </a:r>
            <a:r>
              <a:rPr lang="en-GB" sz="1600" i="1" dirty="0">
                <a:solidFill>
                  <a:srgbClr val="FF0000"/>
                </a:solidFill>
              </a:rPr>
              <a:t>the principle of English Socialism</a:t>
            </a:r>
            <a:r>
              <a:rPr lang="en-GB" sz="1600" dirty="0"/>
              <a:t>.</a:t>
            </a:r>
          </a:p>
          <a:p>
            <a:pPr marL="1077913" marR="5080" lvl="2" indent="-150813">
              <a:lnSpc>
                <a:spcPts val="2590"/>
              </a:lnSpc>
              <a:spcBef>
                <a:spcPts val="425"/>
              </a:spcBef>
              <a:defRPr/>
            </a:pPr>
            <a:r>
              <a:rPr lang="en-GB" sz="1600" b="1" dirty="0"/>
              <a:t>Newspeak</a:t>
            </a:r>
            <a:r>
              <a:rPr lang="en-GB" sz="1600" dirty="0"/>
              <a:t>: </a:t>
            </a:r>
            <a:r>
              <a:rPr lang="en-GB" sz="1600" i="1" dirty="0">
                <a:solidFill>
                  <a:srgbClr val="00B0F0"/>
                </a:solidFill>
              </a:rPr>
              <a:t>Oldthinkers</a:t>
            </a:r>
            <a:r>
              <a:rPr lang="en-GB" sz="1600" i="1" dirty="0"/>
              <a:t> </a:t>
            </a:r>
            <a:r>
              <a:rPr lang="en-GB" sz="1600" i="1" dirty="0">
                <a:solidFill>
                  <a:srgbClr val="00B050"/>
                </a:solidFill>
              </a:rPr>
              <a:t>unbellyfeel</a:t>
            </a:r>
            <a:r>
              <a:rPr lang="en-GB" sz="1600" i="1" dirty="0"/>
              <a:t> </a:t>
            </a:r>
            <a:r>
              <a:rPr lang="en-GB" sz="1600" i="1" dirty="0">
                <a:solidFill>
                  <a:srgbClr val="FF0000"/>
                </a:solidFill>
              </a:rPr>
              <a:t>Ingsoc</a:t>
            </a:r>
            <a:r>
              <a:rPr lang="en-GB" sz="1600" dirty="0"/>
              <a:t>.</a:t>
            </a:r>
          </a:p>
          <a:p>
            <a:pPr marL="1077913" marR="5080" lvl="2" indent="-150813">
              <a:lnSpc>
                <a:spcPts val="2590"/>
              </a:lnSpc>
              <a:spcBef>
                <a:spcPts val="425"/>
              </a:spcBef>
              <a:defRPr/>
            </a:pPr>
            <a:r>
              <a:rPr lang="ja-JP" altLang="en-US" sz="1600" dirty="0"/>
              <a:t>日本語訳</a:t>
            </a:r>
            <a:r>
              <a:rPr lang="en-GB" altLang="ja-JP" sz="1600" dirty="0"/>
              <a:t>: </a:t>
            </a:r>
            <a:r>
              <a:rPr lang="ja-JP" altLang="en-US" sz="1600" dirty="0"/>
              <a:t>「</a:t>
            </a:r>
            <a:r>
              <a:rPr lang="ja-JP" altLang="en-US" sz="1600" dirty="0">
                <a:solidFill>
                  <a:srgbClr val="00B0F0"/>
                </a:solidFill>
              </a:rPr>
              <a:t>社会主義革命以前に形成された思想を持つ者は</a:t>
            </a:r>
            <a:r>
              <a:rPr lang="ja-JP" altLang="en-US" sz="1600" dirty="0">
                <a:solidFill>
                  <a:srgbClr val="FF0000"/>
                </a:solidFill>
              </a:rPr>
              <a:t>英国社会主義原理を</a:t>
            </a:r>
            <a:r>
              <a:rPr lang="ja-JP" altLang="en-US" sz="1600" dirty="0">
                <a:solidFill>
                  <a:srgbClr val="00B050"/>
                </a:solidFill>
              </a:rPr>
              <a:t>琴線に触れる形で完全に理解することは出来ないのである</a:t>
            </a:r>
            <a:r>
              <a:rPr lang="ja-JP" altLang="en-US" sz="1600" dirty="0"/>
              <a:t>。」</a:t>
            </a:r>
            <a:endParaRPr lang="en-GB" sz="1600" dirty="0"/>
          </a:p>
          <a:p>
            <a:pPr marL="625475" marR="5080" lvl="1" indent="-163513">
              <a:lnSpc>
                <a:spcPts val="2590"/>
              </a:lnSpc>
              <a:spcBef>
                <a:spcPts val="425"/>
              </a:spcBef>
              <a:defRPr/>
            </a:pPr>
            <a:r>
              <a:rPr lang="ja-JP" altLang="en-US" sz="2000" dirty="0"/>
              <a:t>お分かりの通り、</a:t>
            </a:r>
            <a:r>
              <a:rPr lang="ja-JP" altLang="en-US" sz="2000" b="1" dirty="0"/>
              <a:t>各単語が曖昧模糊で一見して意味を理解することが出来ない</a:t>
            </a:r>
            <a:endParaRPr lang="en-GB" sz="2000" b="1" dirty="0"/>
          </a:p>
          <a:p>
            <a:pPr marL="180975" marR="5080" indent="-168275">
              <a:lnSpc>
                <a:spcPts val="2590"/>
              </a:lnSpc>
              <a:spcBef>
                <a:spcPts val="425"/>
              </a:spcBef>
              <a:defRPr/>
            </a:pPr>
            <a:r>
              <a:rPr lang="ja-JP" altLang="en-US" sz="2400" b="1" dirty="0"/>
              <a:t>語彙の駆逐</a:t>
            </a:r>
            <a:r>
              <a:rPr lang="en-GB" sz="2400" dirty="0"/>
              <a:t>: </a:t>
            </a:r>
            <a:r>
              <a:rPr lang="ja-JP" altLang="en-US" sz="2400" b="1" dirty="0"/>
              <a:t>単語が持つ党にとって望ましくない意味は抹消される</a:t>
            </a:r>
            <a:endParaRPr lang="en-GB" sz="2400" b="1" dirty="0"/>
          </a:p>
          <a:p>
            <a:pPr marL="625475" marR="5080" lvl="1" indent="-155575">
              <a:lnSpc>
                <a:spcPts val="2590"/>
              </a:lnSpc>
              <a:spcBef>
                <a:spcPts val="425"/>
              </a:spcBef>
              <a:defRPr/>
            </a:pPr>
            <a:r>
              <a:rPr lang="ja-JP" altLang="en-US" sz="2000" dirty="0"/>
              <a:t>例</a:t>
            </a:r>
            <a:r>
              <a:rPr lang="en-GB" altLang="ja-JP" sz="2000" dirty="0"/>
              <a:t>:</a:t>
            </a:r>
            <a:r>
              <a:rPr lang="en-GB" sz="2000" dirty="0"/>
              <a:t> </a:t>
            </a:r>
            <a:r>
              <a:rPr lang="en-GB" sz="2000" i="1" dirty="0"/>
              <a:t>free</a:t>
            </a:r>
            <a:r>
              <a:rPr lang="en-GB" sz="2000" dirty="0"/>
              <a:t> </a:t>
            </a:r>
            <a:r>
              <a:rPr lang="ja-JP" altLang="en-US" sz="2000" dirty="0"/>
              <a:t>は</a:t>
            </a:r>
            <a:r>
              <a:rPr lang="en-GB" sz="2000" dirty="0"/>
              <a:t> </a:t>
            </a:r>
            <a:r>
              <a:rPr lang="en-GB" sz="2000" i="1" dirty="0"/>
              <a:t>be free from ~ </a:t>
            </a:r>
            <a:r>
              <a:rPr lang="ja-JP" altLang="en-US" sz="2000" dirty="0"/>
              <a:t>という熟語が表すように「何かが取り除かれた状態」を表し、反政府的思想である「自由」のニュアンスはもはや含まれない</a:t>
            </a:r>
            <a:endParaRPr lang="en-GB" b="1" dirty="0"/>
          </a:p>
          <a:p>
            <a:pPr marL="180975" marR="5080" indent="-168275">
              <a:lnSpc>
                <a:spcPts val="2590"/>
              </a:lnSpc>
              <a:spcBef>
                <a:spcPts val="425"/>
              </a:spcBef>
              <a:defRPr/>
            </a:pPr>
            <a:r>
              <a:rPr lang="en-GB" sz="2400" b="1" dirty="0"/>
              <a:t>Duckspeak</a:t>
            </a:r>
            <a:r>
              <a:rPr lang="en-GB" sz="2400" dirty="0"/>
              <a:t>: </a:t>
            </a:r>
            <a:r>
              <a:rPr lang="ja-JP" altLang="en-US" sz="2400" dirty="0"/>
              <a:t>振舞いそのものによって行為は評価されるという概念のこと</a:t>
            </a:r>
            <a:endParaRPr lang="en-GB" altLang="ja-JP" sz="2400" b="1" dirty="0"/>
          </a:p>
        </p:txBody>
      </p:sp>
    </p:spTree>
    <p:extLst>
      <p:ext uri="{BB962C8B-B14F-4D97-AF65-F5344CB8AC3E}">
        <p14:creationId xmlns:p14="http://schemas.microsoft.com/office/powerpoint/2010/main" val="669324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E502D790-4F12-D250-AC58-FCE8A9FABDC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D5113AE-A83D-827C-8A2F-3A3A8905E6EE}"/>
              </a:ext>
            </a:extLst>
          </p:cNvPr>
          <p:cNvSpPr/>
          <p:nvPr/>
        </p:nvSpPr>
        <p:spPr>
          <a:xfrm>
            <a:off x="6970552" y="3334623"/>
            <a:ext cx="4379054" cy="284475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B304EAFE-6858-80CD-8DEE-7285BBF02F0D}"/>
              </a:ext>
            </a:extLst>
          </p:cNvPr>
          <p:cNvSpPr>
            <a:spLocks noGrp="1"/>
          </p:cNvSpPr>
          <p:nvPr>
            <p:ph type="title"/>
          </p:nvPr>
        </p:nvSpPr>
        <p:spPr/>
        <p:txBody>
          <a:bodyPr>
            <a:normAutofit/>
          </a:bodyPr>
          <a:lstStyle/>
          <a:p>
            <a:pPr algn="ctr"/>
            <a:r>
              <a:rPr lang="en-GB" altLang="ja-JP" b="1" dirty="0">
                <a:solidFill>
                  <a:prstClr val="black"/>
                </a:solidFill>
                <a:latin typeface="Calibri (Headings)"/>
              </a:rPr>
              <a:t>5. Newspeak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1FD9725-A425-1C06-2A07-45EDFFE6D3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B0B884F7-E498-9F13-A09D-CAF24910B751}"/>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ja-JP" altLang="en-US" b="1" dirty="0">
                <a:solidFill>
                  <a:prstClr val="black"/>
                </a:solidFill>
                <a:cs typeface="Calibri"/>
              </a:rPr>
              <a:t>語彙群</a:t>
            </a:r>
            <a:r>
              <a:rPr lang="en-GB" b="1" dirty="0">
                <a:solidFill>
                  <a:prstClr val="black"/>
                </a:solidFill>
                <a:cs typeface="Calibri"/>
              </a:rPr>
              <a:t>C: </a:t>
            </a:r>
            <a:r>
              <a:rPr lang="ja-JP" altLang="en-US" b="1" dirty="0">
                <a:solidFill>
                  <a:prstClr val="black"/>
                </a:solidFill>
                <a:cs typeface="Calibri"/>
              </a:rPr>
              <a:t>科学・技術分野での利用</a:t>
            </a:r>
            <a:endParaRPr lang="en-GB" b="1" dirty="0">
              <a:solidFill>
                <a:prstClr val="black"/>
              </a:solidFill>
              <a:cs typeface="Calibri"/>
            </a:endParaRPr>
          </a:p>
          <a:p>
            <a:pPr marL="268288" marR="5080" indent="-255588">
              <a:lnSpc>
                <a:spcPts val="2590"/>
              </a:lnSpc>
              <a:spcBef>
                <a:spcPts val="425"/>
              </a:spcBef>
              <a:defRPr/>
            </a:pPr>
            <a:r>
              <a:rPr lang="ja-JP" altLang="en-US" sz="2400" b="1" dirty="0">
                <a:solidFill>
                  <a:prstClr val="black"/>
                </a:solidFill>
                <a:latin typeface="Calibri"/>
                <a:cs typeface="Calibri"/>
              </a:rPr>
              <a:t>役割</a:t>
            </a:r>
            <a:r>
              <a:rPr lang="en-GB" sz="2400" dirty="0">
                <a:solidFill>
                  <a:prstClr val="black"/>
                </a:solidFill>
                <a:latin typeface="Calibri"/>
                <a:cs typeface="Calibri"/>
              </a:rPr>
              <a:t>: </a:t>
            </a:r>
            <a:r>
              <a:rPr lang="ja-JP" altLang="en-US" sz="2400" dirty="0">
                <a:solidFill>
                  <a:prstClr val="black"/>
                </a:solidFill>
                <a:latin typeface="Calibri"/>
                <a:cs typeface="Calibri"/>
              </a:rPr>
              <a:t>語彙群</a:t>
            </a:r>
            <a:r>
              <a:rPr lang="en-GB" sz="2400" dirty="0">
                <a:solidFill>
                  <a:prstClr val="black"/>
                </a:solidFill>
                <a:latin typeface="Calibri"/>
                <a:cs typeface="Calibri"/>
              </a:rPr>
              <a:t>A </a:t>
            </a:r>
            <a:r>
              <a:rPr lang="ja-JP" altLang="en-US" sz="2400" dirty="0">
                <a:solidFill>
                  <a:prstClr val="black"/>
                </a:solidFill>
                <a:latin typeface="Calibri"/>
                <a:cs typeface="Calibri"/>
              </a:rPr>
              <a:t>と</a:t>
            </a:r>
            <a:r>
              <a:rPr lang="en-GB" sz="2400" dirty="0">
                <a:solidFill>
                  <a:prstClr val="black"/>
                </a:solidFill>
                <a:latin typeface="Calibri"/>
                <a:cs typeface="Calibri"/>
              </a:rPr>
              <a:t> </a:t>
            </a:r>
            <a:r>
              <a:rPr lang="ja-JP" altLang="en-US" sz="2400" dirty="0">
                <a:solidFill>
                  <a:prstClr val="black"/>
                </a:solidFill>
                <a:cs typeface="Calibri"/>
              </a:rPr>
              <a:t>語彙群</a:t>
            </a:r>
            <a:r>
              <a:rPr lang="en-GB" sz="2400" dirty="0">
                <a:solidFill>
                  <a:prstClr val="black"/>
                </a:solidFill>
                <a:cs typeface="Calibri"/>
              </a:rPr>
              <a:t>B </a:t>
            </a:r>
            <a:r>
              <a:rPr lang="ja-JP" altLang="en-US" sz="2400" dirty="0">
                <a:solidFill>
                  <a:prstClr val="black"/>
                </a:solidFill>
                <a:cs typeface="Calibri"/>
              </a:rPr>
              <a:t>の</a:t>
            </a:r>
            <a:r>
              <a:rPr lang="ja-JP" altLang="en-US" sz="2400" b="1" dirty="0">
                <a:solidFill>
                  <a:prstClr val="black"/>
                </a:solidFill>
                <a:cs typeface="Calibri"/>
              </a:rPr>
              <a:t>補集合</a:t>
            </a:r>
            <a:r>
              <a:rPr lang="ja-JP" altLang="en-US" sz="2400" dirty="0">
                <a:solidFill>
                  <a:prstClr val="black"/>
                </a:solidFill>
                <a:cs typeface="Calibri"/>
              </a:rPr>
              <a:t>である</a:t>
            </a:r>
            <a:endParaRPr lang="en-GB" sz="2400" dirty="0">
              <a:solidFill>
                <a:prstClr val="black"/>
              </a:solidFill>
              <a:cs typeface="Calibri"/>
            </a:endParaRPr>
          </a:p>
          <a:p>
            <a:pPr marL="268288" marR="5080" indent="-255588">
              <a:lnSpc>
                <a:spcPts val="2590"/>
              </a:lnSpc>
              <a:spcBef>
                <a:spcPts val="425"/>
              </a:spcBef>
              <a:defRPr/>
            </a:pPr>
            <a:r>
              <a:rPr lang="ja-JP" altLang="en-US" sz="2400" b="1" dirty="0"/>
              <a:t>語彙の駆逐</a:t>
            </a:r>
            <a:r>
              <a:rPr lang="en-GB" sz="2400" dirty="0"/>
              <a:t>: </a:t>
            </a:r>
            <a:r>
              <a:rPr lang="ja-JP" altLang="en-US" sz="2400" b="1" dirty="0"/>
              <a:t>単語が持つ党にとって望ましくない意味は抹消される</a:t>
            </a:r>
            <a:endParaRPr lang="en-GB" sz="2400" b="1" dirty="0"/>
          </a:p>
          <a:p>
            <a:pPr marL="268288" marR="5080" indent="-255588">
              <a:lnSpc>
                <a:spcPts val="2590"/>
              </a:lnSpc>
              <a:spcBef>
                <a:spcPts val="425"/>
              </a:spcBef>
              <a:defRPr/>
            </a:pPr>
            <a:r>
              <a:rPr lang="ja-JP" altLang="en-US" sz="2400" b="1" dirty="0">
                <a:solidFill>
                  <a:prstClr val="black"/>
                </a:solidFill>
                <a:latin typeface="Calibri"/>
                <a:cs typeface="Calibri"/>
              </a:rPr>
              <a:t>文法</a:t>
            </a:r>
            <a:r>
              <a:rPr kumimoji="0" lang="en-GB" sz="2400" i="0" u="none" strike="noStrike" kern="1200" cap="none" spc="0" normalizeH="0" baseline="0" noProof="0" dirty="0">
                <a:ln>
                  <a:noFill/>
                </a:ln>
                <a:solidFill>
                  <a:prstClr val="black"/>
                </a:solidFill>
                <a:effectLst/>
                <a:uLnTx/>
                <a:uFillTx/>
                <a:latin typeface="Calibri"/>
                <a:ea typeface="+mn-ea"/>
                <a:cs typeface="Calibri"/>
              </a:rPr>
              <a:t>:</a:t>
            </a:r>
            <a:r>
              <a:rPr lang="ja-JP" altLang="en-US" sz="2400" dirty="0">
                <a:solidFill>
                  <a:prstClr val="black"/>
                </a:solidFill>
                <a:cs typeface="Calibri"/>
              </a:rPr>
              <a:t>語彙群</a:t>
            </a:r>
            <a:r>
              <a:rPr lang="en-GB" sz="2400" dirty="0">
                <a:solidFill>
                  <a:prstClr val="black"/>
                </a:solidFill>
                <a:cs typeface="Calibri"/>
              </a:rPr>
              <a:t>A </a:t>
            </a:r>
            <a:r>
              <a:rPr lang="ja-JP" altLang="en-US" sz="2400" dirty="0">
                <a:solidFill>
                  <a:prstClr val="black"/>
                </a:solidFill>
                <a:cs typeface="Calibri"/>
              </a:rPr>
              <a:t>と</a:t>
            </a:r>
            <a:r>
              <a:rPr lang="en-GB" sz="2400" dirty="0">
                <a:solidFill>
                  <a:prstClr val="black"/>
                </a:solidFill>
                <a:cs typeface="Calibri"/>
              </a:rPr>
              <a:t> </a:t>
            </a:r>
            <a:r>
              <a:rPr lang="ja-JP" altLang="en-US" sz="2400" dirty="0">
                <a:solidFill>
                  <a:prstClr val="black"/>
                </a:solidFill>
                <a:cs typeface="Calibri"/>
              </a:rPr>
              <a:t>語彙群</a:t>
            </a:r>
            <a:r>
              <a:rPr lang="en-GB" sz="2400" dirty="0">
                <a:solidFill>
                  <a:prstClr val="black"/>
                </a:solidFill>
                <a:cs typeface="Calibri"/>
              </a:rPr>
              <a:t>B </a:t>
            </a:r>
            <a:r>
              <a:rPr lang="ja-JP" altLang="en-US" sz="2400" dirty="0">
                <a:solidFill>
                  <a:prstClr val="black"/>
                </a:solidFill>
                <a:cs typeface="Calibri"/>
              </a:rPr>
              <a:t>と同じ</a:t>
            </a:r>
            <a:endParaRPr lang="en-GB" sz="2400" dirty="0">
              <a:solidFill>
                <a:prstClr val="black"/>
              </a:solidFill>
              <a:cs typeface="Calibri"/>
            </a:endParaRPr>
          </a:p>
          <a:p>
            <a:pPr marL="268288" marR="5080" indent="-255588">
              <a:lnSpc>
                <a:spcPts val="2590"/>
              </a:lnSpc>
              <a:spcBef>
                <a:spcPts val="425"/>
              </a:spcBef>
              <a:defRPr/>
            </a:pPr>
            <a:r>
              <a:rPr kumimoji="0" lang="ja-JP" altLang="en-US" sz="2400" b="1" i="0" u="none" strike="noStrike" kern="1200" cap="none" spc="0" normalizeH="0" baseline="0" noProof="0" dirty="0">
                <a:ln>
                  <a:noFill/>
                </a:ln>
                <a:solidFill>
                  <a:prstClr val="black"/>
                </a:solidFill>
                <a:effectLst/>
                <a:uLnTx/>
                <a:uFillTx/>
                <a:latin typeface="Calibri"/>
                <a:ea typeface="+mn-ea"/>
                <a:cs typeface="Calibri"/>
              </a:rPr>
              <a:t>利用場面</a:t>
            </a:r>
            <a:r>
              <a:rPr kumimoji="0" lang="en-GB" sz="2400" i="0" u="none" strike="noStrike" kern="1200" cap="none" spc="0" normalizeH="0" baseline="0" noProof="0" dirty="0">
                <a:ln>
                  <a:noFill/>
                </a:ln>
                <a:solidFill>
                  <a:prstClr val="black"/>
                </a:solidFill>
                <a:effectLst/>
                <a:uLnTx/>
                <a:uFillTx/>
                <a:latin typeface="Calibri"/>
                <a:ea typeface="+mn-ea"/>
                <a:cs typeface="Calibri"/>
              </a:rPr>
              <a:t>: </a:t>
            </a:r>
            <a:r>
              <a:rPr kumimoji="0" lang="ja-JP" altLang="en-US" sz="2400" i="0" u="none" strike="noStrike" kern="1200" cap="none" spc="0" normalizeH="0" baseline="0" noProof="0" dirty="0">
                <a:ln>
                  <a:noFill/>
                </a:ln>
                <a:solidFill>
                  <a:prstClr val="black"/>
                </a:solidFill>
                <a:effectLst/>
                <a:uLnTx/>
                <a:uFillTx/>
                <a:latin typeface="Calibri"/>
                <a:ea typeface="+mn-ea"/>
                <a:cs typeface="Calibri"/>
              </a:rPr>
              <a:t>科学という文脈に限定的である</a:t>
            </a:r>
            <a:endParaRPr kumimoji="0" lang="en-GB" sz="2400" i="0" u="none" strike="noStrike" kern="1200" cap="none" spc="0" normalizeH="0" baseline="0" noProof="0" dirty="0">
              <a:ln>
                <a:noFill/>
              </a:ln>
              <a:solidFill>
                <a:prstClr val="black"/>
              </a:solidFill>
              <a:effectLst/>
              <a:uLnTx/>
              <a:uFillTx/>
              <a:latin typeface="Calibri"/>
              <a:ea typeface="+mn-ea"/>
              <a:cs typeface="Calibri"/>
            </a:endParaRPr>
          </a:p>
          <a:p>
            <a:pPr marL="268288" marR="5080" indent="-255588">
              <a:lnSpc>
                <a:spcPts val="2590"/>
              </a:lnSpc>
              <a:spcBef>
                <a:spcPts val="425"/>
              </a:spcBef>
              <a:defRPr/>
            </a:pPr>
            <a:r>
              <a:rPr lang="ja-JP" altLang="en-US" sz="2400" b="1" dirty="0">
                <a:solidFill>
                  <a:prstClr val="black"/>
                </a:solidFill>
                <a:latin typeface="Calibri"/>
                <a:cs typeface="Calibri"/>
              </a:rPr>
              <a:t>皮肉</a:t>
            </a:r>
            <a:r>
              <a:rPr lang="en-GB" sz="2400" dirty="0">
                <a:solidFill>
                  <a:prstClr val="black"/>
                </a:solidFill>
                <a:latin typeface="Calibri"/>
                <a:cs typeface="Calibri"/>
              </a:rPr>
              <a:t>: </a:t>
            </a:r>
            <a:r>
              <a:rPr lang="ja-JP" altLang="en-US" sz="2400" dirty="0">
                <a:solidFill>
                  <a:prstClr val="black"/>
                </a:solidFill>
                <a:latin typeface="Calibri"/>
                <a:cs typeface="Calibri"/>
              </a:rPr>
              <a:t>「科学」という言葉が</a:t>
            </a:r>
            <a:r>
              <a:rPr lang="ja-JP" altLang="en-US" sz="2400" b="1" dirty="0">
                <a:solidFill>
                  <a:prstClr val="black"/>
                </a:solidFill>
                <a:latin typeface="Calibri"/>
                <a:cs typeface="Calibri"/>
              </a:rPr>
              <a:t>存在しない</a:t>
            </a:r>
            <a:endParaRPr lang="en-GB" sz="2400" b="1" dirty="0">
              <a:solidFill>
                <a:prstClr val="black"/>
              </a:solidFill>
              <a:latin typeface="Calibri"/>
              <a:cs typeface="Calibri"/>
            </a:endParaRPr>
          </a:p>
          <a:p>
            <a:pPr marL="725488" marR="5080" lvl="1" indent="-255588">
              <a:lnSpc>
                <a:spcPts val="2590"/>
              </a:lnSpc>
              <a:spcBef>
                <a:spcPts val="425"/>
              </a:spcBef>
              <a:defRPr/>
            </a:pPr>
            <a:r>
              <a:rPr kumimoji="0" lang="ja-JP" altLang="en-US" sz="2000" b="1" i="0" u="none" strike="noStrike" kern="1200" cap="none" spc="0" normalizeH="0" baseline="0" noProof="0" dirty="0">
                <a:ln>
                  <a:noFill/>
                </a:ln>
                <a:solidFill>
                  <a:prstClr val="black"/>
                </a:solidFill>
                <a:effectLst/>
                <a:uLnTx/>
                <a:uFillTx/>
                <a:latin typeface="Calibri"/>
                <a:ea typeface="+mn-ea"/>
                <a:cs typeface="Calibri"/>
                <a:hlinkClick r:id="rId3"/>
              </a:rPr>
              <a:t>英国社会主義</a:t>
            </a:r>
            <a:r>
              <a:rPr kumimoji="0" lang="ja-JP" altLang="en-US" sz="2000" i="0" u="none" strike="noStrike" kern="1200" cap="none" spc="0" normalizeH="0" baseline="0" noProof="0" dirty="0">
                <a:ln>
                  <a:noFill/>
                </a:ln>
                <a:solidFill>
                  <a:prstClr val="black"/>
                </a:solidFill>
                <a:effectLst/>
                <a:uLnTx/>
                <a:uFillTx/>
                <a:latin typeface="Calibri"/>
                <a:ea typeface="+mn-ea"/>
                <a:cs typeface="Calibri"/>
              </a:rPr>
              <a:t>という言葉がそれを包括する</a:t>
            </a:r>
            <a:endParaRPr kumimoji="0" lang="en-GB" sz="2000" i="0" u="none" strike="noStrike" kern="1200" cap="none" spc="0" normalizeH="0" baseline="0" noProof="0" dirty="0">
              <a:ln>
                <a:noFill/>
              </a:ln>
              <a:solidFill>
                <a:prstClr val="black"/>
              </a:solidFill>
              <a:effectLst/>
              <a:uLnTx/>
              <a:uFillTx/>
              <a:latin typeface="Calibri"/>
              <a:ea typeface="+mn-ea"/>
              <a:cs typeface="Calibri"/>
            </a:endParaRPr>
          </a:p>
        </p:txBody>
      </p:sp>
      <p:graphicFrame>
        <p:nvGraphicFramePr>
          <p:cNvPr id="7" name="Diagram 6">
            <a:extLst>
              <a:ext uri="{FF2B5EF4-FFF2-40B4-BE49-F238E27FC236}">
                <a16:creationId xmlns:a16="http://schemas.microsoft.com/office/drawing/2014/main" id="{DD97AC12-39DD-BF6E-0AB9-0A075DA68733}"/>
              </a:ext>
            </a:extLst>
          </p:cNvPr>
          <p:cNvGraphicFramePr/>
          <p:nvPr/>
        </p:nvGraphicFramePr>
        <p:xfrm>
          <a:off x="7067026" y="3389933"/>
          <a:ext cx="4206380" cy="24555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TextBox 10">
            <a:extLst>
              <a:ext uri="{FF2B5EF4-FFF2-40B4-BE49-F238E27FC236}">
                <a16:creationId xmlns:a16="http://schemas.microsoft.com/office/drawing/2014/main" id="{B754D030-B1AA-5691-A21A-3462AF65DCE7}"/>
              </a:ext>
            </a:extLst>
          </p:cNvPr>
          <p:cNvSpPr txBox="1"/>
          <p:nvPr/>
        </p:nvSpPr>
        <p:spPr>
          <a:xfrm>
            <a:off x="8189053" y="5807752"/>
            <a:ext cx="194205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800" b="1" i="0" u="none" strike="noStrike" kern="1200" cap="none" spc="0" normalizeH="0" baseline="0" noProof="0" dirty="0">
                <a:ln>
                  <a:noFill/>
                </a:ln>
                <a:solidFill>
                  <a:prstClr val="black"/>
                </a:solidFill>
                <a:effectLst/>
                <a:uLnTx/>
                <a:uFillTx/>
                <a:latin typeface="Calibri" panose="020F0502020204030204"/>
                <a:ea typeface="+mn-ea"/>
                <a:cs typeface="+mn-cs"/>
              </a:rPr>
              <a:t>語彙群</a:t>
            </a: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C</a:t>
            </a:r>
          </a:p>
        </p:txBody>
      </p:sp>
    </p:spTree>
    <p:extLst>
      <p:ext uri="{BB962C8B-B14F-4D97-AF65-F5344CB8AC3E}">
        <p14:creationId xmlns:p14="http://schemas.microsoft.com/office/powerpoint/2010/main" val="1754716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28</a:t>
            </a:fld>
            <a:endParaRPr lang="en-GB" dirty="0"/>
          </a:p>
        </p:txBody>
      </p:sp>
    </p:spTree>
    <p:extLst>
      <p:ext uri="{BB962C8B-B14F-4D97-AF65-F5344CB8AC3E}">
        <p14:creationId xmlns:p14="http://schemas.microsoft.com/office/powerpoint/2010/main" val="4021934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91F9F-CCF4-2E8F-6E61-5F6B072954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B2CADA-88B0-9419-3403-B940BC57F2A9}"/>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9A90F9F6-13D6-F60B-C8C9-4A8D720C90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383C6D2D-11A7-97AF-3336-E1F8DE459992}"/>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ja-JP" altLang="en-US" sz="2400" dirty="0">
                <a:solidFill>
                  <a:prstClr val="black"/>
                </a:solidFill>
                <a:cs typeface="Calibri"/>
              </a:rPr>
              <a:t>早い話が、</a:t>
            </a:r>
            <a:r>
              <a:rPr lang="en-US" altLang="ja-JP" sz="2400" dirty="0"/>
              <a:t>『</a:t>
            </a:r>
            <a:r>
              <a:rPr lang="ja-JP" altLang="en-US" sz="2400" dirty="0"/>
              <a:t>一九八四年</a:t>
            </a:r>
            <a:r>
              <a:rPr lang="en-US" altLang="ja-JP" sz="2400" dirty="0"/>
              <a:t>』</a:t>
            </a:r>
            <a:r>
              <a:rPr lang="ja-JP" altLang="en-US" sz="2400" dirty="0"/>
              <a:t>があることについて深い洞察をもたらしてくれるからである。それは</a:t>
            </a:r>
            <a:r>
              <a:rPr lang="en-GB" altLang="ja-JP" sz="2400" dirty="0"/>
              <a:t>…</a:t>
            </a:r>
          </a:p>
          <a:p>
            <a:pPr marL="12700" marR="5080" lvl="0" indent="0">
              <a:lnSpc>
                <a:spcPts val="2590"/>
              </a:lnSpc>
              <a:spcBef>
                <a:spcPts val="425"/>
              </a:spcBef>
              <a:buNone/>
              <a:defRPr/>
            </a:pPr>
            <a:endParaRPr kumimoji="0" lang="en-GB" sz="2400" b="0" i="0" u="none" strike="noStrike" kern="1200" cap="none" spc="0" normalizeH="0" baseline="0" noProof="0" dirty="0">
              <a:ln>
                <a:noFill/>
              </a:ln>
              <a:solidFill>
                <a:prstClr val="black"/>
              </a:solidFill>
              <a:effectLst/>
              <a:uLnTx/>
              <a:uFillTx/>
              <a:ea typeface="+mn-ea"/>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endParaRPr kumimoji="0" lang="en-GB" sz="2400" b="0" i="0" u="none" strike="noStrike" kern="1200" cap="none" spc="0" normalizeH="0" baseline="0" noProof="0" dirty="0">
              <a:ln>
                <a:noFill/>
              </a:ln>
              <a:solidFill>
                <a:prstClr val="black"/>
              </a:solidFill>
              <a:effectLst/>
              <a:uLnTx/>
              <a:uFillTx/>
              <a:ea typeface="+mn-ea"/>
              <a:cs typeface="Calibri"/>
            </a:endParaRPr>
          </a:p>
          <a:p>
            <a:pPr marL="12700" marR="5080" lvl="0" indent="0" algn="ctr">
              <a:lnSpc>
                <a:spcPts val="2590"/>
              </a:lnSpc>
              <a:spcBef>
                <a:spcPts val="425"/>
              </a:spcBef>
              <a:buNone/>
              <a:defRPr/>
            </a:pPr>
            <a:r>
              <a:rPr lang="ja-JP" altLang="en-US" sz="2400" b="1" dirty="0"/>
              <a:t>我々開発者がプログラムを組む時の永遠の課題である「命名」だ！</a:t>
            </a:r>
            <a:endParaRPr kumimoji="0" lang="en-GB" sz="2400" b="0" i="0" u="none" strike="noStrike" kern="1200" cap="none" spc="0" normalizeH="0" baseline="0" noProof="0" dirty="0">
              <a:ln>
                <a:noFill/>
              </a:ln>
              <a:solidFill>
                <a:prstClr val="black"/>
              </a:solidFill>
              <a:effectLst/>
              <a:uLnTx/>
              <a:uFillTx/>
              <a:ea typeface="+mn-ea"/>
              <a:cs typeface="Calibri"/>
            </a:endParaRPr>
          </a:p>
        </p:txBody>
      </p:sp>
    </p:spTree>
    <p:extLst>
      <p:ext uri="{BB962C8B-B14F-4D97-AF65-F5344CB8AC3E}">
        <p14:creationId xmlns:p14="http://schemas.microsoft.com/office/powerpoint/2010/main" val="2442122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D43C-6594-60D1-AD86-40DF9D5739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2C0708-B3D7-5E22-320C-01512FC61B94}"/>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3F3D104F-C596-4107-A6D2-3BCF53FA48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5C3AABC1-8F28-FFF1-A35D-5E7FE4E7524E}"/>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ja-JP" altLang="en-US" sz="2400" dirty="0">
                <a:solidFill>
                  <a:prstClr val="black"/>
                </a:solidFill>
                <a:cs typeface="Calibri"/>
              </a:rPr>
              <a:t>とはいえ、命名は難しい作業であることが多い。</a:t>
            </a:r>
            <a:endParaRPr lang="en-GB" altLang="ja-JP"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名前が長ければ長いほど、冗長になってしまう。</a:t>
            </a:r>
            <a:endParaRPr lang="en-GB" altLang="ja-JP"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命名が短ければ短いほど、重要な要素を体現し損なう可能性が高まる。</a:t>
            </a:r>
            <a:endParaRPr lang="en-GB" sz="2000"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私たち開発者はどのように</a:t>
            </a:r>
            <a:r>
              <a:rPr lang="ja-JP" altLang="en-US" sz="2400" b="1" dirty="0">
                <a:solidFill>
                  <a:prstClr val="black"/>
                </a:solidFill>
                <a:cs typeface="Calibri"/>
              </a:rPr>
              <a:t>簡潔</a:t>
            </a:r>
            <a:r>
              <a:rPr lang="ja-JP" altLang="en-US" sz="2400" dirty="0">
                <a:solidFill>
                  <a:prstClr val="black"/>
                </a:solidFill>
                <a:cs typeface="Calibri"/>
              </a:rPr>
              <a:t>かつ</a:t>
            </a:r>
            <a:r>
              <a:rPr lang="ja-JP" altLang="en-US" sz="2400" b="1" dirty="0">
                <a:solidFill>
                  <a:prstClr val="black"/>
                </a:solidFill>
                <a:cs typeface="Calibri"/>
              </a:rPr>
              <a:t>精緻</a:t>
            </a:r>
            <a:r>
              <a:rPr lang="ja-JP" altLang="en-US" sz="2400" dirty="0">
                <a:solidFill>
                  <a:prstClr val="black"/>
                </a:solidFill>
                <a:cs typeface="Calibri"/>
              </a:rPr>
              <a:t>な方法で命名するべきなのか？</a:t>
            </a:r>
            <a:endParaRPr lang="en-GB" altLang="ja-JP" sz="2400"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その答えは前章で学んだ </a:t>
            </a:r>
            <a:r>
              <a:rPr lang="ja-JP" altLang="en-US" sz="2400" b="1" dirty="0">
                <a:solidFill>
                  <a:prstClr val="black"/>
                </a:solidFill>
                <a:cs typeface="Calibri"/>
                <a:hlinkClick r:id="rId2" action="ppaction://hlinksldjump"/>
              </a:rPr>
              <a:t>語彙群</a:t>
            </a:r>
            <a:r>
              <a:rPr lang="en-GB" sz="2400" b="1" dirty="0">
                <a:solidFill>
                  <a:prstClr val="black"/>
                </a:solidFill>
                <a:cs typeface="Calibri"/>
                <a:hlinkClick r:id="rId2" action="ppaction://hlinksldjump"/>
              </a:rPr>
              <a:t>A</a:t>
            </a:r>
            <a:r>
              <a:rPr lang="ja-JP" altLang="en-US" sz="2400" b="1" dirty="0">
                <a:solidFill>
                  <a:prstClr val="black"/>
                </a:solidFill>
                <a:cs typeface="Calibri"/>
              </a:rPr>
              <a:t>・</a:t>
            </a:r>
            <a:r>
              <a:rPr lang="ja-JP" altLang="en-US" sz="2400" b="1" dirty="0">
                <a:solidFill>
                  <a:prstClr val="black"/>
                </a:solidFill>
                <a:cs typeface="Calibri"/>
                <a:hlinkClick r:id="rId3" action="ppaction://hlinksldjump"/>
              </a:rPr>
              <a:t>語彙群</a:t>
            </a:r>
            <a:r>
              <a:rPr lang="en-GB" sz="2400" b="1" dirty="0">
                <a:solidFill>
                  <a:prstClr val="black"/>
                </a:solidFill>
                <a:cs typeface="Calibri"/>
                <a:hlinkClick r:id="rId3" action="ppaction://hlinksldjump"/>
              </a:rPr>
              <a:t>B</a:t>
            </a:r>
            <a:r>
              <a:rPr lang="ja-JP" altLang="en-US" sz="2400" b="1" dirty="0">
                <a:solidFill>
                  <a:prstClr val="black"/>
                </a:solidFill>
                <a:cs typeface="Calibri"/>
              </a:rPr>
              <a:t>・</a:t>
            </a:r>
            <a:r>
              <a:rPr lang="ja-JP" altLang="en-US" sz="2400" b="1" dirty="0">
                <a:solidFill>
                  <a:prstClr val="black"/>
                </a:solidFill>
                <a:cs typeface="Calibri"/>
                <a:hlinkClick r:id="rId4" action="ppaction://hlinksldjump"/>
              </a:rPr>
              <a:t>語彙群</a:t>
            </a:r>
            <a:r>
              <a:rPr lang="en-GB" sz="2400" b="1" dirty="0">
                <a:solidFill>
                  <a:prstClr val="black"/>
                </a:solidFill>
                <a:cs typeface="Calibri"/>
                <a:hlinkClick r:id="rId4" action="ppaction://hlinksldjump"/>
              </a:rPr>
              <a:t>C</a:t>
            </a:r>
            <a:r>
              <a:rPr lang="en-GB" sz="2400" b="1" dirty="0">
                <a:solidFill>
                  <a:prstClr val="black"/>
                </a:solidFill>
                <a:cs typeface="Calibri"/>
              </a:rPr>
              <a:t> </a:t>
            </a:r>
            <a:r>
              <a:rPr lang="ja-JP" altLang="en-US" sz="2400" b="1" dirty="0">
                <a:solidFill>
                  <a:prstClr val="black"/>
                </a:solidFill>
                <a:cs typeface="Calibri"/>
              </a:rPr>
              <a:t>の語形成</a:t>
            </a:r>
            <a:r>
              <a:rPr lang="ja-JP" altLang="en-US" sz="2400" dirty="0">
                <a:solidFill>
                  <a:prstClr val="black"/>
                </a:solidFill>
                <a:cs typeface="Calibri"/>
              </a:rPr>
              <a:t>にある。</a:t>
            </a:r>
            <a:endParaRPr lang="en-GB" sz="2400" dirty="0">
              <a:solidFill>
                <a:prstClr val="black"/>
              </a:solidFill>
              <a:cs typeface="Calibri"/>
            </a:endParaRPr>
          </a:p>
        </p:txBody>
      </p:sp>
    </p:spTree>
    <p:extLst>
      <p:ext uri="{BB962C8B-B14F-4D97-AF65-F5344CB8AC3E}">
        <p14:creationId xmlns:p14="http://schemas.microsoft.com/office/powerpoint/2010/main" val="3947469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FEE0-8DE9-53A4-21A0-498BFEDE147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C1CC56-957B-E83C-938E-07E22D6DC9E8}"/>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8DC583FE-C5C9-48A7-32D0-53D90847DD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E9D8EF4D-31EE-9A79-6E4A-0AEE8443C3FD}"/>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ja-JP" altLang="en-US" sz="2400" dirty="0">
                <a:solidFill>
                  <a:prstClr val="black"/>
                </a:solidFill>
                <a:cs typeface="Calibri"/>
              </a:rPr>
              <a:t>ご存じのように、以下の語彙は</a:t>
            </a:r>
            <a:r>
              <a:rPr lang="en-GB" altLang="ja-JP" sz="2400" dirty="0">
                <a:solidFill>
                  <a:prstClr val="black"/>
                </a:solidFill>
                <a:cs typeface="Calibri"/>
              </a:rPr>
              <a:t> SNS </a:t>
            </a:r>
            <a:r>
              <a:rPr lang="ja-JP" altLang="en-US" sz="2400" dirty="0">
                <a:solidFill>
                  <a:prstClr val="black"/>
                </a:solidFill>
                <a:cs typeface="Calibri"/>
              </a:rPr>
              <a:t>に登場し市民権を得た単語である。</a:t>
            </a:r>
            <a:endParaRPr lang="en-GB" altLang="ja-JP"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以下の語彙は</a:t>
            </a:r>
            <a:r>
              <a:rPr lang="en-GB" altLang="ja-JP" sz="2400" dirty="0">
                <a:solidFill>
                  <a:prstClr val="black"/>
                </a:solidFill>
                <a:cs typeface="Calibri"/>
              </a:rPr>
              <a:t> </a:t>
            </a:r>
            <a:r>
              <a:rPr lang="ja-JP" altLang="en-US" sz="2400" dirty="0">
                <a:solidFill>
                  <a:prstClr val="black"/>
                </a:solidFill>
                <a:cs typeface="Calibri"/>
                <a:hlinkClick r:id="rId2" action="ppaction://hlinksldjump"/>
              </a:rPr>
              <a:t>語彙群</a:t>
            </a:r>
            <a:r>
              <a:rPr lang="en-GB" sz="2400" dirty="0">
                <a:solidFill>
                  <a:prstClr val="black"/>
                </a:solidFill>
                <a:cs typeface="Calibri"/>
                <a:hlinkClick r:id="rId2" action="ppaction://hlinksldjump"/>
              </a:rPr>
              <a:t>A</a:t>
            </a:r>
            <a:r>
              <a:rPr lang="en-GB" sz="2400" dirty="0">
                <a:solidFill>
                  <a:prstClr val="black"/>
                </a:solidFill>
                <a:cs typeface="Calibri"/>
              </a:rPr>
              <a:t> </a:t>
            </a:r>
            <a:r>
              <a:rPr lang="ja-JP" altLang="en-US" sz="2400" dirty="0">
                <a:solidFill>
                  <a:prstClr val="black"/>
                </a:solidFill>
                <a:cs typeface="Calibri"/>
              </a:rPr>
              <a:t>の否定の接頭辞</a:t>
            </a:r>
            <a:r>
              <a:rPr lang="en-GB" altLang="ja-JP" sz="2400" dirty="0">
                <a:solidFill>
                  <a:prstClr val="black"/>
                </a:solidFill>
                <a:cs typeface="Calibri"/>
              </a:rPr>
              <a:t> </a:t>
            </a:r>
            <a:r>
              <a:rPr lang="en-GB" altLang="ja-JP" sz="2400" i="1" dirty="0">
                <a:solidFill>
                  <a:prstClr val="black"/>
                </a:solidFill>
                <a:cs typeface="Calibri"/>
              </a:rPr>
              <a:t>-un </a:t>
            </a:r>
            <a:r>
              <a:rPr lang="ja-JP" altLang="en-US" sz="2400" dirty="0">
                <a:solidFill>
                  <a:prstClr val="black"/>
                </a:solidFill>
                <a:cs typeface="Calibri"/>
              </a:rPr>
              <a:t>を既存の語彙に付す手法を表す。</a:t>
            </a:r>
            <a:endParaRPr lang="en-GB" altLang="ja-JP" sz="2400" dirty="0">
              <a:solidFill>
                <a:prstClr val="black"/>
              </a:solidFill>
              <a:cs typeface="Calibri"/>
            </a:endParaRPr>
          </a:p>
          <a:p>
            <a:pPr marL="12700" marR="5080" lvl="0" indent="0">
              <a:lnSpc>
                <a:spcPts val="2590"/>
              </a:lnSpc>
              <a:spcBef>
                <a:spcPts val="425"/>
              </a:spcBef>
              <a:buNone/>
              <a:defRPr/>
            </a:pPr>
            <a:endParaRPr lang="en-GB" altLang="ja-JP" sz="2400" dirty="0">
              <a:solidFill>
                <a:prstClr val="black"/>
              </a:solidFill>
              <a:cs typeface="Calibri"/>
            </a:endParaRPr>
          </a:p>
          <a:p>
            <a:pPr marL="268288" marR="5080" indent="-255588">
              <a:lnSpc>
                <a:spcPts val="2590"/>
              </a:lnSpc>
              <a:spcBef>
                <a:spcPts val="425"/>
              </a:spcBef>
              <a:defRPr/>
            </a:pPr>
            <a:r>
              <a:rPr lang="en-GB" sz="2400" dirty="0">
                <a:solidFill>
                  <a:prstClr val="black"/>
                </a:solidFill>
                <a:cs typeface="Calibri"/>
              </a:rPr>
              <a:t>friend </a:t>
            </a:r>
            <a:r>
              <a:rPr lang="ja-JP" altLang="en-US" sz="2400" dirty="0">
                <a:solidFill>
                  <a:prstClr val="black"/>
                </a:solidFill>
                <a:cs typeface="Calibri"/>
              </a:rPr>
              <a:t>↔</a:t>
            </a:r>
            <a:r>
              <a:rPr lang="en-GB" altLang="ja-JP" sz="2400" dirty="0">
                <a:solidFill>
                  <a:prstClr val="black"/>
                </a:solidFill>
                <a:cs typeface="Calibri"/>
              </a:rPr>
              <a:t> </a:t>
            </a:r>
            <a:r>
              <a:rPr lang="en-GB" altLang="ja-JP" sz="2400" b="1" dirty="0">
                <a:solidFill>
                  <a:prstClr val="black"/>
                </a:solidFill>
                <a:cs typeface="Calibri"/>
              </a:rPr>
              <a:t>un</a:t>
            </a:r>
            <a:r>
              <a:rPr lang="en-GB" altLang="ja-JP" sz="2400" dirty="0">
                <a:solidFill>
                  <a:prstClr val="black"/>
                </a:solidFill>
                <a:cs typeface="Calibri"/>
              </a:rPr>
              <a:t>friend</a:t>
            </a:r>
          </a:p>
          <a:p>
            <a:pPr marL="268288" marR="5080" indent="-255588">
              <a:lnSpc>
                <a:spcPts val="2590"/>
              </a:lnSpc>
              <a:spcBef>
                <a:spcPts val="425"/>
              </a:spcBef>
              <a:defRPr/>
            </a:pPr>
            <a:r>
              <a:rPr lang="en-GB" sz="2400" dirty="0">
                <a:solidFill>
                  <a:prstClr val="black"/>
                </a:solidFill>
                <a:cs typeface="Calibri"/>
              </a:rPr>
              <a:t>like </a:t>
            </a:r>
            <a:r>
              <a:rPr lang="ja-JP" altLang="en-US" sz="2400" dirty="0">
                <a:solidFill>
                  <a:prstClr val="black"/>
                </a:solidFill>
                <a:cs typeface="Calibri"/>
              </a:rPr>
              <a:t>↔</a:t>
            </a:r>
            <a:r>
              <a:rPr lang="en-GB" altLang="ja-JP" sz="2400" dirty="0">
                <a:solidFill>
                  <a:prstClr val="black"/>
                </a:solidFill>
                <a:cs typeface="Calibri"/>
              </a:rPr>
              <a:t> </a:t>
            </a:r>
            <a:r>
              <a:rPr lang="en-GB" altLang="ja-JP" sz="2400" b="1" dirty="0">
                <a:solidFill>
                  <a:prstClr val="black"/>
                </a:solidFill>
                <a:cs typeface="Calibri"/>
              </a:rPr>
              <a:t>un</a:t>
            </a:r>
            <a:r>
              <a:rPr lang="en-GB" altLang="ja-JP" sz="2400" dirty="0">
                <a:solidFill>
                  <a:prstClr val="black"/>
                </a:solidFill>
                <a:cs typeface="Calibri"/>
              </a:rPr>
              <a:t>like</a:t>
            </a:r>
          </a:p>
          <a:p>
            <a:pPr marL="268288" marR="5080" indent="-255588">
              <a:lnSpc>
                <a:spcPts val="2590"/>
              </a:lnSpc>
              <a:spcBef>
                <a:spcPts val="425"/>
              </a:spcBef>
              <a:defRPr/>
            </a:pPr>
            <a:r>
              <a:rPr lang="en-GB" sz="2400" dirty="0">
                <a:solidFill>
                  <a:prstClr val="black"/>
                </a:solidFill>
                <a:cs typeface="Calibri"/>
              </a:rPr>
              <a:t>star </a:t>
            </a:r>
            <a:r>
              <a:rPr lang="ja-JP" altLang="en-US" sz="2400" dirty="0">
                <a:solidFill>
                  <a:prstClr val="black"/>
                </a:solidFill>
                <a:cs typeface="Calibri"/>
              </a:rPr>
              <a:t>↔</a:t>
            </a:r>
            <a:r>
              <a:rPr lang="en-GB" altLang="ja-JP" sz="2400" dirty="0">
                <a:solidFill>
                  <a:prstClr val="black"/>
                </a:solidFill>
                <a:cs typeface="Calibri"/>
              </a:rPr>
              <a:t> </a:t>
            </a:r>
            <a:r>
              <a:rPr lang="en-GB" altLang="ja-JP" sz="2400" b="1" dirty="0">
                <a:solidFill>
                  <a:prstClr val="black"/>
                </a:solidFill>
                <a:cs typeface="Calibri"/>
              </a:rPr>
              <a:t>un</a:t>
            </a:r>
            <a:r>
              <a:rPr lang="en-GB" altLang="ja-JP" sz="2400" dirty="0">
                <a:solidFill>
                  <a:prstClr val="black"/>
                </a:solidFill>
                <a:cs typeface="Calibri"/>
              </a:rPr>
              <a:t>star</a:t>
            </a:r>
          </a:p>
          <a:p>
            <a:pPr marL="268288" marR="5080" indent="-255588">
              <a:lnSpc>
                <a:spcPts val="2590"/>
              </a:lnSpc>
              <a:spcBef>
                <a:spcPts val="425"/>
              </a:spcBef>
              <a:defRPr/>
            </a:pPr>
            <a:r>
              <a:rPr lang="en-GB" sz="2400" dirty="0">
                <a:solidFill>
                  <a:prstClr val="black"/>
                </a:solidFill>
                <a:cs typeface="Calibri"/>
              </a:rPr>
              <a:t>flag </a:t>
            </a:r>
            <a:r>
              <a:rPr lang="ja-JP" altLang="en-US" sz="2400" dirty="0">
                <a:solidFill>
                  <a:prstClr val="black"/>
                </a:solidFill>
                <a:cs typeface="Calibri"/>
              </a:rPr>
              <a:t>↔</a:t>
            </a:r>
            <a:r>
              <a:rPr lang="en-GB" altLang="ja-JP" sz="2400" dirty="0">
                <a:solidFill>
                  <a:prstClr val="black"/>
                </a:solidFill>
                <a:cs typeface="Calibri"/>
              </a:rPr>
              <a:t> </a:t>
            </a:r>
            <a:r>
              <a:rPr lang="en-GB" altLang="ja-JP" sz="2400" b="1" dirty="0">
                <a:solidFill>
                  <a:prstClr val="black"/>
                </a:solidFill>
                <a:cs typeface="Calibri"/>
              </a:rPr>
              <a:t>un</a:t>
            </a:r>
            <a:r>
              <a:rPr lang="en-GB" altLang="ja-JP" sz="2400" dirty="0">
                <a:solidFill>
                  <a:prstClr val="black"/>
                </a:solidFill>
                <a:cs typeface="Calibri"/>
              </a:rPr>
              <a:t>flag</a:t>
            </a:r>
          </a:p>
          <a:p>
            <a:pPr marL="268288" marR="5080" indent="-255588">
              <a:lnSpc>
                <a:spcPts val="2590"/>
              </a:lnSpc>
              <a:spcBef>
                <a:spcPts val="425"/>
              </a:spcBef>
              <a:defRPr/>
            </a:pPr>
            <a:r>
              <a:rPr lang="en-GB" altLang="ja-JP" sz="2400" dirty="0">
                <a:solidFill>
                  <a:prstClr val="black"/>
                </a:solidFill>
                <a:cs typeface="Calibri"/>
              </a:rPr>
              <a:t>follow</a:t>
            </a:r>
            <a:r>
              <a:rPr lang="en-GB" sz="2400" dirty="0">
                <a:solidFill>
                  <a:prstClr val="black"/>
                </a:solidFill>
                <a:cs typeface="Calibri"/>
              </a:rPr>
              <a:t> </a:t>
            </a:r>
            <a:r>
              <a:rPr lang="ja-JP" altLang="en-US" sz="2400" dirty="0">
                <a:solidFill>
                  <a:prstClr val="black"/>
                </a:solidFill>
                <a:cs typeface="Calibri"/>
              </a:rPr>
              <a:t>↔</a:t>
            </a:r>
            <a:r>
              <a:rPr lang="en-GB" altLang="ja-JP" sz="2400" dirty="0">
                <a:solidFill>
                  <a:prstClr val="black"/>
                </a:solidFill>
                <a:cs typeface="Calibri"/>
              </a:rPr>
              <a:t> </a:t>
            </a:r>
            <a:r>
              <a:rPr lang="en-GB" altLang="ja-JP" sz="2400" b="1" dirty="0">
                <a:solidFill>
                  <a:prstClr val="black"/>
                </a:solidFill>
                <a:cs typeface="Calibri"/>
              </a:rPr>
              <a:t>un</a:t>
            </a:r>
            <a:r>
              <a:rPr lang="en-GB" altLang="ja-JP" sz="2400" dirty="0">
                <a:solidFill>
                  <a:prstClr val="black"/>
                </a:solidFill>
                <a:cs typeface="Calibri"/>
              </a:rPr>
              <a:t>follow</a:t>
            </a:r>
            <a:endParaRPr lang="en-GB" sz="2400" dirty="0">
              <a:solidFill>
                <a:prstClr val="black"/>
              </a:solidFill>
              <a:cs typeface="Calibri"/>
            </a:endParaRPr>
          </a:p>
        </p:txBody>
      </p:sp>
    </p:spTree>
    <p:extLst>
      <p:ext uri="{BB962C8B-B14F-4D97-AF65-F5344CB8AC3E}">
        <p14:creationId xmlns:p14="http://schemas.microsoft.com/office/powerpoint/2010/main" val="1958020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77539-0BD0-FDCE-1EDA-882481DABE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73ACE4-A642-A924-8317-F406D9EE9F4D}"/>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50809215-9B5C-F85F-24DC-EE22E6354E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56AA6E8-58CB-F7CB-F461-99ADDDC07337}"/>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ja-JP" altLang="en-US" sz="2400" b="1" dirty="0">
                <a:solidFill>
                  <a:prstClr val="black"/>
                </a:solidFill>
                <a:cs typeface="Calibri"/>
              </a:rPr>
              <a:t>命名は</a:t>
            </a:r>
            <a:r>
              <a:rPr lang="en-GB" altLang="ja-JP" sz="2400" b="1" dirty="0">
                <a:solidFill>
                  <a:prstClr val="black"/>
                </a:solidFill>
                <a:cs typeface="Calibri"/>
              </a:rPr>
              <a:t> AI </a:t>
            </a:r>
            <a:r>
              <a:rPr lang="ja-JP" altLang="en-US" sz="2400" b="1" dirty="0">
                <a:solidFill>
                  <a:prstClr val="black"/>
                </a:solidFill>
                <a:cs typeface="Calibri"/>
              </a:rPr>
              <a:t>が最も不得手であり、私たち人間の開発者が最も注意を払わなければならないものであるはず。</a:t>
            </a:r>
            <a:endParaRPr lang="en-GB" sz="2400" b="1"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r>
              <a:rPr lang="en-GB" sz="2400" dirty="0">
                <a:solidFill>
                  <a:prstClr val="black"/>
                </a:solidFill>
                <a:cs typeface="Calibri"/>
              </a:rPr>
              <a:t>Ruby </a:t>
            </a:r>
            <a:r>
              <a:rPr lang="ja-JP" altLang="en-US" sz="2400" dirty="0">
                <a:solidFill>
                  <a:prstClr val="black"/>
                </a:solidFill>
                <a:cs typeface="Calibri"/>
              </a:rPr>
              <a:t>の父まつもとゆきひろ氏</a:t>
            </a:r>
            <a:r>
              <a:rPr lang="en-GB" altLang="ja-JP" sz="2400" dirty="0"/>
              <a:t>(</a:t>
            </a:r>
            <a:r>
              <a:rPr lang="ja-JP" altLang="en-US" sz="2400" dirty="0"/>
              <a:t>通称</a:t>
            </a:r>
            <a:r>
              <a:rPr lang="en-GB" altLang="ja-JP" sz="2400" dirty="0"/>
              <a:t> Matz</a:t>
            </a:r>
            <a:r>
              <a:rPr lang="en-GB" altLang="ja-JP" dirty="0"/>
              <a:t>)</a:t>
            </a:r>
            <a:r>
              <a:rPr lang="ja-JP" altLang="en-US" sz="2400" dirty="0"/>
              <a:t>は命名に厳しい人物として有名だ</a:t>
            </a:r>
            <a:r>
              <a:rPr lang="en-GB" altLang="ja-JP" sz="2400" dirty="0"/>
              <a:t>(</a:t>
            </a:r>
            <a:r>
              <a:rPr lang="en-US" altLang="ja-JP" sz="2400" dirty="0"/>
              <a:t>『</a:t>
            </a:r>
            <a:r>
              <a:rPr lang="ja-JP" altLang="en-US" sz="2400" dirty="0">
                <a:hlinkClick r:id="rId2"/>
              </a:rPr>
              <a:t>プログラマが知るべき</a:t>
            </a:r>
            <a:r>
              <a:rPr lang="en-US" altLang="ja-JP" sz="2400" dirty="0">
                <a:hlinkClick r:id="rId2"/>
              </a:rPr>
              <a:t>97</a:t>
            </a:r>
            <a:r>
              <a:rPr lang="ja-JP" altLang="en-US" sz="2400" dirty="0">
                <a:hlinkClick r:id="rId2"/>
              </a:rPr>
              <a:t>のこと</a:t>
            </a:r>
            <a:r>
              <a:rPr lang="en-GB" altLang="ja-JP" sz="2400" dirty="0">
                <a:hlinkClick r:id="rId2"/>
              </a:rPr>
              <a:t> </a:t>
            </a:r>
            <a:r>
              <a:rPr lang="en-GB" altLang="ja-JP" sz="2400" dirty="0"/>
              <a:t>&gt; </a:t>
            </a:r>
            <a:r>
              <a:rPr lang="en-US" altLang="ja-JP" sz="2400" dirty="0">
                <a:hlinkClick r:id="rId2"/>
              </a:rPr>
              <a:t>107. </a:t>
            </a:r>
            <a:r>
              <a:rPr lang="ja-JP" altLang="en-US" sz="2400" dirty="0">
                <a:hlinkClick r:id="rId2"/>
              </a:rPr>
              <a:t>名前重要</a:t>
            </a:r>
            <a:r>
              <a:rPr lang="en-US" altLang="ja-JP" sz="2400" dirty="0"/>
              <a:t>』</a:t>
            </a:r>
            <a:r>
              <a:rPr lang="ja-JP" altLang="en-US" sz="2400" dirty="0"/>
              <a:t>参照</a:t>
            </a:r>
            <a:r>
              <a:rPr lang="en-GB" altLang="ja-JP" sz="2400" dirty="0"/>
              <a:t>)</a:t>
            </a:r>
            <a:r>
              <a:rPr lang="ja-JP" altLang="en-US" sz="2400" dirty="0"/>
              <a:t>。</a:t>
            </a:r>
            <a:endParaRPr lang="en-GB" sz="2400" dirty="0">
              <a:solidFill>
                <a:prstClr val="black"/>
              </a:solidFill>
              <a:cs typeface="Calibri"/>
            </a:endParaRPr>
          </a:p>
          <a:p>
            <a:pPr marL="12700" marR="5080" lvl="0" indent="0">
              <a:lnSpc>
                <a:spcPts val="2590"/>
              </a:lnSpc>
              <a:spcBef>
                <a:spcPts val="425"/>
              </a:spcBef>
              <a:buNone/>
              <a:defRPr/>
            </a:pPr>
            <a:r>
              <a:rPr lang="ja-JP" altLang="en-US" sz="2400" b="1" dirty="0">
                <a:solidFill>
                  <a:prstClr val="black"/>
                </a:solidFill>
                <a:cs typeface="Calibri"/>
              </a:rPr>
              <a:t>彼は命名はシステム設計を反映する鑑であると強く考えている。</a:t>
            </a:r>
            <a:endParaRPr lang="en-GB" sz="2400" b="1"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本日現在、人間の開発者だけがクラス・モジュール・メソッドなどを命名する際に設計を考慮に入れることが出来る。</a:t>
            </a:r>
            <a:endParaRPr lang="en-GB" sz="2400"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r>
              <a:rPr lang="en-GB" sz="2000" dirty="0">
                <a:solidFill>
                  <a:prstClr val="black"/>
                </a:solidFill>
                <a:cs typeface="Calibri"/>
              </a:rPr>
              <a:t>* </a:t>
            </a:r>
            <a:r>
              <a:rPr lang="ja-JP" altLang="en-US" sz="2000" dirty="0">
                <a:solidFill>
                  <a:prstClr val="black"/>
                </a:solidFill>
                <a:cs typeface="Calibri"/>
              </a:rPr>
              <a:t>興味深いエピソードの詳細については</a:t>
            </a:r>
            <a:r>
              <a:rPr lang="en-US" altLang="ja-JP" sz="2000" dirty="0">
                <a:solidFill>
                  <a:prstClr val="black"/>
                </a:solidFill>
                <a:cs typeface="Calibri"/>
              </a:rPr>
              <a:t>『</a:t>
            </a:r>
            <a:r>
              <a:rPr lang="en-GB" altLang="ja-JP" sz="2000" dirty="0">
                <a:solidFill>
                  <a:prstClr val="black"/>
                </a:solidFill>
                <a:cs typeface="Calibri"/>
                <a:hlinkClick r:id="rId3"/>
              </a:rPr>
              <a:t>Road to Ruby for A Linguistics Nerd &gt; </a:t>
            </a:r>
            <a:r>
              <a:rPr lang="en-US" altLang="ja-JP" sz="2000" dirty="0">
                <a:solidFill>
                  <a:prstClr val="black"/>
                </a:solidFill>
                <a:cs typeface="Calibri"/>
                <a:hlinkClick r:id="rId3"/>
              </a:rPr>
              <a:t>3. Matz </a:t>
            </a:r>
            <a:r>
              <a:rPr lang="ja-JP" altLang="en-US" sz="2000" dirty="0">
                <a:solidFill>
                  <a:prstClr val="black"/>
                </a:solidFill>
                <a:cs typeface="Calibri"/>
                <a:hlinkClick r:id="rId3"/>
              </a:rPr>
              <a:t>さんとの最も思い出深い議論 </a:t>
            </a:r>
            <a:r>
              <a:rPr lang="en-US" altLang="ja-JP" sz="2000" dirty="0">
                <a:solidFill>
                  <a:prstClr val="black"/>
                </a:solidFill>
                <a:cs typeface="Calibri"/>
              </a:rPr>
              <a:t>』</a:t>
            </a:r>
            <a:r>
              <a:rPr lang="ja-JP" altLang="en-US" sz="2000" dirty="0">
                <a:solidFill>
                  <a:prstClr val="black"/>
                </a:solidFill>
                <a:cs typeface="Calibri"/>
              </a:rPr>
              <a:t>を参照。</a:t>
            </a:r>
            <a:endParaRPr lang="en-GB" sz="2000" i="1" dirty="0">
              <a:solidFill>
                <a:prstClr val="black"/>
              </a:solidFill>
              <a:cs typeface="Calibri"/>
            </a:endParaRPr>
          </a:p>
          <a:p>
            <a:pPr marL="12700" marR="5080" lvl="0" indent="0" algn="l" defTabSz="914400" rtl="0" eaLnBrk="1" fontAlgn="auto" latinLnBrk="0" hangingPunct="1">
              <a:lnSpc>
                <a:spcPts val="2590"/>
              </a:lnSpc>
              <a:spcBef>
                <a:spcPts val="425"/>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634114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6D0C6-435A-9A18-A1AB-3F732090B7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D06B51-77F2-FDBD-7793-58AA74BB2F8D}"/>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AEA5A86B-63DE-6569-4711-B88691D704F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AAD54A3B-8E9A-DDF4-6CF0-946D300C0EE5}"/>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ja-JP" altLang="en-US" sz="2400" dirty="0">
                <a:solidFill>
                  <a:prstClr val="black"/>
                </a:solidFill>
                <a:cs typeface="Calibri"/>
              </a:rPr>
              <a:t>ここにこの高度</a:t>
            </a:r>
            <a:r>
              <a:rPr lang="en-GB" altLang="ja-JP" sz="2400" dirty="0">
                <a:solidFill>
                  <a:prstClr val="black"/>
                </a:solidFill>
                <a:cs typeface="Calibri"/>
              </a:rPr>
              <a:t> AI </a:t>
            </a:r>
            <a:r>
              <a:rPr lang="ja-JP" altLang="en-US" sz="2400" dirty="0">
                <a:solidFill>
                  <a:prstClr val="black"/>
                </a:solidFill>
                <a:cs typeface="Calibri"/>
              </a:rPr>
              <a:t>時代に私たち開発者が高級言語を扱う理由がある。</a:t>
            </a:r>
            <a:endParaRPr lang="en-GB"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それは何か？</a:t>
            </a:r>
            <a:endParaRPr lang="en-GB" altLang="ja-JP" sz="2400" dirty="0">
              <a:solidFill>
                <a:prstClr val="black"/>
              </a:solidFill>
              <a:cs typeface="Calibri"/>
            </a:endParaRPr>
          </a:p>
          <a:p>
            <a:pPr marL="12700" marR="5080" lvl="0" indent="0">
              <a:lnSpc>
                <a:spcPts val="2590"/>
              </a:lnSpc>
              <a:spcBef>
                <a:spcPts val="425"/>
              </a:spcBef>
              <a:buNone/>
              <a:defRPr/>
            </a:pPr>
            <a:endParaRPr lang="en-GB" altLang="ja-JP"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それは、</a:t>
            </a:r>
            <a:r>
              <a:rPr lang="ja-JP" altLang="en-US" sz="2400" b="1" dirty="0">
                <a:solidFill>
                  <a:prstClr val="black"/>
                </a:solidFill>
                <a:cs typeface="Calibri"/>
              </a:rPr>
              <a:t>高級言語こそが私たち開発者がどのようにシステム構成を設計・認識・実装しているかを表現する唯一の方法であるからだ</a:t>
            </a:r>
            <a:r>
              <a:rPr lang="ja-JP" altLang="en-US" sz="2400" dirty="0">
                <a:solidFill>
                  <a:prstClr val="black"/>
                </a:solidFill>
                <a:cs typeface="Calibri"/>
              </a:rPr>
              <a:t>。</a:t>
            </a:r>
            <a:endParaRPr lang="en-GB" altLang="ja-JP" sz="2400" dirty="0">
              <a:solidFill>
                <a:prstClr val="black"/>
              </a:solidFill>
              <a:cs typeface="Calibri"/>
            </a:endParaRPr>
          </a:p>
          <a:p>
            <a:pPr marL="12700" marR="5080" lvl="0" indent="0">
              <a:lnSpc>
                <a:spcPts val="2590"/>
              </a:lnSpc>
              <a:spcBef>
                <a:spcPts val="425"/>
              </a:spcBef>
              <a:buNone/>
              <a:defRPr/>
            </a:pPr>
            <a:endParaRPr lang="en-GB" altLang="ja-JP" sz="2400" dirty="0">
              <a:solidFill>
                <a:prstClr val="black"/>
              </a:solidFill>
              <a:cs typeface="Calibri"/>
            </a:endParaRPr>
          </a:p>
          <a:p>
            <a:pPr marL="12700" marR="5080" lvl="0" indent="0">
              <a:lnSpc>
                <a:spcPts val="2590"/>
              </a:lnSpc>
              <a:spcBef>
                <a:spcPts val="425"/>
              </a:spcBef>
              <a:buNone/>
              <a:defRPr/>
            </a:pPr>
            <a:r>
              <a:rPr lang="ja-JP" altLang="en-US" sz="2400" dirty="0">
                <a:solidFill>
                  <a:prstClr val="black"/>
                </a:solidFill>
                <a:cs typeface="Calibri"/>
              </a:rPr>
              <a:t>今日、</a:t>
            </a:r>
            <a:r>
              <a:rPr lang="ja-JP" altLang="en-US" sz="2400" b="1" dirty="0">
                <a:solidFill>
                  <a:prstClr val="black"/>
                </a:solidFill>
                <a:cs typeface="Calibri"/>
              </a:rPr>
              <a:t>多くのコードは人間によって読み書きされるので、適切な命名によってなるべく「一目瞭然」でなければならない</a:t>
            </a:r>
            <a:r>
              <a:rPr lang="ja-JP" altLang="en-US" sz="2400" dirty="0">
                <a:solidFill>
                  <a:prstClr val="black"/>
                </a:solidFill>
                <a:cs typeface="Calibri"/>
              </a:rPr>
              <a:t>。</a:t>
            </a:r>
            <a:endParaRPr lang="en-GB" altLang="ja-JP" sz="2400"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12700" marR="5080" lvl="0" indent="0">
              <a:lnSpc>
                <a:spcPts val="2590"/>
              </a:lnSpc>
              <a:spcBef>
                <a:spcPts val="425"/>
              </a:spcBef>
              <a:buNone/>
              <a:defRPr/>
            </a:pPr>
            <a:r>
              <a:rPr lang="en-GB" sz="2400" b="1" dirty="0">
                <a:solidFill>
                  <a:prstClr val="black"/>
                </a:solidFill>
                <a:cs typeface="Calibri"/>
              </a:rPr>
              <a:t>Newspeak </a:t>
            </a:r>
            <a:r>
              <a:rPr lang="ja-JP" altLang="en-US" sz="2400" b="1" dirty="0">
                <a:solidFill>
                  <a:prstClr val="black"/>
                </a:solidFill>
                <a:cs typeface="Calibri"/>
              </a:rPr>
              <a:t>から</a:t>
            </a:r>
            <a:r>
              <a:rPr lang="ja-JP" altLang="en-US" sz="2400" b="1">
                <a:solidFill>
                  <a:prstClr val="black"/>
                </a:solidFill>
                <a:cs typeface="Calibri"/>
              </a:rPr>
              <a:t>命名に役立つ普遍的な言語学的な原則を学ぶことが出来る。</a:t>
            </a:r>
            <a:endParaRPr lang="en-GB" sz="2000" b="1" dirty="0">
              <a:solidFill>
                <a:prstClr val="black"/>
              </a:solidFill>
              <a:cs typeface="Calibri"/>
            </a:endParaRPr>
          </a:p>
        </p:txBody>
      </p:sp>
    </p:spTree>
    <p:extLst>
      <p:ext uri="{BB962C8B-B14F-4D97-AF65-F5344CB8AC3E}">
        <p14:creationId xmlns:p14="http://schemas.microsoft.com/office/powerpoint/2010/main" val="695578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0801-F8C0-CF4D-CA5F-781E79FB7E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D04E26-7C0E-2E39-114F-F659F104FBCB}"/>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A6D41AC-1D0B-513D-5292-CBA1597026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D07D61F-CE61-365F-C519-C157554270E6}"/>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r>
              <a:rPr lang="en-US" altLang="ja-JP" sz="2400" dirty="0"/>
              <a:t>『</a:t>
            </a:r>
            <a:r>
              <a:rPr lang="ja-JP" altLang="en-US" sz="2400" dirty="0"/>
              <a:t>一九八四年</a:t>
            </a:r>
            <a:r>
              <a:rPr lang="en-US" altLang="ja-JP" sz="2400" dirty="0"/>
              <a:t>』</a:t>
            </a:r>
            <a:r>
              <a:rPr lang="ja-JP" altLang="en-US" sz="2400" dirty="0"/>
              <a:t>の著者ジョージ・オーウェルは、執筆中に今日私たちが目にしている</a:t>
            </a:r>
            <a:r>
              <a:rPr lang="ja-JP" altLang="en-US" sz="2400" dirty="0">
                <a:solidFill>
                  <a:prstClr val="black"/>
                </a:solidFill>
                <a:cs typeface="Calibri"/>
              </a:rPr>
              <a:t>今日の情勢も予期していた可能性が高い。</a:t>
            </a:r>
            <a:endParaRPr lang="en-GB" altLang="ja-JP" sz="2400" dirty="0">
              <a:solidFill>
                <a:prstClr val="black"/>
              </a:solidFill>
              <a:cs typeface="Calibri"/>
            </a:endParaRPr>
          </a:p>
          <a:p>
            <a:pPr marL="12700" marR="5080" lvl="0" indent="0">
              <a:lnSpc>
                <a:spcPts val="2590"/>
              </a:lnSpc>
              <a:spcBef>
                <a:spcPts val="425"/>
              </a:spcBef>
              <a:buNone/>
              <a:defRPr/>
            </a:pPr>
            <a:endParaRPr lang="en-GB" sz="2400" dirty="0">
              <a:solidFill>
                <a:prstClr val="black"/>
              </a:solidFill>
              <a:cs typeface="Calibri"/>
            </a:endParaRPr>
          </a:p>
          <a:p>
            <a:pPr marL="268288" marR="5080" indent="-255588">
              <a:lnSpc>
                <a:spcPts val="2590"/>
              </a:lnSpc>
              <a:spcBef>
                <a:spcPts val="425"/>
              </a:spcBef>
              <a:tabLst>
                <a:tab pos="268288" algn="l"/>
              </a:tabLst>
              <a:defRPr/>
            </a:pPr>
            <a:r>
              <a:rPr lang="en-GB" altLang="ja-JP" sz="2400" dirty="0">
                <a:solidFill>
                  <a:prstClr val="black"/>
                </a:solidFill>
                <a:cs typeface="Calibri"/>
              </a:rPr>
              <a:t>SNS </a:t>
            </a:r>
            <a:r>
              <a:rPr lang="ja-JP" altLang="en-US" sz="2400" dirty="0">
                <a:solidFill>
                  <a:prstClr val="black"/>
                </a:solidFill>
                <a:cs typeface="Calibri"/>
              </a:rPr>
              <a:t>上での新型の語形成</a:t>
            </a:r>
            <a:endParaRPr lang="en-GB" altLang="ja-JP" sz="2400" dirty="0">
              <a:solidFill>
                <a:prstClr val="black"/>
              </a:solidFill>
              <a:cs typeface="Calibri"/>
            </a:endParaRPr>
          </a:p>
          <a:p>
            <a:pPr marL="268288" marR="5080" indent="-255588">
              <a:lnSpc>
                <a:spcPts val="2590"/>
              </a:lnSpc>
              <a:spcBef>
                <a:spcPts val="425"/>
              </a:spcBef>
              <a:tabLst>
                <a:tab pos="268288" algn="l"/>
              </a:tabLst>
              <a:defRPr/>
            </a:pPr>
            <a:r>
              <a:rPr lang="ja-JP" altLang="en-US" sz="2400" dirty="0">
                <a:solidFill>
                  <a:prstClr val="black"/>
                </a:solidFill>
                <a:cs typeface="Calibri"/>
              </a:rPr>
              <a:t>ポリコレと検閲</a:t>
            </a:r>
            <a:endParaRPr lang="en-GB" sz="2400" dirty="0">
              <a:solidFill>
                <a:prstClr val="black"/>
              </a:solidFill>
              <a:cs typeface="Calibri"/>
            </a:endParaRPr>
          </a:p>
          <a:p>
            <a:pPr marL="268288" marR="5080" indent="-255588">
              <a:lnSpc>
                <a:spcPts val="2590"/>
              </a:lnSpc>
              <a:spcBef>
                <a:spcPts val="425"/>
              </a:spcBef>
              <a:tabLst>
                <a:tab pos="268288" algn="l"/>
              </a:tabLst>
              <a:defRPr/>
            </a:pPr>
            <a:r>
              <a:rPr lang="ja-JP" altLang="en-US" sz="2400" dirty="0">
                <a:solidFill>
                  <a:prstClr val="black"/>
                </a:solidFill>
                <a:cs typeface="Calibri"/>
              </a:rPr>
              <a:t>一部の国々で続く独裁や戦争</a:t>
            </a:r>
            <a:endParaRPr lang="en-GB" altLang="ja-JP" sz="2400" dirty="0">
              <a:solidFill>
                <a:prstClr val="black"/>
              </a:solidFill>
              <a:cs typeface="Calibri"/>
            </a:endParaRPr>
          </a:p>
          <a:p>
            <a:pPr marL="268288" marR="5080" indent="-255588">
              <a:lnSpc>
                <a:spcPts val="2590"/>
              </a:lnSpc>
              <a:spcBef>
                <a:spcPts val="425"/>
              </a:spcBef>
              <a:tabLst>
                <a:tab pos="268288" algn="l"/>
              </a:tabLst>
              <a:defRPr/>
            </a:pPr>
            <a:r>
              <a:rPr lang="ja-JP" altLang="en-US" sz="2400" dirty="0">
                <a:solidFill>
                  <a:prstClr val="black"/>
                </a:solidFill>
                <a:cs typeface="Calibri"/>
              </a:rPr>
              <a:t>その他</a:t>
            </a:r>
            <a:endParaRPr lang="en-GB" sz="2400" dirty="0">
              <a:solidFill>
                <a:prstClr val="black"/>
              </a:solidFill>
              <a:cs typeface="Calibri"/>
            </a:endParaRPr>
          </a:p>
          <a:p>
            <a:pPr marL="12700" marR="5080" indent="0">
              <a:lnSpc>
                <a:spcPts val="2590"/>
              </a:lnSpc>
              <a:spcBef>
                <a:spcPts val="425"/>
              </a:spcBef>
              <a:buNone/>
              <a:tabLst>
                <a:tab pos="268288" algn="l"/>
              </a:tabLst>
              <a:defRPr/>
            </a:pPr>
            <a:endParaRPr lang="en-GB" sz="2400" dirty="0">
              <a:solidFill>
                <a:prstClr val="black"/>
              </a:solidFill>
              <a:cs typeface="Calibri"/>
            </a:endParaRPr>
          </a:p>
          <a:p>
            <a:pPr marL="12700" marR="5080" indent="0">
              <a:lnSpc>
                <a:spcPts val="2590"/>
              </a:lnSpc>
              <a:spcBef>
                <a:spcPts val="425"/>
              </a:spcBef>
              <a:buNone/>
              <a:tabLst>
                <a:tab pos="268288" algn="l"/>
              </a:tabLst>
              <a:defRPr/>
            </a:pPr>
            <a:r>
              <a:rPr lang="en-US" altLang="ja-JP" sz="2400" b="1" dirty="0"/>
              <a:t>『</a:t>
            </a:r>
            <a:r>
              <a:rPr lang="ja-JP" altLang="en-US" sz="2400" b="1" dirty="0"/>
              <a:t>一九八四年</a:t>
            </a:r>
            <a:r>
              <a:rPr lang="en-US" altLang="ja-JP" sz="2400" b="1" dirty="0"/>
              <a:t>』</a:t>
            </a:r>
            <a:r>
              <a:rPr lang="ja-JP" altLang="en-US" sz="2400" b="1" dirty="0"/>
              <a:t>から普遍的な学びが得られること間違いなし、今こそ読む時だ！</a:t>
            </a:r>
            <a:endParaRPr lang="en-GB" sz="2400" b="1" dirty="0">
              <a:solidFill>
                <a:prstClr val="black"/>
              </a:solidFill>
              <a:cs typeface="Calibri"/>
            </a:endParaRPr>
          </a:p>
        </p:txBody>
      </p:sp>
    </p:spTree>
    <p:extLst>
      <p:ext uri="{BB962C8B-B14F-4D97-AF65-F5344CB8AC3E}">
        <p14:creationId xmlns:p14="http://schemas.microsoft.com/office/powerpoint/2010/main" val="1625734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8D206-9067-891E-8DB3-F2B75090E5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B5C99C-A686-3D44-66FC-9AF894E8D048}"/>
              </a:ext>
            </a:extLst>
          </p:cNvPr>
          <p:cNvSpPr>
            <a:spLocks noGrp="1"/>
          </p:cNvSpPr>
          <p:nvPr>
            <p:ph type="title"/>
          </p:nvPr>
        </p:nvSpPr>
        <p:spPr/>
        <p:txBody>
          <a:bodyPr>
            <a:normAutofit/>
          </a:bodyPr>
          <a:lstStyle/>
          <a:p>
            <a:pPr algn="ctr"/>
            <a:r>
              <a:rPr lang="en-GB" altLang="ja-JP" b="1" dirty="0">
                <a:latin typeface="Calibri (Headings)"/>
              </a:rPr>
              <a:t>6. </a:t>
            </a:r>
            <a:r>
              <a:rPr lang="ja-JP" altLang="en-US" b="1" dirty="0">
                <a:latin typeface="Calibri (Headings)"/>
              </a:rPr>
              <a:t>何故</a:t>
            </a:r>
            <a:r>
              <a:rPr lang="en-US" altLang="ja-JP" b="1" dirty="0">
                <a:latin typeface="Calibri (Headings)"/>
              </a:rPr>
              <a:t>『</a:t>
            </a:r>
            <a:r>
              <a:rPr lang="ja-JP" altLang="en-US" b="1" dirty="0">
                <a:latin typeface="Calibri (Headings)"/>
              </a:rPr>
              <a:t>一九八四年</a:t>
            </a:r>
            <a:r>
              <a:rPr lang="en-US" altLang="ja-JP" b="1" dirty="0">
                <a:latin typeface="Calibri (Headings)"/>
              </a:rPr>
              <a:t>』</a:t>
            </a:r>
            <a:r>
              <a:rPr lang="ja-JP" altLang="en-US"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62BCA329-FB5E-1FCA-B3FD-5D55F4F17D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9D2F6728-059F-4656-B6CC-6DDC9B64826D}"/>
              </a:ext>
            </a:extLst>
          </p:cNvPr>
          <p:cNvSpPr>
            <a:spLocks noGrp="1"/>
          </p:cNvSpPr>
          <p:nvPr>
            <p:ph idx="1"/>
          </p:nvPr>
        </p:nvSpPr>
        <p:spPr>
          <a:xfrm>
            <a:off x="838200" y="1825625"/>
            <a:ext cx="10515600" cy="4351338"/>
          </a:xfrm>
        </p:spPr>
        <p:txBody>
          <a:bodyPr>
            <a:normAutofit/>
          </a:bodyPr>
          <a:lstStyle/>
          <a:p>
            <a:pPr marL="12700" marR="5080" lvl="0" indent="0">
              <a:lnSpc>
                <a:spcPts val="2590"/>
              </a:lnSpc>
              <a:spcBef>
                <a:spcPts val="425"/>
              </a:spcBef>
              <a:buNone/>
              <a:defRPr/>
            </a:pPr>
            <a:endParaRPr lang="en-GB" sz="3600" b="1" dirty="0">
              <a:solidFill>
                <a:prstClr val="black"/>
              </a:solidFill>
              <a:cs typeface="Calibri"/>
            </a:endParaRPr>
          </a:p>
          <a:p>
            <a:pPr marL="12700" marR="5080" lvl="0" indent="0">
              <a:lnSpc>
                <a:spcPts val="2590"/>
              </a:lnSpc>
              <a:spcBef>
                <a:spcPts val="425"/>
              </a:spcBef>
              <a:buNone/>
              <a:defRPr/>
            </a:pPr>
            <a:endParaRPr lang="en-GB" sz="3600" b="1" dirty="0">
              <a:solidFill>
                <a:prstClr val="black"/>
              </a:solidFill>
              <a:cs typeface="Calibri"/>
            </a:endParaRPr>
          </a:p>
          <a:p>
            <a:pPr marL="12700" marR="5080" lvl="0" indent="0">
              <a:lnSpc>
                <a:spcPts val="2590"/>
              </a:lnSpc>
              <a:spcBef>
                <a:spcPts val="425"/>
              </a:spcBef>
              <a:buNone/>
              <a:defRPr/>
            </a:pPr>
            <a:endParaRPr lang="en-GB" sz="3600" b="1" dirty="0">
              <a:solidFill>
                <a:prstClr val="black"/>
              </a:solidFill>
              <a:cs typeface="Calibri"/>
            </a:endParaRPr>
          </a:p>
          <a:p>
            <a:pPr marL="12700" marR="5080" lvl="0" indent="0">
              <a:lnSpc>
                <a:spcPts val="2590"/>
              </a:lnSpc>
              <a:spcBef>
                <a:spcPts val="425"/>
              </a:spcBef>
              <a:buNone/>
              <a:defRPr/>
            </a:pPr>
            <a:endParaRPr lang="en-GB" sz="3600" b="1" dirty="0">
              <a:solidFill>
                <a:prstClr val="black"/>
              </a:solidFill>
              <a:cs typeface="Calibri"/>
            </a:endParaRPr>
          </a:p>
          <a:p>
            <a:pPr marL="12700" marR="5080" lvl="0" indent="0" algn="ctr">
              <a:lnSpc>
                <a:spcPts val="2590"/>
              </a:lnSpc>
              <a:spcBef>
                <a:spcPts val="425"/>
              </a:spcBef>
              <a:buNone/>
              <a:defRPr/>
            </a:pPr>
            <a:r>
              <a:rPr lang="en-US" altLang="ja-JP" sz="3600" b="1" dirty="0"/>
              <a:t>『</a:t>
            </a:r>
            <a:r>
              <a:rPr lang="ja-JP" altLang="en-US" sz="3600" b="1" dirty="0"/>
              <a:t>一九八四年</a:t>
            </a:r>
            <a:r>
              <a:rPr lang="en-US" altLang="ja-JP" sz="3600" b="1" dirty="0"/>
              <a:t>』</a:t>
            </a:r>
            <a:r>
              <a:rPr lang="ja-JP" altLang="en-US" sz="3600" b="1" dirty="0"/>
              <a:t>を読まない理由はもはやない</a:t>
            </a:r>
            <a:r>
              <a:rPr lang="en-GB" sz="3600" b="1" dirty="0">
                <a:solidFill>
                  <a:prstClr val="black"/>
                </a:solidFill>
                <a:cs typeface="Calibri"/>
              </a:rPr>
              <a:t>!</a:t>
            </a:r>
          </a:p>
          <a:p>
            <a:pPr marL="12700" marR="5080" lvl="0" indent="0" algn="ctr">
              <a:lnSpc>
                <a:spcPts val="2590"/>
              </a:lnSpc>
              <a:spcBef>
                <a:spcPts val="425"/>
              </a:spcBef>
              <a:buNone/>
              <a:defRPr/>
            </a:pPr>
            <a:endParaRPr lang="en-GB" sz="3600" b="1" dirty="0">
              <a:solidFill>
                <a:prstClr val="black"/>
              </a:solidFill>
              <a:cs typeface="Calibri"/>
            </a:endParaRPr>
          </a:p>
          <a:p>
            <a:pPr marL="12700" marR="5080" lvl="0" indent="0" algn="ctr">
              <a:lnSpc>
                <a:spcPts val="2590"/>
              </a:lnSpc>
              <a:spcBef>
                <a:spcPts val="425"/>
              </a:spcBef>
              <a:buNone/>
              <a:defRPr/>
            </a:pPr>
            <a:r>
              <a:rPr lang="ja-JP" altLang="en-US" sz="3600" b="1" dirty="0">
                <a:solidFill>
                  <a:prstClr val="black"/>
                </a:solidFill>
                <a:cs typeface="Calibri"/>
              </a:rPr>
              <a:t>感想の共有と意見交換をしましょう</a:t>
            </a:r>
            <a:r>
              <a:rPr lang="en-GB" sz="3600" b="1">
                <a:solidFill>
                  <a:prstClr val="black"/>
                </a:solidFill>
                <a:cs typeface="Calibri"/>
              </a:rPr>
              <a:t>!!</a:t>
            </a:r>
          </a:p>
          <a:p>
            <a:pPr marL="12700" marR="5080" lvl="0" indent="0" algn="ctr">
              <a:lnSpc>
                <a:spcPts val="2590"/>
              </a:lnSpc>
              <a:spcBef>
                <a:spcPts val="425"/>
              </a:spcBef>
              <a:buNone/>
              <a:defRPr/>
            </a:pPr>
            <a:endParaRPr lang="en-GB" sz="3600" b="1" dirty="0">
              <a:solidFill>
                <a:prstClr val="black"/>
              </a:solidFill>
              <a:cs typeface="Calibri"/>
            </a:endParaRPr>
          </a:p>
          <a:p>
            <a:pPr marL="12700" marR="5080" lvl="0" indent="0" algn="ctr">
              <a:lnSpc>
                <a:spcPts val="2590"/>
              </a:lnSpc>
              <a:spcBef>
                <a:spcPts val="425"/>
              </a:spcBef>
              <a:buNone/>
              <a:defRPr/>
            </a:pPr>
            <a:r>
              <a:rPr lang="ja-JP" altLang="en-US" sz="3600" b="1" dirty="0">
                <a:solidFill>
                  <a:prstClr val="black"/>
                </a:solidFill>
                <a:cs typeface="Calibri"/>
              </a:rPr>
              <a:t>楽しみにしています</a:t>
            </a:r>
            <a:r>
              <a:rPr lang="en-GB" sz="3600" b="1" dirty="0">
                <a:solidFill>
                  <a:prstClr val="black"/>
                </a:solidFill>
                <a:cs typeface="Calibri"/>
              </a:rPr>
              <a:t>!!!</a:t>
            </a:r>
            <a:endParaRPr lang="en-GB" sz="3600" dirty="0">
              <a:solidFill>
                <a:prstClr val="black"/>
              </a:solidFill>
              <a:cs typeface="Calibri"/>
            </a:endParaRPr>
          </a:p>
        </p:txBody>
      </p:sp>
    </p:spTree>
    <p:extLst>
      <p:ext uri="{BB962C8B-B14F-4D97-AF65-F5344CB8AC3E}">
        <p14:creationId xmlns:p14="http://schemas.microsoft.com/office/powerpoint/2010/main" val="3994381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7. </a:t>
            </a:r>
            <a:r>
              <a:rPr lang="ja-JP" altLang="en-US" b="1" dirty="0">
                <a:latin typeface="Calibri (Headings)"/>
              </a:rPr>
              <a:t>参考書籍</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fld id="{CC8B731A-DCF7-4273-BA1A-21517ACBB5E5}" type="slidenum">
              <a:rPr lang="en-GB" smtClean="0"/>
              <a:t>36</a:t>
            </a:fld>
            <a:endParaRPr lang="en-GB" dirty="0"/>
          </a:p>
        </p:txBody>
      </p:sp>
    </p:spTree>
    <p:extLst>
      <p:ext uri="{BB962C8B-B14F-4D97-AF65-F5344CB8AC3E}">
        <p14:creationId xmlns:p14="http://schemas.microsoft.com/office/powerpoint/2010/main" val="3028957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7. </a:t>
            </a:r>
            <a:r>
              <a:rPr lang="ja-JP" altLang="en-US" b="1" dirty="0">
                <a:latin typeface="Calibri (Headings)"/>
              </a:rPr>
              <a:t>参考書籍</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fld id="{CC8B731A-DCF7-4273-BA1A-21517ACBB5E5}" type="slidenum">
              <a:rPr lang="en-GB" smtClean="0"/>
              <a:t>37</a:t>
            </a:fld>
            <a:endParaRPr lang="en-GB"/>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68288" lvl="1" indent="-268288">
              <a:spcBef>
                <a:spcPts val="0"/>
              </a:spcBef>
              <a:buClr>
                <a:schemeClr val="dk1"/>
              </a:buClr>
              <a:buSzPts val="2800"/>
            </a:pPr>
            <a:r>
              <a:rPr lang="en-GB" altLang="ja-JP" dirty="0"/>
              <a:t>Michael L. Geis, </a:t>
            </a:r>
            <a:r>
              <a:rPr lang="en-GB" altLang="ja-JP" i="1" dirty="0"/>
              <a:t>Language and Communication</a:t>
            </a:r>
            <a:r>
              <a:rPr lang="en-GB" altLang="ja-JP" dirty="0"/>
              <a:t>, Oxford, OUP, 2001</a:t>
            </a:r>
          </a:p>
          <a:p>
            <a:pPr marL="268288" lvl="1" indent="-268288">
              <a:spcBef>
                <a:spcPts val="0"/>
              </a:spcBef>
              <a:buClr>
                <a:schemeClr val="dk1"/>
              </a:buClr>
              <a:buSzPts val="2800"/>
            </a:pPr>
            <a:r>
              <a:rPr lang="en-GB" altLang="ja-JP" dirty="0"/>
              <a:t>George Orwell, </a:t>
            </a:r>
            <a:r>
              <a:rPr lang="en-GB" altLang="ja-JP" i="1" dirty="0"/>
              <a:t>Nineteen Eighty-Four</a:t>
            </a:r>
            <a:r>
              <a:rPr lang="en-GB" altLang="ja-JP" dirty="0"/>
              <a:t>, the United Kingdom, Harvill Secker, 1949</a:t>
            </a:r>
          </a:p>
          <a:p>
            <a:pPr marL="268288" lvl="1" indent="-268288">
              <a:spcBef>
                <a:spcPts val="0"/>
              </a:spcBef>
              <a:buClr>
                <a:schemeClr val="dk1"/>
              </a:buClr>
              <a:buSzPts val="2800"/>
            </a:pPr>
            <a:r>
              <a:rPr lang="ja-JP" altLang="en-US" dirty="0">
                <a:solidFill>
                  <a:prstClr val="black"/>
                </a:solidFill>
              </a:rPr>
              <a:t>近藤うちお、</a:t>
            </a:r>
            <a:r>
              <a:rPr lang="en-US" altLang="ja-JP" dirty="0">
                <a:solidFill>
                  <a:prstClr val="black"/>
                </a:solidFill>
              </a:rPr>
              <a:t>『</a:t>
            </a:r>
            <a:r>
              <a:rPr lang="en-GB" dirty="0">
                <a:solidFill>
                  <a:prstClr val="black"/>
                </a:solidFill>
                <a:hlinkClick r:id="rId2"/>
              </a:rPr>
              <a:t>Ruby </a:t>
            </a:r>
            <a:r>
              <a:rPr lang="ja-JP" altLang="en-US" dirty="0">
                <a:solidFill>
                  <a:prstClr val="black"/>
                </a:solidFill>
                <a:hlinkClick r:id="rId2"/>
              </a:rPr>
              <a:t>の中身の予備知識</a:t>
            </a:r>
            <a:r>
              <a:rPr lang="en-GB" altLang="ja-JP" dirty="0">
                <a:solidFill>
                  <a:prstClr val="black"/>
                </a:solidFill>
                <a:hlinkClick r:id="rId2"/>
              </a:rPr>
              <a:t> - RubyKaigi </a:t>
            </a:r>
            <a:r>
              <a:rPr lang="ja-JP" altLang="en-US" dirty="0">
                <a:solidFill>
                  <a:prstClr val="black"/>
                </a:solidFill>
                <a:hlinkClick r:id="rId2"/>
              </a:rPr>
              <a:t>の前に知り鯛</a:t>
            </a:r>
            <a:r>
              <a:rPr lang="en-US" altLang="ja-JP" dirty="0">
                <a:solidFill>
                  <a:prstClr val="black"/>
                </a:solidFill>
              </a:rPr>
              <a:t>』</a:t>
            </a:r>
            <a:r>
              <a:rPr lang="ja-JP" altLang="en-US" dirty="0">
                <a:solidFill>
                  <a:prstClr val="black"/>
                </a:solidFill>
              </a:rPr>
              <a:t>、東京、</a:t>
            </a:r>
            <a:r>
              <a:rPr lang="en-GB" altLang="ja-JP" dirty="0">
                <a:solidFill>
                  <a:prstClr val="black"/>
                </a:solidFill>
              </a:rPr>
              <a:t>SmartHR</a:t>
            </a:r>
            <a:r>
              <a:rPr lang="ja-JP" altLang="en-US" dirty="0">
                <a:solidFill>
                  <a:prstClr val="black"/>
                </a:solidFill>
              </a:rPr>
              <a:t>、</a:t>
            </a:r>
            <a:r>
              <a:rPr lang="en-US" altLang="ja-JP" dirty="0">
                <a:solidFill>
                  <a:prstClr val="black"/>
                </a:solidFill>
              </a:rPr>
              <a:t>2025</a:t>
            </a:r>
            <a:r>
              <a:rPr lang="ja-JP" altLang="en-US" dirty="0">
                <a:solidFill>
                  <a:prstClr val="black"/>
                </a:solidFill>
              </a:rPr>
              <a:t>年</a:t>
            </a:r>
            <a:endParaRPr lang="en-US" altLang="ja-JP" dirty="0">
              <a:hlinkClick r:id="rId3"/>
            </a:endParaRPr>
          </a:p>
          <a:p>
            <a:pPr marL="268288" lvl="1" indent="-268288">
              <a:spcBef>
                <a:spcPts val="0"/>
              </a:spcBef>
              <a:buClr>
                <a:schemeClr val="dk1"/>
              </a:buClr>
              <a:buSzPts val="2800"/>
            </a:pPr>
            <a:r>
              <a:rPr lang="en-US" altLang="ja-JP" dirty="0">
                <a:hlinkClick r:id="rId3"/>
              </a:rPr>
              <a:t>Villains Wiki</a:t>
            </a:r>
            <a:endParaRPr lang="en-US" altLang="ja-JP" dirty="0"/>
          </a:p>
          <a:p>
            <a:pPr marL="725488" lvl="2" indent="-268288">
              <a:spcBef>
                <a:spcPts val="0"/>
              </a:spcBef>
              <a:buClr>
                <a:schemeClr val="dk1"/>
              </a:buClr>
              <a:buSzPts val="2800"/>
            </a:pPr>
            <a:r>
              <a:rPr lang="ja-JP" altLang="en-US" dirty="0"/>
              <a:t>最終アクセス日</a:t>
            </a:r>
            <a:r>
              <a:rPr lang="en-US" altLang="ja-JP" dirty="0"/>
              <a:t>: 2025</a:t>
            </a:r>
            <a:r>
              <a:rPr lang="ja-JP" altLang="en-US" dirty="0"/>
              <a:t>年</a:t>
            </a:r>
            <a:r>
              <a:rPr lang="en-US" altLang="ja-JP" dirty="0"/>
              <a:t>05</a:t>
            </a:r>
            <a:r>
              <a:rPr lang="ja-JP" altLang="en-US" dirty="0"/>
              <a:t>月</a:t>
            </a:r>
            <a:r>
              <a:rPr lang="en-US" altLang="ja-JP" dirty="0"/>
              <a:t>28</a:t>
            </a:r>
            <a:r>
              <a:rPr lang="ja-JP" altLang="en-US" dirty="0"/>
              <a:t>日</a:t>
            </a:r>
            <a:endParaRPr lang="en-US" altLang="ja-JP" dirty="0"/>
          </a:p>
          <a:p>
            <a:pPr marL="268288" lvl="1" indent="-268288">
              <a:spcBef>
                <a:spcPts val="0"/>
              </a:spcBef>
              <a:buClr>
                <a:schemeClr val="dk1"/>
              </a:buClr>
              <a:buSzPts val="2800"/>
            </a:pPr>
            <a:r>
              <a:rPr lang="en-GB" dirty="0"/>
              <a:t>Moore Spring, </a:t>
            </a:r>
            <a:r>
              <a:rPr lang="en-GB" i="1" dirty="0">
                <a:hlinkClick r:id="rId4"/>
              </a:rPr>
              <a:t>Analogy</a:t>
            </a:r>
            <a:r>
              <a:rPr lang="en-GB" dirty="0"/>
              <a:t>, University of California San Diego, California, 2013</a:t>
            </a:r>
          </a:p>
          <a:p>
            <a:pPr marL="268288" lvl="1" indent="-268288">
              <a:spcBef>
                <a:spcPts val="0"/>
              </a:spcBef>
              <a:buClr>
                <a:schemeClr val="dk1"/>
              </a:buClr>
              <a:buSzPts val="2800"/>
            </a:pPr>
            <a:r>
              <a:rPr lang="ja-JP" altLang="en-US" dirty="0">
                <a:hlinkClick r:id="rId5"/>
              </a:rPr>
              <a:t>プログラマが知るべき</a:t>
            </a:r>
            <a:r>
              <a:rPr lang="en-US" altLang="ja-JP" dirty="0">
                <a:hlinkClick r:id="rId5"/>
              </a:rPr>
              <a:t>97</a:t>
            </a:r>
            <a:r>
              <a:rPr lang="ja-JP" altLang="en-US" dirty="0">
                <a:hlinkClick r:id="rId5"/>
              </a:rPr>
              <a:t>のこと</a:t>
            </a:r>
            <a:endParaRPr lang="en-GB" altLang="ja-JP" dirty="0"/>
          </a:p>
          <a:p>
            <a:pPr marL="725488" lvl="2" indent="-268288">
              <a:spcBef>
                <a:spcPts val="0"/>
              </a:spcBef>
              <a:buClr>
                <a:schemeClr val="dk1"/>
              </a:buClr>
              <a:buSzPts val="2800"/>
            </a:pPr>
            <a:r>
              <a:rPr lang="ja-JP" altLang="en-US" dirty="0"/>
              <a:t>最終アクセス日</a:t>
            </a:r>
            <a:r>
              <a:rPr lang="en-US" altLang="ja-JP" dirty="0"/>
              <a:t>: 2025</a:t>
            </a:r>
            <a:r>
              <a:rPr lang="ja-JP" altLang="en-US" dirty="0"/>
              <a:t>年</a:t>
            </a:r>
            <a:r>
              <a:rPr lang="en-US" altLang="ja-JP" dirty="0"/>
              <a:t>05</a:t>
            </a:r>
            <a:r>
              <a:rPr lang="ja-JP" altLang="en-US" dirty="0"/>
              <a:t>月</a:t>
            </a:r>
            <a:r>
              <a:rPr lang="en-US" altLang="ja-JP" dirty="0"/>
              <a:t>28</a:t>
            </a:r>
            <a:r>
              <a:rPr lang="ja-JP" altLang="en-US" dirty="0"/>
              <a:t>日</a:t>
            </a:r>
            <a:endParaRPr lang="en-US" altLang="ja-JP" dirty="0"/>
          </a:p>
          <a:p>
            <a:pPr marL="268288" lvl="1" indent="-268288">
              <a:spcBef>
                <a:spcPts val="0"/>
              </a:spcBef>
              <a:buClr>
                <a:schemeClr val="dk1"/>
              </a:buClr>
              <a:buSzPts val="2800"/>
            </a:pPr>
            <a:r>
              <a:rPr lang="ja-JP" altLang="en-US" dirty="0"/>
              <a:t>石田隼人、</a:t>
            </a:r>
            <a:r>
              <a:rPr lang="en-US" altLang="ja-JP" dirty="0"/>
              <a:t>『</a:t>
            </a:r>
            <a:r>
              <a:rPr lang="ja-JP" altLang="en-US" dirty="0">
                <a:hlinkClick r:id="rId6"/>
              </a:rPr>
              <a:t>現代英語を知ろう </a:t>
            </a:r>
            <a:r>
              <a:rPr lang="en-US" altLang="ja-JP" dirty="0">
                <a:hlinkClick r:id="rId6"/>
              </a:rPr>
              <a:t>Vol.3 -</a:t>
            </a:r>
            <a:r>
              <a:rPr lang="ja-JP" altLang="en-US" dirty="0">
                <a:hlinkClick r:id="rId6"/>
              </a:rPr>
              <a:t>英語の語彙①</a:t>
            </a:r>
            <a:r>
              <a:rPr lang="en-US" altLang="ja-JP" dirty="0">
                <a:hlinkClick r:id="rId6"/>
              </a:rPr>
              <a:t>(</a:t>
            </a:r>
            <a:r>
              <a:rPr lang="ja-JP" altLang="en-US" dirty="0">
                <a:hlinkClick r:id="rId6"/>
              </a:rPr>
              <a:t>複合語・派生語・借用語</a:t>
            </a:r>
            <a:r>
              <a:rPr lang="en-US" altLang="ja-JP" dirty="0">
                <a:hlinkClick r:id="rId6"/>
              </a:rPr>
              <a:t>)-</a:t>
            </a:r>
            <a:r>
              <a:rPr lang="en-US" altLang="ja-JP" dirty="0"/>
              <a:t>』</a:t>
            </a:r>
            <a:r>
              <a:rPr lang="ja-JP" altLang="en-US" dirty="0"/>
              <a:t>、東京、石田隼人、</a:t>
            </a:r>
            <a:r>
              <a:rPr lang="en-US" altLang="ja-JP" dirty="0"/>
              <a:t>2021</a:t>
            </a:r>
            <a:r>
              <a:rPr lang="ja-JP" altLang="en-US" dirty="0"/>
              <a:t>年</a:t>
            </a:r>
            <a:endParaRPr lang="en-US" altLang="ja-JP" dirty="0"/>
          </a:p>
          <a:p>
            <a:pPr marL="268288" lvl="1" indent="-268288">
              <a:spcBef>
                <a:spcPts val="0"/>
              </a:spcBef>
              <a:buClr>
                <a:schemeClr val="dk1"/>
              </a:buClr>
              <a:buSzPts val="2800"/>
            </a:pPr>
            <a:r>
              <a:rPr lang="ja-JP" altLang="en-US" dirty="0"/>
              <a:t>石田隼人、</a:t>
            </a:r>
            <a:r>
              <a:rPr lang="en-US" altLang="ja-JP" dirty="0"/>
              <a:t>『</a:t>
            </a:r>
            <a:r>
              <a:rPr lang="en-GB" altLang="ja-JP" dirty="0">
                <a:hlinkClick r:id="rId7"/>
              </a:rPr>
              <a:t>Road to Ruby for A Linguistics Nerd</a:t>
            </a:r>
            <a:r>
              <a:rPr lang="en-US" altLang="ja-JP" dirty="0"/>
              <a:t>』</a:t>
            </a:r>
            <a:r>
              <a:rPr lang="ja-JP" altLang="en-US" dirty="0"/>
              <a:t>、東京、石田隼人、</a:t>
            </a:r>
            <a:r>
              <a:rPr lang="en-US" altLang="ja-JP" dirty="0"/>
              <a:t>2025</a:t>
            </a:r>
            <a:r>
              <a:rPr lang="ja-JP" altLang="en-US" dirty="0"/>
              <a:t>年</a:t>
            </a:r>
            <a:endParaRPr lang="en-US" altLang="ja-JP" dirty="0"/>
          </a:p>
        </p:txBody>
      </p:sp>
    </p:spTree>
    <p:extLst>
      <p:ext uri="{BB962C8B-B14F-4D97-AF65-F5344CB8AC3E}">
        <p14:creationId xmlns:p14="http://schemas.microsoft.com/office/powerpoint/2010/main" val="3041246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fld id="{CC8B731A-DCF7-4273-BA1A-21517ACBB5E5}" type="slidenum">
              <a:rPr lang="en-GB" smtClean="0"/>
              <a:t>38</a:t>
            </a:fld>
            <a:endParaRPr lang="en-GB"/>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2360</TotalTime>
  <Words>4138</Words>
  <Application>Microsoft Office PowerPoint</Application>
  <PresentationFormat>Widescreen</PresentationFormat>
  <Paragraphs>361</Paragraphs>
  <Slides>38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38</vt:i4>
      </vt:variant>
    </vt:vector>
  </HeadingPairs>
  <TitlesOfParts>
    <vt:vector size="45" baseType="lpstr">
      <vt:lpstr>-apple-system</vt:lpstr>
      <vt:lpstr>Calibri (Headings)</vt:lpstr>
      <vt:lpstr>Arial</vt:lpstr>
      <vt:lpstr>Calibri</vt:lpstr>
      <vt:lpstr>Calibri Light</vt:lpstr>
      <vt:lpstr>Office テーマ</vt:lpstr>
      <vt:lpstr>1_Office テーマ</vt:lpstr>
      <vt:lpstr>AI 時代の高級言語の意義</vt:lpstr>
      <vt:lpstr>自己紹介</vt:lpstr>
      <vt:lpstr>免許 / 資格</vt:lpstr>
      <vt:lpstr>スキルスタック</vt:lpstr>
      <vt:lpstr>職歴</vt:lpstr>
      <vt:lpstr>職歴</vt:lpstr>
      <vt:lpstr>国際交流活動</vt:lpstr>
      <vt:lpstr>目次</vt:lpstr>
      <vt:lpstr>1. 本日のテーマは...</vt:lpstr>
      <vt:lpstr>1. 本日のテーマは...</vt:lpstr>
      <vt:lpstr>2. 本日紹介する書籍は...</vt:lpstr>
      <vt:lpstr>2. 本日紹介する書籍は...</vt:lpstr>
      <vt:lpstr>3. AI 時代の高級言語</vt:lpstr>
      <vt:lpstr>3. AI 時代の高級言語</vt:lpstr>
      <vt:lpstr>3. AI 時代の高級言語</vt:lpstr>
      <vt:lpstr>3. AI 時代の高級言語</vt:lpstr>
      <vt:lpstr>4. 紹介書籍の世界観の概要</vt:lpstr>
      <vt:lpstr>4. 紹介書籍の世界観の概要</vt:lpstr>
      <vt:lpstr>4. 紹介書籍の世界観の概要</vt:lpstr>
      <vt:lpstr>4. 紹介書籍の世界観の概要</vt:lpstr>
      <vt:lpstr>5. Newspeak</vt:lpstr>
      <vt:lpstr>5. Newspeak</vt:lpstr>
      <vt:lpstr>5. Newspeak</vt:lpstr>
      <vt:lpstr>5. Newspeak</vt:lpstr>
      <vt:lpstr>5. Newspeak</vt:lpstr>
      <vt:lpstr>5. Newspeak</vt:lpstr>
      <vt:lpstr>5. Newspeak</vt:lpstr>
      <vt:lpstr>6. 何故『一九八四年』？</vt:lpstr>
      <vt:lpstr>6. 何故『一九八四年』？</vt:lpstr>
      <vt:lpstr>6. 何故『一九八四年』？</vt:lpstr>
      <vt:lpstr>6. 何故『一九八四年』？</vt:lpstr>
      <vt:lpstr>6. 何故『一九八四年』？</vt:lpstr>
      <vt:lpstr>6. 何故『一九八四年』？</vt:lpstr>
      <vt:lpstr>6. 何故『一九八四年』？</vt:lpstr>
      <vt:lpstr>6. 何故『一九八四年』？</vt:lpstr>
      <vt:lpstr>7. 参考書籍</vt:lpstr>
      <vt:lpstr>7. 参考書籍</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45</cp:revision>
  <dcterms:modified xsi:type="dcterms:W3CDTF">2025-09-01T03:27:47Z</dcterms:modified>
</cp:coreProperties>
</file>