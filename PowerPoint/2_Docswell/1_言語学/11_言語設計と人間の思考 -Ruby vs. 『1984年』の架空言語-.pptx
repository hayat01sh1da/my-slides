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9"/>
  </p:notesMasterIdLst>
  <p:sldIdLst>
    <p:sldId id="256" r:id="rId3"/>
    <p:sldId id="287" r:id="rId4"/>
    <p:sldId id="388" r:id="rId5"/>
    <p:sldId id="387" r:id="rId6"/>
    <p:sldId id="461" r:id="rId7"/>
    <p:sldId id="286" r:id="rId8"/>
    <p:sldId id="280" r:id="rId9"/>
    <p:sldId id="311" r:id="rId10"/>
    <p:sldId id="259" r:id="rId11"/>
    <p:sldId id="330" r:id="rId12"/>
    <p:sldId id="433" r:id="rId13"/>
    <p:sldId id="455" r:id="rId14"/>
    <p:sldId id="456" r:id="rId15"/>
    <p:sldId id="408" r:id="rId16"/>
    <p:sldId id="457" r:id="rId17"/>
    <p:sldId id="458" r:id="rId18"/>
    <p:sldId id="325" r:id="rId19"/>
    <p:sldId id="354" r:id="rId20"/>
    <p:sldId id="459" r:id="rId21"/>
    <p:sldId id="460" r:id="rId22"/>
    <p:sldId id="427" r:id="rId23"/>
    <p:sldId id="431" r:id="rId24"/>
    <p:sldId id="328" r:id="rId25"/>
    <p:sldId id="453" r:id="rId26"/>
    <p:sldId id="462" r:id="rId27"/>
    <p:sldId id="28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石田 隼人" initials="石田" lastIdx="1" clrIdx="0">
    <p:extLst>
      <p:ext uri="{19B8F6BF-5375-455C-9EA6-DF929625EA0E}">
        <p15:presenceInfo xmlns:p15="http://schemas.microsoft.com/office/powerpoint/2012/main" userId="石田 隼人"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p:cViewPr varScale="1">
        <p:scale>
          <a:sx n="152" d="100"/>
          <a:sy n="152" d="100"/>
        </p:scale>
        <p:origin x="42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commentAuthors" Target="commentAuthors.xml"/><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ato Ishida" userId="585fa0fa6384767c" providerId="LiveId" clId="{5D419524-65C8-4F28-8BD3-2E8D1CBD0C60}"/>
    <pc:docChg chg="custSel addSld delSld modSld">
      <pc:chgData name="Hayato Ishida" userId="585fa0fa6384767c" providerId="LiveId" clId="{5D419524-65C8-4F28-8BD3-2E8D1CBD0C60}" dt="2025-06-24T15:18:26.894" v="272"/>
      <pc:docMkLst>
        <pc:docMk/>
      </pc:docMkLst>
      <pc:sldChg chg="modSp mod setBg">
        <pc:chgData name="Hayato Ishida" userId="585fa0fa6384767c" providerId="LiveId" clId="{5D419524-65C8-4F28-8BD3-2E8D1CBD0C60}" dt="2025-06-24T15:15:03.864" v="201" actId="20577"/>
        <pc:sldMkLst>
          <pc:docMk/>
          <pc:sldMk cId="3878715192" sldId="256"/>
        </pc:sldMkLst>
      </pc:sldChg>
      <pc:sldChg chg="modSp setBg">
        <pc:chgData name="Hayato Ishida" userId="585fa0fa6384767c" providerId="LiveId" clId="{5D419524-65C8-4F28-8BD3-2E8D1CBD0C60}" dt="2025-06-24T14:59:23.811" v="138"/>
        <pc:sldMkLst>
          <pc:docMk/>
          <pc:sldMk cId="1023418167" sldId="259"/>
        </pc:sldMkLst>
      </pc:sldChg>
      <pc:sldChg chg="setBg">
        <pc:chgData name="Hayato Ishida" userId="585fa0fa6384767c" providerId="LiveId" clId="{5D419524-65C8-4F28-8BD3-2E8D1CBD0C60}" dt="2025-06-24T14:57:47.300" v="136"/>
        <pc:sldMkLst>
          <pc:docMk/>
          <pc:sldMk cId="2567433019" sldId="280"/>
        </pc:sldMkLst>
      </pc:sldChg>
      <pc:sldChg chg="setBg">
        <pc:chgData name="Hayato Ishida" userId="585fa0fa6384767c" providerId="LiveId" clId="{5D419524-65C8-4F28-8BD3-2E8D1CBD0C60}" dt="2025-06-24T14:57:47.300" v="136"/>
        <pc:sldMkLst>
          <pc:docMk/>
          <pc:sldMk cId="3831357621" sldId="285"/>
        </pc:sldMkLst>
      </pc:sldChg>
      <pc:sldChg chg="setBg">
        <pc:chgData name="Hayato Ishida" userId="585fa0fa6384767c" providerId="LiveId" clId="{5D419524-65C8-4F28-8BD3-2E8D1CBD0C60}" dt="2025-06-24T14:57:47.300" v="136"/>
        <pc:sldMkLst>
          <pc:docMk/>
          <pc:sldMk cId="155858466" sldId="286"/>
        </pc:sldMkLst>
      </pc:sldChg>
      <pc:sldChg chg="setBg">
        <pc:chgData name="Hayato Ishida" userId="585fa0fa6384767c" providerId="LiveId" clId="{5D419524-65C8-4F28-8BD3-2E8D1CBD0C60}" dt="2025-06-24T14:57:47.300" v="136"/>
        <pc:sldMkLst>
          <pc:docMk/>
          <pc:sldMk cId="654251065" sldId="287"/>
        </pc:sldMkLst>
      </pc:sldChg>
      <pc:sldChg chg="modSp mod setBg">
        <pc:chgData name="Hayato Ishida" userId="585fa0fa6384767c" providerId="LiveId" clId="{5D419524-65C8-4F28-8BD3-2E8D1CBD0C60}" dt="2025-06-24T15:16:33.508" v="222" actId="20577"/>
        <pc:sldMkLst>
          <pc:docMk/>
          <pc:sldMk cId="3041246571" sldId="295"/>
        </pc:sldMkLst>
      </pc:sldChg>
      <pc:sldChg chg="modSp mod setBg">
        <pc:chgData name="Hayato Ishida" userId="585fa0fa6384767c" providerId="LiveId" clId="{5D419524-65C8-4F28-8BD3-2E8D1CBD0C60}" dt="2025-06-24T15:18:26.894" v="272"/>
        <pc:sldMkLst>
          <pc:docMk/>
          <pc:sldMk cId="210825285" sldId="311"/>
        </pc:sldMkLst>
      </pc:sldChg>
      <pc:sldChg chg="modSp mod setBg">
        <pc:chgData name="Hayato Ishida" userId="585fa0fa6384767c" providerId="LiveId" clId="{5D419524-65C8-4F28-8BD3-2E8D1CBD0C60}" dt="2025-06-24T15:18:26.894" v="272"/>
        <pc:sldMkLst>
          <pc:docMk/>
          <pc:sldMk cId="1611154314" sldId="325"/>
        </pc:sldMkLst>
      </pc:sldChg>
      <pc:sldChg chg="modSp mod setBg">
        <pc:chgData name="Hayato Ishida" userId="585fa0fa6384767c" providerId="LiveId" clId="{5D419524-65C8-4F28-8BD3-2E8D1CBD0C60}" dt="2025-06-24T15:16:09.500" v="208" actId="20577"/>
        <pc:sldMkLst>
          <pc:docMk/>
          <pc:sldMk cId="4021934138" sldId="326"/>
        </pc:sldMkLst>
      </pc:sldChg>
      <pc:sldChg chg="modSp mod setBg">
        <pc:chgData name="Hayato Ishida" userId="585fa0fa6384767c" providerId="LiveId" clId="{5D419524-65C8-4F28-8BD3-2E8D1CBD0C60}" dt="2025-06-24T15:16:30.014" v="220" actId="20577"/>
        <pc:sldMkLst>
          <pc:docMk/>
          <pc:sldMk cId="3028957591" sldId="328"/>
        </pc:sldMkLst>
      </pc:sldChg>
      <pc:sldChg chg="modSp mod setBg">
        <pc:chgData name="Hayato Ishida" userId="585fa0fa6384767c" providerId="LiveId" clId="{5D419524-65C8-4F28-8BD3-2E8D1CBD0C60}" dt="2025-06-24T15:04:55.281" v="162" actId="404"/>
        <pc:sldMkLst>
          <pc:docMk/>
          <pc:sldMk cId="3715280376" sldId="330"/>
        </pc:sldMkLst>
      </pc:sldChg>
      <pc:sldChg chg="modSp del mod setBg">
        <pc:chgData name="Hayato Ishida" userId="585fa0fa6384767c" providerId="LiveId" clId="{5D419524-65C8-4F28-8BD3-2E8D1CBD0C60}" dt="2025-06-24T15:04:26.455" v="156" actId="47"/>
        <pc:sldMkLst>
          <pc:docMk/>
          <pc:sldMk cId="2302870219" sldId="336"/>
        </pc:sldMkLst>
      </pc:sldChg>
      <pc:sldChg chg="modSp mod setBg">
        <pc:chgData name="Hayato Ishida" userId="585fa0fa6384767c" providerId="LiveId" clId="{5D419524-65C8-4F28-8BD3-2E8D1CBD0C60}" dt="2025-06-24T15:18:26.894" v="272"/>
        <pc:sldMkLst>
          <pc:docMk/>
          <pc:sldMk cId="1235012594" sldId="354"/>
        </pc:sldMkLst>
      </pc:sldChg>
      <pc:sldChg chg="del setBg">
        <pc:chgData name="Hayato Ishida" userId="585fa0fa6384767c" providerId="LiveId" clId="{5D419524-65C8-4F28-8BD3-2E8D1CBD0C60}" dt="2025-06-24T15:05:31.881" v="165" actId="47"/>
        <pc:sldMkLst>
          <pc:docMk/>
          <pc:sldMk cId="2765164994" sldId="359"/>
        </pc:sldMkLst>
      </pc:sldChg>
      <pc:sldChg chg="del setBg">
        <pc:chgData name="Hayato Ishida" userId="585fa0fa6384767c" providerId="LiveId" clId="{5D419524-65C8-4F28-8BD3-2E8D1CBD0C60}" dt="2025-06-24T15:05:13.555" v="164" actId="47"/>
        <pc:sldMkLst>
          <pc:docMk/>
          <pc:sldMk cId="3787677548" sldId="360"/>
        </pc:sldMkLst>
      </pc:sldChg>
      <pc:sldChg chg="del setBg">
        <pc:chgData name="Hayato Ishida" userId="585fa0fa6384767c" providerId="LiveId" clId="{5D419524-65C8-4F28-8BD3-2E8D1CBD0C60}" dt="2025-06-24T15:07:06.167" v="187" actId="47"/>
        <pc:sldMkLst>
          <pc:docMk/>
          <pc:sldMk cId="2178788038" sldId="385"/>
        </pc:sldMkLst>
      </pc:sldChg>
      <pc:sldChg chg="del setBg">
        <pc:chgData name="Hayato Ishida" userId="585fa0fa6384767c" providerId="LiveId" clId="{5D419524-65C8-4F28-8BD3-2E8D1CBD0C60}" dt="2025-06-24T15:07:06.167" v="187" actId="47"/>
        <pc:sldMkLst>
          <pc:docMk/>
          <pc:sldMk cId="3515477389" sldId="386"/>
        </pc:sldMkLst>
      </pc:sldChg>
      <pc:sldChg chg="setBg">
        <pc:chgData name="Hayato Ishida" userId="585fa0fa6384767c" providerId="LiveId" clId="{5D419524-65C8-4F28-8BD3-2E8D1CBD0C60}" dt="2025-06-24T14:57:47.300" v="136"/>
        <pc:sldMkLst>
          <pc:docMk/>
          <pc:sldMk cId="417452178" sldId="387"/>
        </pc:sldMkLst>
      </pc:sldChg>
      <pc:sldChg chg="setBg">
        <pc:chgData name="Hayato Ishida" userId="585fa0fa6384767c" providerId="LiveId" clId="{5D419524-65C8-4F28-8BD3-2E8D1CBD0C60}" dt="2025-06-24T14:57:47.300" v="136"/>
        <pc:sldMkLst>
          <pc:docMk/>
          <pc:sldMk cId="2978262175" sldId="407"/>
        </pc:sldMkLst>
      </pc:sldChg>
      <pc:sldChg chg="modSp mod setBg">
        <pc:chgData name="Hayato Ishida" userId="585fa0fa6384767c" providerId="LiveId" clId="{5D419524-65C8-4F28-8BD3-2E8D1CBD0C60}" dt="2025-06-24T15:16:21.465" v="216" actId="20577"/>
        <pc:sldMkLst>
          <pc:docMk/>
          <pc:sldMk cId="49969104" sldId="408"/>
        </pc:sldMkLst>
      </pc:sldChg>
      <pc:sldChg chg="modSp del mod setBg">
        <pc:chgData name="Hayato Ishida" userId="585fa0fa6384767c" providerId="LiveId" clId="{5D419524-65C8-4F28-8BD3-2E8D1CBD0C60}" dt="2025-06-24T15:08:28.682" v="193" actId="47"/>
        <pc:sldMkLst>
          <pc:docMk/>
          <pc:sldMk cId="4215678456" sldId="409"/>
        </pc:sldMkLst>
      </pc:sldChg>
      <pc:sldChg chg="modSp del setBg">
        <pc:chgData name="Hayato Ishida" userId="585fa0fa6384767c" providerId="LiveId" clId="{5D419524-65C8-4F28-8BD3-2E8D1CBD0C60}" dt="2025-06-24T15:03:38.128" v="147" actId="47"/>
        <pc:sldMkLst>
          <pc:docMk/>
          <pc:sldMk cId="703579027" sldId="410"/>
        </pc:sldMkLst>
      </pc:sldChg>
      <pc:sldChg chg="modSp del setBg">
        <pc:chgData name="Hayato Ishida" userId="585fa0fa6384767c" providerId="LiveId" clId="{5D419524-65C8-4F28-8BD3-2E8D1CBD0C60}" dt="2025-06-24T15:03:38.128" v="147" actId="47"/>
        <pc:sldMkLst>
          <pc:docMk/>
          <pc:sldMk cId="576112975" sldId="411"/>
        </pc:sldMkLst>
      </pc:sldChg>
      <pc:sldChg chg="modSp del setBg">
        <pc:chgData name="Hayato Ishida" userId="585fa0fa6384767c" providerId="LiveId" clId="{5D419524-65C8-4F28-8BD3-2E8D1CBD0C60}" dt="2025-06-24T15:03:38.128" v="147" actId="47"/>
        <pc:sldMkLst>
          <pc:docMk/>
          <pc:sldMk cId="1781721955" sldId="412"/>
        </pc:sldMkLst>
      </pc:sldChg>
      <pc:sldChg chg="modSp del setBg">
        <pc:chgData name="Hayato Ishida" userId="585fa0fa6384767c" providerId="LiveId" clId="{5D419524-65C8-4F28-8BD3-2E8D1CBD0C60}" dt="2025-06-24T15:04:26.455" v="156" actId="47"/>
        <pc:sldMkLst>
          <pc:docMk/>
          <pc:sldMk cId="953267007" sldId="413"/>
        </pc:sldMkLst>
      </pc:sldChg>
      <pc:sldChg chg="del setBg">
        <pc:chgData name="Hayato Ishida" userId="585fa0fa6384767c" providerId="LiveId" clId="{5D419524-65C8-4F28-8BD3-2E8D1CBD0C60}" dt="2025-06-24T15:05:13.555" v="164" actId="47"/>
        <pc:sldMkLst>
          <pc:docMk/>
          <pc:sldMk cId="1860434170" sldId="418"/>
        </pc:sldMkLst>
      </pc:sldChg>
      <pc:sldChg chg="modSp del setBg">
        <pc:chgData name="Hayato Ishida" userId="585fa0fa6384767c" providerId="LiveId" clId="{5D419524-65C8-4F28-8BD3-2E8D1CBD0C60}" dt="2025-06-24T15:04:26.455" v="156" actId="47"/>
        <pc:sldMkLst>
          <pc:docMk/>
          <pc:sldMk cId="2399205637" sldId="419"/>
        </pc:sldMkLst>
      </pc:sldChg>
      <pc:sldChg chg="modSp del setBg">
        <pc:chgData name="Hayato Ishida" userId="585fa0fa6384767c" providerId="LiveId" clId="{5D419524-65C8-4F28-8BD3-2E8D1CBD0C60}" dt="2025-06-24T15:04:26.455" v="156" actId="47"/>
        <pc:sldMkLst>
          <pc:docMk/>
          <pc:sldMk cId="3469241662" sldId="420"/>
        </pc:sldMkLst>
      </pc:sldChg>
      <pc:sldChg chg="modSp del setBg">
        <pc:chgData name="Hayato Ishida" userId="585fa0fa6384767c" providerId="LiveId" clId="{5D419524-65C8-4F28-8BD3-2E8D1CBD0C60}" dt="2025-06-24T15:05:09.251" v="163" actId="47"/>
        <pc:sldMkLst>
          <pc:docMk/>
          <pc:sldMk cId="2268715453" sldId="421"/>
        </pc:sldMkLst>
      </pc:sldChg>
      <pc:sldChg chg="modSp del setBg">
        <pc:chgData name="Hayato Ishida" userId="585fa0fa6384767c" providerId="LiveId" clId="{5D419524-65C8-4F28-8BD3-2E8D1CBD0C60}" dt="2025-06-24T15:03:38.128" v="147" actId="47"/>
        <pc:sldMkLst>
          <pc:docMk/>
          <pc:sldMk cId="1117989042" sldId="425"/>
        </pc:sldMkLst>
      </pc:sldChg>
      <pc:sldChg chg="modSp del setBg">
        <pc:chgData name="Hayato Ishida" userId="585fa0fa6384767c" providerId="LiveId" clId="{5D419524-65C8-4F28-8BD3-2E8D1CBD0C60}" dt="2025-06-24T15:03:38.128" v="147" actId="47"/>
        <pc:sldMkLst>
          <pc:docMk/>
          <pc:sldMk cId="2583572242" sldId="426"/>
        </pc:sldMkLst>
      </pc:sldChg>
      <pc:sldChg chg="modSp mod setBg">
        <pc:chgData name="Hayato Ishida" userId="585fa0fa6384767c" providerId="LiveId" clId="{5D419524-65C8-4F28-8BD3-2E8D1CBD0C60}" dt="2025-06-24T15:16:15.308" v="212" actId="20577"/>
        <pc:sldMkLst>
          <pc:docMk/>
          <pc:sldMk cId="1332852611" sldId="427"/>
        </pc:sldMkLst>
      </pc:sldChg>
      <pc:sldChg chg="modSp del setBg">
        <pc:chgData name="Hayato Ishida" userId="585fa0fa6384767c" providerId="LiveId" clId="{5D419524-65C8-4F28-8BD3-2E8D1CBD0C60}" dt="2025-06-24T15:05:09.251" v="163" actId="47"/>
        <pc:sldMkLst>
          <pc:docMk/>
          <pc:sldMk cId="3887230368" sldId="428"/>
        </pc:sldMkLst>
      </pc:sldChg>
      <pc:sldChg chg="modSp del setBg">
        <pc:chgData name="Hayato Ishida" userId="585fa0fa6384767c" providerId="LiveId" clId="{5D419524-65C8-4F28-8BD3-2E8D1CBD0C60}" dt="2025-06-24T15:05:09.251" v="163" actId="47"/>
        <pc:sldMkLst>
          <pc:docMk/>
          <pc:sldMk cId="2484552746" sldId="429"/>
        </pc:sldMkLst>
      </pc:sldChg>
      <pc:sldChg chg="modSp add mod">
        <pc:chgData name="Hayato Ishida" userId="585fa0fa6384767c" providerId="LiveId" clId="{5D419524-65C8-4F28-8BD3-2E8D1CBD0C60}" dt="2025-06-24T15:16:12.170" v="210" actId="20577"/>
        <pc:sldMkLst>
          <pc:docMk/>
          <pc:sldMk cId="2442122391" sldId="430"/>
        </pc:sldMkLst>
      </pc:sldChg>
      <pc:sldChg chg="modSp add mod">
        <pc:chgData name="Hayato Ishida" userId="585fa0fa6384767c" providerId="LiveId" clId="{5D419524-65C8-4F28-8BD3-2E8D1CBD0C60}" dt="2025-06-24T15:16:18.115" v="214" actId="20577"/>
        <pc:sldMkLst>
          <pc:docMk/>
          <pc:sldMk cId="735216972" sldId="431"/>
        </pc:sldMkLst>
      </pc:sldChg>
      <pc:sldChg chg="modSp add mod">
        <pc:chgData name="Hayato Ishida" userId="585fa0fa6384767c" providerId="LiveId" clId="{5D419524-65C8-4F28-8BD3-2E8D1CBD0C60}" dt="2025-06-24T15:16:24.328" v="218" actId="20577"/>
        <pc:sldMkLst>
          <pc:docMk/>
          <pc:sldMk cId="1429852999" sldId="432"/>
        </pc:sldMkLst>
      </pc:sldChg>
      <pc:sldChg chg="modSp add mod">
        <pc:chgData name="Hayato Ishida" userId="585fa0fa6384767c" providerId="LiveId" clId="{5D419524-65C8-4F28-8BD3-2E8D1CBD0C60}" dt="2025-06-24T15:17:36.398" v="270" actId="20577"/>
        <pc:sldMkLst>
          <pc:docMk/>
          <pc:sldMk cId="1558825015" sldId="433"/>
        </pc:sldMkLst>
      </pc:sldChg>
      <pc:sldChg chg="modSp add">
        <pc:chgData name="Hayato Ishida" userId="585fa0fa6384767c" providerId="LiveId" clId="{5D419524-65C8-4F28-8BD3-2E8D1CBD0C60}" dt="2025-06-24T15:17:40.801" v="271"/>
        <pc:sldMkLst>
          <pc:docMk/>
          <pc:sldMk cId="2842509506" sldId="434"/>
        </pc:sldMkLst>
      </pc:sldChg>
    </pc:docChg>
  </pc:docChgLst>
  <pc:docChgLst>
    <pc:chgData name="Hayato Ishida" userId="585fa0fa6384767c" providerId="LiveId" clId="{2135F196-9B5D-4541-BAC0-9781C60B97E3}"/>
    <pc:docChg chg="undo redo custSel addSld delSld modSld sldOrd modMainMaster">
      <pc:chgData name="Hayato Ishida" userId="585fa0fa6384767c" providerId="LiveId" clId="{2135F196-9B5D-4541-BAC0-9781C60B97E3}" dt="2025-06-30T04:34:37.029" v="9677"/>
      <pc:docMkLst>
        <pc:docMk/>
      </pc:docMkLst>
      <pc:sldChg chg="modSp mod setBg">
        <pc:chgData name="Hayato Ishida" userId="585fa0fa6384767c" providerId="LiveId" clId="{2135F196-9B5D-4541-BAC0-9781C60B97E3}" dt="2025-06-29T15:03:44.645" v="9161" actId="20577"/>
        <pc:sldMkLst>
          <pc:docMk/>
          <pc:sldMk cId="3878715192" sldId="256"/>
        </pc:sldMkLst>
      </pc:sldChg>
      <pc:sldChg chg="modSp setBg">
        <pc:chgData name="Hayato Ishida" userId="585fa0fa6384767c" providerId="LiveId" clId="{2135F196-9B5D-4541-BAC0-9781C60B97E3}" dt="2025-06-24T15:24:39.541" v="32"/>
        <pc:sldMkLst>
          <pc:docMk/>
          <pc:sldMk cId="1023418167" sldId="259"/>
        </pc:sldMkLst>
      </pc:sldChg>
      <pc:sldChg chg="add del setBg">
        <pc:chgData name="Hayato Ishida" userId="585fa0fa6384767c" providerId="LiveId" clId="{2135F196-9B5D-4541-BAC0-9781C60B97E3}" dt="2025-06-24T15:22:57.985" v="19"/>
        <pc:sldMkLst>
          <pc:docMk/>
          <pc:sldMk cId="2567433019" sldId="280"/>
        </pc:sldMkLst>
      </pc:sldChg>
      <pc:sldChg chg="setBg">
        <pc:chgData name="Hayato Ishida" userId="585fa0fa6384767c" providerId="LiveId" clId="{2135F196-9B5D-4541-BAC0-9781C60B97E3}" dt="2025-06-24T15:22:57.985" v="19"/>
        <pc:sldMkLst>
          <pc:docMk/>
          <pc:sldMk cId="3831357621" sldId="285"/>
        </pc:sldMkLst>
      </pc:sldChg>
      <pc:sldChg chg="add del setBg">
        <pc:chgData name="Hayato Ishida" userId="585fa0fa6384767c" providerId="LiveId" clId="{2135F196-9B5D-4541-BAC0-9781C60B97E3}" dt="2025-06-24T15:22:57.985" v="19"/>
        <pc:sldMkLst>
          <pc:docMk/>
          <pc:sldMk cId="155858466" sldId="286"/>
        </pc:sldMkLst>
      </pc:sldChg>
      <pc:sldChg chg="add del setBg">
        <pc:chgData name="Hayato Ishida" userId="585fa0fa6384767c" providerId="LiveId" clId="{2135F196-9B5D-4541-BAC0-9781C60B97E3}" dt="2025-06-24T15:22:57.985" v="19"/>
        <pc:sldMkLst>
          <pc:docMk/>
          <pc:sldMk cId="654251065" sldId="287"/>
        </pc:sldMkLst>
      </pc:sldChg>
      <pc:sldChg chg="modSp mod setBg">
        <pc:chgData name="Hayato Ishida" userId="585fa0fa6384767c" providerId="LiveId" clId="{2135F196-9B5D-4541-BAC0-9781C60B97E3}" dt="2025-06-29T15:02:57.729" v="9157" actId="20577"/>
        <pc:sldMkLst>
          <pc:docMk/>
          <pc:sldMk cId="3041246571" sldId="295"/>
        </pc:sldMkLst>
      </pc:sldChg>
      <pc:sldChg chg="modSp mod setBg">
        <pc:chgData name="Hayato Ishida" userId="585fa0fa6384767c" providerId="LiveId" clId="{2135F196-9B5D-4541-BAC0-9781C60B97E3}" dt="2025-06-30T04:34:37.029" v="9677"/>
        <pc:sldMkLst>
          <pc:docMk/>
          <pc:sldMk cId="210825285" sldId="311"/>
        </pc:sldMkLst>
      </pc:sldChg>
      <pc:sldChg chg="modSp mod setBg">
        <pc:chgData name="Hayato Ishida" userId="585fa0fa6384767c" providerId="LiveId" clId="{2135F196-9B5D-4541-BAC0-9781C60B97E3}" dt="2025-06-28T08:59:59.280" v="1886"/>
        <pc:sldMkLst>
          <pc:docMk/>
          <pc:sldMk cId="1611154314" sldId="325"/>
        </pc:sldMkLst>
      </pc:sldChg>
      <pc:sldChg chg="modSp mod setBg">
        <pc:chgData name="Hayato Ishida" userId="585fa0fa6384767c" providerId="LiveId" clId="{2135F196-9B5D-4541-BAC0-9781C60B97E3}" dt="2025-06-28T09:00:58.287" v="1887"/>
        <pc:sldMkLst>
          <pc:docMk/>
          <pc:sldMk cId="4021934138" sldId="326"/>
        </pc:sldMkLst>
      </pc:sldChg>
      <pc:sldChg chg="modSp setBg">
        <pc:chgData name="Hayato Ishida" userId="585fa0fa6384767c" providerId="LiveId" clId="{2135F196-9B5D-4541-BAC0-9781C60B97E3}" dt="2025-06-24T15:27:54.778" v="39"/>
        <pc:sldMkLst>
          <pc:docMk/>
          <pc:sldMk cId="3028957591" sldId="328"/>
        </pc:sldMkLst>
      </pc:sldChg>
      <pc:sldChg chg="addSp delSp modSp mod setBg">
        <pc:chgData name="Hayato Ishida" userId="585fa0fa6384767c" providerId="LiveId" clId="{2135F196-9B5D-4541-BAC0-9781C60B97E3}" dt="2025-06-28T14:22:32.551" v="4935" actId="20577"/>
        <pc:sldMkLst>
          <pc:docMk/>
          <pc:sldMk cId="3715280376" sldId="330"/>
        </pc:sldMkLst>
      </pc:sldChg>
      <pc:sldChg chg="addSp delSp modSp mod setBg">
        <pc:chgData name="Hayato Ishida" userId="585fa0fa6384767c" providerId="LiveId" clId="{2135F196-9B5D-4541-BAC0-9781C60B97E3}" dt="2025-06-29T14:51:54.752" v="8790" actId="1036"/>
        <pc:sldMkLst>
          <pc:docMk/>
          <pc:sldMk cId="1235012594" sldId="354"/>
        </pc:sldMkLst>
      </pc:sldChg>
      <pc:sldChg chg="del">
        <pc:chgData name="Hayato Ishida" userId="585fa0fa6384767c" providerId="LiveId" clId="{2135F196-9B5D-4541-BAC0-9781C60B97E3}" dt="2025-06-24T15:22:16.496" v="13" actId="47"/>
        <pc:sldMkLst>
          <pc:docMk/>
          <pc:sldMk cId="417452178" sldId="387"/>
        </pc:sldMkLst>
      </pc:sldChg>
      <pc:sldChg chg="add setBg">
        <pc:chgData name="Hayato Ishida" userId="585fa0fa6384767c" providerId="LiveId" clId="{2135F196-9B5D-4541-BAC0-9781C60B97E3}" dt="2025-06-24T15:22:57.985" v="19"/>
        <pc:sldMkLst>
          <pc:docMk/>
          <pc:sldMk cId="3064566856" sldId="387"/>
        </pc:sldMkLst>
      </pc:sldChg>
      <pc:sldChg chg="add setBg">
        <pc:chgData name="Hayato Ishida" userId="585fa0fa6384767c" providerId="LiveId" clId="{2135F196-9B5D-4541-BAC0-9781C60B97E3}" dt="2025-06-24T15:22:57.985" v="19"/>
        <pc:sldMkLst>
          <pc:docMk/>
          <pc:sldMk cId="2712671586" sldId="388"/>
        </pc:sldMkLst>
      </pc:sldChg>
      <pc:sldChg chg="del">
        <pc:chgData name="Hayato Ishida" userId="585fa0fa6384767c" providerId="LiveId" clId="{2135F196-9B5D-4541-BAC0-9781C60B97E3}" dt="2025-06-24T15:22:16.496" v="13" actId="47"/>
        <pc:sldMkLst>
          <pc:docMk/>
          <pc:sldMk cId="2978262175" sldId="407"/>
        </pc:sldMkLst>
      </pc:sldChg>
      <pc:sldChg chg="modSp mod ord setBg">
        <pc:chgData name="Hayato Ishida" userId="585fa0fa6384767c" providerId="LiveId" clId="{2135F196-9B5D-4541-BAC0-9781C60B97E3}" dt="2025-06-25T16:10:11.527" v="655" actId="20577"/>
        <pc:sldMkLst>
          <pc:docMk/>
          <pc:sldMk cId="49969104" sldId="408"/>
        </pc:sldMkLst>
      </pc:sldChg>
      <pc:sldChg chg="modSp mod ord setBg">
        <pc:chgData name="Hayato Ishida" userId="585fa0fa6384767c" providerId="LiveId" clId="{2135F196-9B5D-4541-BAC0-9781C60B97E3}" dt="2025-06-25T16:04:13.985" v="589" actId="20577"/>
        <pc:sldMkLst>
          <pc:docMk/>
          <pc:sldMk cId="1332852611" sldId="427"/>
        </pc:sldMkLst>
      </pc:sldChg>
      <pc:sldChg chg="modSp mod setBg">
        <pc:chgData name="Hayato Ishida" userId="585fa0fa6384767c" providerId="LiveId" clId="{2135F196-9B5D-4541-BAC0-9781C60B97E3}" dt="2025-06-28T16:44:54.716" v="7335" actId="2711"/>
        <pc:sldMkLst>
          <pc:docMk/>
          <pc:sldMk cId="2442122391" sldId="430"/>
        </pc:sldMkLst>
      </pc:sldChg>
      <pc:sldChg chg="addSp modSp add del mod ord setBg">
        <pc:chgData name="Hayato Ishida" userId="585fa0fa6384767c" providerId="LiveId" clId="{2135F196-9B5D-4541-BAC0-9781C60B97E3}" dt="2025-06-28T17:18:31.858" v="8634" actId="114"/>
        <pc:sldMkLst>
          <pc:docMk/>
          <pc:sldMk cId="735216972" sldId="431"/>
        </pc:sldMkLst>
      </pc:sldChg>
      <pc:sldChg chg="modSp mod ord setBg">
        <pc:chgData name="Hayato Ishida" userId="585fa0fa6384767c" providerId="LiveId" clId="{2135F196-9B5D-4541-BAC0-9781C60B97E3}" dt="2025-06-28T13:58:50.775" v="3511" actId="20577"/>
        <pc:sldMkLst>
          <pc:docMk/>
          <pc:sldMk cId="1429852999" sldId="432"/>
        </pc:sldMkLst>
      </pc:sldChg>
      <pc:sldChg chg="modSp mod setBg">
        <pc:chgData name="Hayato Ishida" userId="585fa0fa6384767c" providerId="LiveId" clId="{2135F196-9B5D-4541-BAC0-9781C60B97E3}" dt="2025-06-25T16:03:00.490" v="559" actId="20577"/>
        <pc:sldMkLst>
          <pc:docMk/>
          <pc:sldMk cId="1558825015" sldId="433"/>
        </pc:sldMkLst>
      </pc:sldChg>
      <pc:sldChg chg="addSp delSp modSp mod setBg">
        <pc:chgData name="Hayato Ishida" userId="585fa0fa6384767c" providerId="LiveId" clId="{2135F196-9B5D-4541-BAC0-9781C60B97E3}" dt="2025-06-25T15:42:17.427" v="103" actId="1076"/>
        <pc:sldMkLst>
          <pc:docMk/>
          <pc:sldMk cId="2842509506" sldId="434"/>
        </pc:sldMkLst>
      </pc:sldChg>
      <pc:sldChg chg="modSp add mod">
        <pc:chgData name="Hayato Ishida" userId="585fa0fa6384767c" providerId="LiveId" clId="{2135F196-9B5D-4541-BAC0-9781C60B97E3}" dt="2025-06-28T08:59:59.280" v="1886"/>
        <pc:sldMkLst>
          <pc:docMk/>
          <pc:sldMk cId="589439606" sldId="435"/>
        </pc:sldMkLst>
      </pc:sldChg>
      <pc:sldChg chg="modSp add mod">
        <pc:chgData name="Hayato Ishida" userId="585fa0fa6384767c" providerId="LiveId" clId="{2135F196-9B5D-4541-BAC0-9781C60B97E3}" dt="2025-06-28T08:59:59.280" v="1886"/>
        <pc:sldMkLst>
          <pc:docMk/>
          <pc:sldMk cId="3025684032" sldId="436"/>
        </pc:sldMkLst>
      </pc:sldChg>
      <pc:sldChg chg="addSp modSp add mod">
        <pc:chgData name="Hayato Ishida" userId="585fa0fa6384767c" providerId="LiveId" clId="{2135F196-9B5D-4541-BAC0-9781C60B97E3}" dt="2025-06-30T03:50:10.899" v="9674" actId="20577"/>
        <pc:sldMkLst>
          <pc:docMk/>
          <pc:sldMk cId="113590889" sldId="437"/>
        </pc:sldMkLst>
      </pc:sldChg>
      <pc:sldChg chg="add del">
        <pc:chgData name="Hayato Ishida" userId="585fa0fa6384767c" providerId="LiveId" clId="{2135F196-9B5D-4541-BAC0-9781C60B97E3}" dt="2025-06-26T14:20:49.184" v="668" actId="47"/>
        <pc:sldMkLst>
          <pc:docMk/>
          <pc:sldMk cId="2040426424" sldId="437"/>
        </pc:sldMkLst>
      </pc:sldChg>
      <pc:sldChg chg="addSp delSp modSp add del mod">
        <pc:chgData name="Hayato Ishida" userId="585fa0fa6384767c" providerId="LiveId" clId="{2135F196-9B5D-4541-BAC0-9781C60B97E3}" dt="2025-06-28T13:40:18.152" v="2800" actId="47"/>
        <pc:sldMkLst>
          <pc:docMk/>
          <pc:sldMk cId="89927171" sldId="438"/>
        </pc:sldMkLst>
      </pc:sldChg>
      <pc:sldChg chg="modSp add mod">
        <pc:chgData name="Hayato Ishida" userId="585fa0fa6384767c" providerId="LiveId" clId="{2135F196-9B5D-4541-BAC0-9781C60B97E3}" dt="2025-06-28T05:21:51.216" v="1859" actId="20577"/>
        <pc:sldMkLst>
          <pc:docMk/>
          <pc:sldMk cId="2634838731" sldId="439"/>
        </pc:sldMkLst>
      </pc:sldChg>
      <pc:sldChg chg="addSp modSp add mod">
        <pc:chgData name="Hayato Ishida" userId="585fa0fa6384767c" providerId="LiveId" clId="{2135F196-9B5D-4541-BAC0-9781C60B97E3}" dt="2025-06-28T17:18:06.886" v="8631"/>
        <pc:sldMkLst>
          <pc:docMk/>
          <pc:sldMk cId="3002010193" sldId="441"/>
        </pc:sldMkLst>
      </pc:sldChg>
      <pc:sldChg chg="addSp modSp add mod">
        <pc:chgData name="Hayato Ishida" userId="585fa0fa6384767c" providerId="LiveId" clId="{2135F196-9B5D-4541-BAC0-9781C60B97E3}" dt="2025-06-30T03:21:55.734" v="9243" actId="14100"/>
        <pc:sldMkLst>
          <pc:docMk/>
          <pc:sldMk cId="1205255371" sldId="442"/>
        </pc:sldMkLst>
      </pc:sldChg>
      <pc:sldChg chg="modSp add mod">
        <pc:chgData name="Hayato Ishida" userId="585fa0fa6384767c" providerId="LiveId" clId="{2135F196-9B5D-4541-BAC0-9781C60B97E3}" dt="2025-06-28T14:23:06.325" v="4994" actId="113"/>
        <pc:sldMkLst>
          <pc:docMk/>
          <pc:sldMk cId="1754716110" sldId="443"/>
        </pc:sldMkLst>
      </pc:sldChg>
      <pc:sldChg chg="addSp modSp add mod">
        <pc:chgData name="Hayato Ishida" userId="585fa0fa6384767c" providerId="LiveId" clId="{2135F196-9B5D-4541-BAC0-9781C60B97E3}" dt="2025-06-30T03:22:28.154" v="9283" actId="14100"/>
        <pc:sldMkLst>
          <pc:docMk/>
          <pc:sldMk cId="2348388371" sldId="444"/>
        </pc:sldMkLst>
      </pc:sldChg>
      <pc:sldChg chg="modSp add del mod ord">
        <pc:chgData name="Hayato Ishida" userId="585fa0fa6384767c" providerId="LiveId" clId="{2135F196-9B5D-4541-BAC0-9781C60B97E3}" dt="2025-06-28T14:24:40.008" v="5001" actId="47"/>
        <pc:sldMkLst>
          <pc:docMk/>
          <pc:sldMk cId="91629828" sldId="446"/>
        </pc:sldMkLst>
      </pc:sldChg>
      <pc:sldChg chg="modSp add mod">
        <pc:chgData name="Hayato Ishida" userId="585fa0fa6384767c" providerId="LiveId" clId="{2135F196-9B5D-4541-BAC0-9781C60B97E3}" dt="2025-06-28T14:25:31.389" v="5010" actId="179"/>
        <pc:sldMkLst>
          <pc:docMk/>
          <pc:sldMk cId="669324385" sldId="447"/>
        </pc:sldMkLst>
      </pc:sldChg>
      <pc:sldChg chg="modSp add mod">
        <pc:chgData name="Hayato Ishida" userId="585fa0fa6384767c" providerId="LiveId" clId="{2135F196-9B5D-4541-BAC0-9781C60B97E3}" dt="2025-06-29T14:54:02.452" v="8811" actId="113"/>
        <pc:sldMkLst>
          <pc:docMk/>
          <pc:sldMk cId="3947469471" sldId="448"/>
        </pc:sldMkLst>
      </pc:sldChg>
      <pc:sldChg chg="modSp add mod">
        <pc:chgData name="Hayato Ishida" userId="585fa0fa6384767c" providerId="LiveId" clId="{2135F196-9B5D-4541-BAC0-9781C60B97E3}" dt="2025-06-30T03:30:07.929" v="9620" actId="20577"/>
        <pc:sldMkLst>
          <pc:docMk/>
          <pc:sldMk cId="695578302" sldId="449"/>
        </pc:sldMkLst>
      </pc:sldChg>
      <pc:sldChg chg="modSp add mod ord">
        <pc:chgData name="Hayato Ishida" userId="585fa0fa6384767c" providerId="LiveId" clId="{2135F196-9B5D-4541-BAC0-9781C60B97E3}" dt="2025-06-29T14:55:54.333" v="8857" actId="20577"/>
        <pc:sldMkLst>
          <pc:docMk/>
          <pc:sldMk cId="1958020390" sldId="450"/>
        </pc:sldMkLst>
      </pc:sldChg>
      <pc:sldChg chg="modSp add mod">
        <pc:chgData name="Hayato Ishida" userId="585fa0fa6384767c" providerId="LiveId" clId="{2135F196-9B5D-4541-BAC0-9781C60B97E3}" dt="2025-06-29T15:00:45.012" v="9139" actId="20577"/>
        <pc:sldMkLst>
          <pc:docMk/>
          <pc:sldMk cId="1625734975" sldId="451"/>
        </pc:sldMkLst>
      </pc:sldChg>
      <pc:sldChg chg="modSp add mod">
        <pc:chgData name="Hayato Ishida" userId="585fa0fa6384767c" providerId="LiveId" clId="{2135F196-9B5D-4541-BAC0-9781C60B97E3}" dt="2025-06-30T04:26:27.073" v="9676" actId="20577"/>
        <pc:sldMkLst>
          <pc:docMk/>
          <pc:sldMk cId="3994381425" sldId="452"/>
        </pc:sldMkLst>
      </pc:sldChg>
      <pc:sldChg chg="modSp add mod">
        <pc:chgData name="Hayato Ishida" userId="585fa0fa6384767c" providerId="LiveId" clId="{2135F196-9B5D-4541-BAC0-9781C60B97E3}" dt="2025-06-30T03:24:34.084" v="9502" actId="20577"/>
        <pc:sldMkLst>
          <pc:docMk/>
          <pc:sldMk cId="1634114350" sldId="453"/>
        </pc:sldMkLst>
      </pc:sldChg>
      <pc:sldMasterChg chg="setBg modSldLayout">
        <pc:chgData name="Hayato Ishida" userId="585fa0fa6384767c" providerId="LiveId" clId="{2135F196-9B5D-4541-BAC0-9781C60B97E3}" dt="2025-06-24T15:22:57.985" v="19"/>
        <pc:sldMasterMkLst>
          <pc:docMk/>
          <pc:sldMasterMk cId="1019568716" sldId="2147483648"/>
        </pc:sldMasterMkLst>
        <pc:sldLayoutChg chg="setBg">
          <pc:chgData name="Hayato Ishida" userId="585fa0fa6384767c" providerId="LiveId" clId="{2135F196-9B5D-4541-BAC0-9781C60B97E3}" dt="2025-06-24T15:22:57.985" v="19"/>
          <pc:sldLayoutMkLst>
            <pc:docMk/>
            <pc:sldMasterMk cId="1019568716" sldId="2147483648"/>
            <pc:sldLayoutMk cId="3438114692" sldId="2147483649"/>
          </pc:sldLayoutMkLst>
        </pc:sldLayoutChg>
        <pc:sldLayoutChg chg="setBg">
          <pc:chgData name="Hayato Ishida" userId="585fa0fa6384767c" providerId="LiveId" clId="{2135F196-9B5D-4541-BAC0-9781C60B97E3}" dt="2025-06-24T15:22:57.985" v="19"/>
          <pc:sldLayoutMkLst>
            <pc:docMk/>
            <pc:sldMasterMk cId="1019568716" sldId="2147483648"/>
            <pc:sldLayoutMk cId="4118800298" sldId="2147483650"/>
          </pc:sldLayoutMkLst>
        </pc:sldLayoutChg>
        <pc:sldLayoutChg chg="setBg">
          <pc:chgData name="Hayato Ishida" userId="585fa0fa6384767c" providerId="LiveId" clId="{2135F196-9B5D-4541-BAC0-9781C60B97E3}" dt="2025-06-24T15:22:57.985" v="19"/>
          <pc:sldLayoutMkLst>
            <pc:docMk/>
            <pc:sldMasterMk cId="1019568716" sldId="2147483648"/>
            <pc:sldLayoutMk cId="817010346" sldId="2147483651"/>
          </pc:sldLayoutMkLst>
        </pc:sldLayoutChg>
        <pc:sldLayoutChg chg="setBg">
          <pc:chgData name="Hayato Ishida" userId="585fa0fa6384767c" providerId="LiveId" clId="{2135F196-9B5D-4541-BAC0-9781C60B97E3}" dt="2025-06-24T15:22:57.985" v="19"/>
          <pc:sldLayoutMkLst>
            <pc:docMk/>
            <pc:sldMasterMk cId="1019568716" sldId="2147483648"/>
            <pc:sldLayoutMk cId="1842740737" sldId="2147483652"/>
          </pc:sldLayoutMkLst>
        </pc:sldLayoutChg>
        <pc:sldLayoutChg chg="setBg">
          <pc:chgData name="Hayato Ishida" userId="585fa0fa6384767c" providerId="LiveId" clId="{2135F196-9B5D-4541-BAC0-9781C60B97E3}" dt="2025-06-24T15:22:57.985" v="19"/>
          <pc:sldLayoutMkLst>
            <pc:docMk/>
            <pc:sldMasterMk cId="1019568716" sldId="2147483648"/>
            <pc:sldLayoutMk cId="3681466249" sldId="2147483653"/>
          </pc:sldLayoutMkLst>
        </pc:sldLayoutChg>
        <pc:sldLayoutChg chg="setBg">
          <pc:chgData name="Hayato Ishida" userId="585fa0fa6384767c" providerId="LiveId" clId="{2135F196-9B5D-4541-BAC0-9781C60B97E3}" dt="2025-06-24T15:22:57.985" v="19"/>
          <pc:sldLayoutMkLst>
            <pc:docMk/>
            <pc:sldMasterMk cId="1019568716" sldId="2147483648"/>
            <pc:sldLayoutMk cId="4055612716" sldId="2147483654"/>
          </pc:sldLayoutMkLst>
        </pc:sldLayoutChg>
        <pc:sldLayoutChg chg="setBg">
          <pc:chgData name="Hayato Ishida" userId="585fa0fa6384767c" providerId="LiveId" clId="{2135F196-9B5D-4541-BAC0-9781C60B97E3}" dt="2025-06-24T15:22:57.985" v="19"/>
          <pc:sldLayoutMkLst>
            <pc:docMk/>
            <pc:sldMasterMk cId="1019568716" sldId="2147483648"/>
            <pc:sldLayoutMk cId="1192471939" sldId="2147483655"/>
          </pc:sldLayoutMkLst>
        </pc:sldLayoutChg>
        <pc:sldLayoutChg chg="setBg">
          <pc:chgData name="Hayato Ishida" userId="585fa0fa6384767c" providerId="LiveId" clId="{2135F196-9B5D-4541-BAC0-9781C60B97E3}" dt="2025-06-24T15:22:57.985" v="19"/>
          <pc:sldLayoutMkLst>
            <pc:docMk/>
            <pc:sldMasterMk cId="1019568716" sldId="2147483648"/>
            <pc:sldLayoutMk cId="2554050763" sldId="2147483656"/>
          </pc:sldLayoutMkLst>
        </pc:sldLayoutChg>
        <pc:sldLayoutChg chg="setBg">
          <pc:chgData name="Hayato Ishida" userId="585fa0fa6384767c" providerId="LiveId" clId="{2135F196-9B5D-4541-BAC0-9781C60B97E3}" dt="2025-06-24T15:22:57.985" v="19"/>
          <pc:sldLayoutMkLst>
            <pc:docMk/>
            <pc:sldMasterMk cId="1019568716" sldId="2147483648"/>
            <pc:sldLayoutMk cId="2740673348" sldId="2147483657"/>
          </pc:sldLayoutMkLst>
        </pc:sldLayoutChg>
        <pc:sldLayoutChg chg="setBg">
          <pc:chgData name="Hayato Ishida" userId="585fa0fa6384767c" providerId="LiveId" clId="{2135F196-9B5D-4541-BAC0-9781C60B97E3}" dt="2025-06-24T15:22:57.985" v="19"/>
          <pc:sldLayoutMkLst>
            <pc:docMk/>
            <pc:sldMasterMk cId="1019568716" sldId="2147483648"/>
            <pc:sldLayoutMk cId="3254094539" sldId="2147483658"/>
          </pc:sldLayoutMkLst>
        </pc:sldLayoutChg>
        <pc:sldLayoutChg chg="setBg">
          <pc:chgData name="Hayato Ishida" userId="585fa0fa6384767c" providerId="LiveId" clId="{2135F196-9B5D-4541-BAC0-9781C60B97E3}" dt="2025-06-24T15:22:57.985" v="19"/>
          <pc:sldLayoutMkLst>
            <pc:docMk/>
            <pc:sldMasterMk cId="1019568716" sldId="2147483648"/>
            <pc:sldLayoutMk cId="4037885263" sldId="2147483659"/>
          </pc:sldLayoutMkLst>
        </pc:sldLayoutChg>
      </pc:sldMasterChg>
    </pc:docChg>
  </pc:docChgLst>
  <pc:docChgLst>
    <pc:chgData name="Hayato Ishida" userId="585fa0fa6384767c" providerId="LiveId" clId="{FA9DF2DE-C912-4469-82AE-460197A0ED6C}"/>
    <pc:docChg chg="custSel modSld">
      <pc:chgData name="Hayato Ishida" userId="585fa0fa6384767c" providerId="LiveId" clId="{FA9DF2DE-C912-4469-82AE-460197A0ED6C}" dt="2025-05-03T11:40:54.618" v="8"/>
      <pc:docMkLst>
        <pc:docMk/>
      </pc:docMkLst>
      <pc:sldChg chg="addSp delSp modSp mod">
        <pc:chgData name="Hayato Ishida" userId="585fa0fa6384767c" providerId="LiveId" clId="{FA9DF2DE-C912-4469-82AE-460197A0ED6C}" dt="2025-05-03T11:40:54.618" v="8"/>
        <pc:sldMkLst>
          <pc:docMk/>
          <pc:sldMk cId="2567433019" sldId="280"/>
        </pc:sldMkLst>
      </pc:sldChg>
      <pc:sldChg chg="addSp delSp modSp mod">
        <pc:chgData name="Hayato Ishida" userId="585fa0fa6384767c" providerId="LiveId" clId="{FA9DF2DE-C912-4469-82AE-460197A0ED6C}" dt="2025-05-03T11:38:23.310" v="7"/>
        <pc:sldMkLst>
          <pc:docMk/>
          <pc:sldMk cId="155858466" sldId="286"/>
        </pc:sldMkLst>
      </pc:sldChg>
      <pc:sldChg chg="addSp delSp modSp mod">
        <pc:chgData name="Hayato Ishida" userId="585fa0fa6384767c" providerId="LiveId" clId="{FA9DF2DE-C912-4469-82AE-460197A0ED6C}" dt="2025-05-03T11:37:44.549" v="6"/>
        <pc:sldMkLst>
          <pc:docMk/>
          <pc:sldMk cId="654251065" sldId="287"/>
        </pc:sldMkLst>
      </pc:sldChg>
    </pc:docChg>
  </pc:docChgLst>
  <pc:docChgLst>
    <pc:chgData name="Hayato Ishida" userId="585fa0fa6384767c" providerId="LiveId" clId="{A28DA21D-3C1A-43B4-8343-DFAA86A56330}"/>
    <pc:docChg chg="undo custSel addSld delSld modSld sldOrd">
      <pc:chgData name="Hayato Ishida" userId="585fa0fa6384767c" providerId="LiveId" clId="{A28DA21D-3C1A-43B4-8343-DFAA86A56330}" dt="2025-09-01T03:27:04.414" v="1717"/>
      <pc:docMkLst>
        <pc:docMk/>
      </pc:docMkLst>
      <pc:sldChg chg="modSp mod">
        <pc:chgData name="Hayato Ishida" userId="585fa0fa6384767c" providerId="LiveId" clId="{A28DA21D-3C1A-43B4-8343-DFAA86A56330}" dt="2025-08-31T17:26:14.134" v="737" actId="20577"/>
        <pc:sldMkLst>
          <pc:docMk/>
          <pc:sldMk cId="3878715192" sldId="256"/>
        </pc:sldMkLst>
        <pc:spChg chg="mod">
          <ac:chgData name="Hayato Ishida" userId="585fa0fa6384767c" providerId="LiveId" clId="{A28DA21D-3C1A-43B4-8343-DFAA86A56330}" dt="2025-08-31T17:26:14.134" v="737" actId="20577"/>
          <ac:spMkLst>
            <pc:docMk/>
            <pc:sldMk cId="3878715192" sldId="256"/>
            <ac:spMk id="9" creationId="{8C64EA4D-6C48-3445-A5F5-B43711FB5137}"/>
          </ac:spMkLst>
        </pc:spChg>
      </pc:sldChg>
      <pc:sldChg chg="addSp delSp modSp mod ord">
        <pc:chgData name="Hayato Ishida" userId="585fa0fa6384767c" providerId="LiveId" clId="{A28DA21D-3C1A-43B4-8343-DFAA86A56330}" dt="2025-09-01T03:27:04.414" v="1717"/>
        <pc:sldMkLst>
          <pc:docMk/>
          <pc:sldMk cId="155858466" sldId="286"/>
        </pc:sldMkLst>
        <pc:spChg chg="del">
          <ac:chgData name="Hayato Ishida" userId="585fa0fa6384767c" providerId="LiveId" clId="{A28DA21D-3C1A-43B4-8343-DFAA86A56330}" dt="2025-08-31T17:28:27.717" v="988" actId="478"/>
          <ac:spMkLst>
            <pc:docMk/>
            <pc:sldMk cId="155858466" sldId="286"/>
            <ac:spMk id="6" creationId="{F85EE701-1D19-B344-28C7-E48057FAD32A}"/>
          </ac:spMkLst>
        </pc:spChg>
        <pc:graphicFrameChg chg="add del mod modGraphic">
          <ac:chgData name="Hayato Ishida" userId="585fa0fa6384767c" providerId="LiveId" clId="{A28DA21D-3C1A-43B4-8343-DFAA86A56330}" dt="2025-09-01T03:27:04.414" v="1717"/>
          <ac:graphicFrameMkLst>
            <pc:docMk/>
            <pc:sldMk cId="155858466" sldId="286"/>
            <ac:graphicFrameMk id="2" creationId="{AC993561-9149-2F28-565F-CA962AC9E28C}"/>
          </ac:graphicFrameMkLst>
        </pc:graphicFrameChg>
        <pc:graphicFrameChg chg="add mod">
          <ac:chgData name="Hayato Ishida" userId="585fa0fa6384767c" providerId="LiveId" clId="{A28DA21D-3C1A-43B4-8343-DFAA86A56330}" dt="2025-09-01T03:26:42.516" v="1715"/>
          <ac:graphicFrameMkLst>
            <pc:docMk/>
            <pc:sldMk cId="155858466" sldId="286"/>
            <ac:graphicFrameMk id="3" creationId="{6AD00ED7-D23D-9760-3786-3978CD48F19E}"/>
          </ac:graphicFrameMkLst>
        </pc:graphicFrameChg>
      </pc:sldChg>
      <pc:sldChg chg="addSp delSp modSp mod">
        <pc:chgData name="Hayato Ishida" userId="585fa0fa6384767c" providerId="LiveId" clId="{A28DA21D-3C1A-43B4-8343-DFAA86A56330}" dt="2025-08-31T17:26:24.009" v="739"/>
        <pc:sldMkLst>
          <pc:docMk/>
          <pc:sldMk cId="654251065" sldId="287"/>
        </pc:sldMkLst>
        <pc:picChg chg="add mod">
          <ac:chgData name="Hayato Ishida" userId="585fa0fa6384767c" providerId="LiveId" clId="{A28DA21D-3C1A-43B4-8343-DFAA86A56330}" dt="2025-08-31T17:26:24.009" v="739"/>
          <ac:picMkLst>
            <pc:docMk/>
            <pc:sldMk cId="654251065" sldId="287"/>
            <ac:picMk id="2" creationId="{5A17A343-B40C-154C-59FA-2B2D1BEDBD5E}"/>
          </ac:picMkLst>
        </pc:picChg>
        <pc:picChg chg="del">
          <ac:chgData name="Hayato Ishida" userId="585fa0fa6384767c" providerId="LiveId" clId="{A28DA21D-3C1A-43B4-8343-DFAA86A56330}" dt="2025-08-31T17:26:23.781" v="738" actId="478"/>
          <ac:picMkLst>
            <pc:docMk/>
            <pc:sldMk cId="654251065" sldId="287"/>
            <ac:picMk id="12" creationId="{EF03E56A-1170-92E3-505E-518E717F104E}"/>
          </ac:picMkLst>
        </pc:picChg>
      </pc:sldChg>
      <pc:sldChg chg="modSp mod">
        <pc:chgData name="Hayato Ishida" userId="585fa0fa6384767c" providerId="LiveId" clId="{A28DA21D-3C1A-43B4-8343-DFAA86A56330}" dt="2025-08-26T14:08:24.907" v="731" actId="20577"/>
        <pc:sldMkLst>
          <pc:docMk/>
          <pc:sldMk cId="3715280376" sldId="330"/>
        </pc:sldMkLst>
        <pc:spChg chg="mod">
          <ac:chgData name="Hayato Ishida" userId="585fa0fa6384767c" providerId="LiveId" clId="{A28DA21D-3C1A-43B4-8343-DFAA86A56330}" dt="2025-08-26T14:08:24.907" v="731" actId="20577"/>
          <ac:spMkLst>
            <pc:docMk/>
            <pc:sldMk cId="3715280376" sldId="330"/>
            <ac:spMk id="7" creationId="{F9F042BC-2903-5846-C37D-DDA67BB81785}"/>
          </ac:spMkLst>
        </pc:spChg>
      </pc:sldChg>
      <pc:sldChg chg="addSp delSp modSp add del mod">
        <pc:chgData name="Hayato Ishida" userId="585fa0fa6384767c" providerId="LiveId" clId="{A28DA21D-3C1A-43B4-8343-DFAA86A56330}" dt="2025-08-31T17:42:15.145" v="1663"/>
        <pc:sldMkLst>
          <pc:docMk/>
          <pc:sldMk cId="1235012594" sldId="354"/>
        </pc:sldMkLst>
        <pc:graphicFrameChg chg="add mod">
          <ac:chgData name="Hayato Ishida" userId="585fa0fa6384767c" providerId="LiveId" clId="{A28DA21D-3C1A-43B4-8343-DFAA86A56330}" dt="2025-08-31T17:42:15.145" v="1663"/>
          <ac:graphicFrameMkLst>
            <pc:docMk/>
            <pc:sldMk cId="1235012594" sldId="354"/>
            <ac:graphicFrameMk id="3" creationId="{6D41E2EB-562E-40CF-7482-633D8F26D773}"/>
          </ac:graphicFrameMkLst>
        </pc:graphicFrameChg>
        <pc:graphicFrameChg chg="del mod modGraphic">
          <ac:chgData name="Hayato Ishida" userId="585fa0fa6384767c" providerId="LiveId" clId="{A28DA21D-3C1A-43B4-8343-DFAA86A56330}" dt="2025-08-31T17:42:01.175" v="1605" actId="21"/>
          <ac:graphicFrameMkLst>
            <pc:docMk/>
            <pc:sldMk cId="1235012594" sldId="354"/>
            <ac:graphicFrameMk id="16" creationId="{6D41E2EB-562E-40CF-7482-633D8F26D773}"/>
          </ac:graphicFrameMkLst>
        </pc:graphicFrameChg>
      </pc:sldChg>
      <pc:sldChg chg="modSp mod">
        <pc:chgData name="Hayato Ishida" userId="585fa0fa6384767c" providerId="LiveId" clId="{A28DA21D-3C1A-43B4-8343-DFAA86A56330}" dt="2025-08-31T17:28:19.445" v="987" actId="20577"/>
        <pc:sldMkLst>
          <pc:docMk/>
          <pc:sldMk cId="3064566856" sldId="387"/>
        </pc:sldMkLst>
        <pc:spChg chg="mod">
          <ac:chgData name="Hayato Ishida" userId="585fa0fa6384767c" providerId="LiveId" clId="{A28DA21D-3C1A-43B4-8343-DFAA86A56330}" dt="2025-08-31T17:26:36.967" v="754" actId="20577"/>
          <ac:spMkLst>
            <pc:docMk/>
            <pc:sldMk cId="3064566856" sldId="387"/>
            <ac:spMk id="9" creationId="{BF8E831C-C70C-07DF-8FE9-3317578A9193}"/>
          </ac:spMkLst>
        </pc:spChg>
        <pc:spChg chg="mod">
          <ac:chgData name="Hayato Ishida" userId="585fa0fa6384767c" providerId="LiveId" clId="{A28DA21D-3C1A-43B4-8343-DFAA86A56330}" dt="2025-08-31T17:28:19.445" v="987" actId="20577"/>
          <ac:spMkLst>
            <pc:docMk/>
            <pc:sldMk cId="3064566856" sldId="387"/>
            <ac:spMk id="10" creationId="{0BBBFD2C-EE03-7A81-957E-B0640D3A8CBA}"/>
          </ac:spMkLst>
        </pc:spChg>
      </pc:sldChg>
      <pc:sldChg chg="modSp mod">
        <pc:chgData name="Hayato Ishida" userId="585fa0fa6384767c" providerId="LiveId" clId="{A28DA21D-3C1A-43B4-8343-DFAA86A56330}" dt="2025-08-31T17:43:26.322" v="1698" actId="113"/>
        <pc:sldMkLst>
          <pc:docMk/>
          <pc:sldMk cId="735216972" sldId="431"/>
        </pc:sldMkLst>
        <pc:spChg chg="mod">
          <ac:chgData name="Hayato Ishida" userId="585fa0fa6384767c" providerId="LiveId" clId="{A28DA21D-3C1A-43B4-8343-DFAA86A56330}" dt="2025-08-31T17:43:26.322" v="1698" actId="113"/>
          <ac:spMkLst>
            <pc:docMk/>
            <pc:sldMk cId="735216972" sldId="431"/>
            <ac:spMk id="9" creationId="{6AC9904E-BC34-517D-EA0C-0D05DF2278CE}"/>
          </ac:spMkLst>
        </pc:spChg>
      </pc:sldChg>
      <pc:sldChg chg="modSp mod">
        <pc:chgData name="Hayato Ishida" userId="585fa0fa6384767c" providerId="LiveId" clId="{A28DA21D-3C1A-43B4-8343-DFAA86A56330}" dt="2025-08-31T20:06:57.892" v="1713" actId="20577"/>
        <pc:sldMkLst>
          <pc:docMk/>
          <pc:sldMk cId="3329932923" sldId="453"/>
        </pc:sldMkLst>
        <pc:spChg chg="mod">
          <ac:chgData name="Hayato Ishida" userId="585fa0fa6384767c" providerId="LiveId" clId="{A28DA21D-3C1A-43B4-8343-DFAA86A56330}" dt="2025-08-31T20:06:57.892" v="1713" actId="20577"/>
          <ac:spMkLst>
            <pc:docMk/>
            <pc:sldMk cId="3329932923" sldId="453"/>
            <ac:spMk id="7" creationId="{112C8B48-A2DD-250A-DDCF-6002436CFB75}"/>
          </ac:spMkLst>
        </pc:spChg>
      </pc:sldChg>
      <pc:sldChg chg="delSp mod">
        <pc:chgData name="Hayato Ishida" userId="585fa0fa6384767c" providerId="LiveId" clId="{A28DA21D-3C1A-43B4-8343-DFAA86A56330}" dt="2025-08-26T14:00:52.499" v="496" actId="478"/>
        <pc:sldMkLst>
          <pc:docMk/>
          <pc:sldMk cId="434991055" sldId="455"/>
        </pc:sldMkLst>
      </pc:sldChg>
      <pc:sldChg chg="delSp modSp mod">
        <pc:chgData name="Hayato Ishida" userId="585fa0fa6384767c" providerId="LiveId" clId="{A28DA21D-3C1A-43B4-8343-DFAA86A56330}" dt="2025-08-26T14:01:14.088" v="526" actId="20577"/>
        <pc:sldMkLst>
          <pc:docMk/>
          <pc:sldMk cId="3378357843" sldId="456"/>
        </pc:sldMkLst>
        <pc:graphicFrameChg chg="modGraphic">
          <ac:chgData name="Hayato Ishida" userId="585fa0fa6384767c" providerId="LiveId" clId="{A28DA21D-3C1A-43B4-8343-DFAA86A56330}" dt="2025-08-26T14:01:14.088" v="526" actId="20577"/>
          <ac:graphicFrameMkLst>
            <pc:docMk/>
            <pc:sldMk cId="3378357843" sldId="456"/>
            <ac:graphicFrameMk id="2" creationId="{FDE732D3-D3E7-1C8B-7FEC-BDE8A05228FD}"/>
          </ac:graphicFrameMkLst>
        </pc:graphicFrameChg>
      </pc:sldChg>
      <pc:sldChg chg="delSp mod">
        <pc:chgData name="Hayato Ishida" userId="585fa0fa6384767c" providerId="LiveId" clId="{A28DA21D-3C1A-43B4-8343-DFAA86A56330}" dt="2025-08-26T14:01:27.731" v="527" actId="478"/>
        <pc:sldMkLst>
          <pc:docMk/>
          <pc:sldMk cId="2373587406" sldId="457"/>
        </pc:sldMkLst>
      </pc:sldChg>
      <pc:sldChg chg="addSp delSp modSp mod">
        <pc:chgData name="Hayato Ishida" userId="585fa0fa6384767c" providerId="LiveId" clId="{A28DA21D-3C1A-43B4-8343-DFAA86A56330}" dt="2025-08-26T14:06:50.937" v="670"/>
        <pc:sldMkLst>
          <pc:docMk/>
          <pc:sldMk cId="195059124" sldId="458"/>
        </pc:sldMkLst>
        <pc:spChg chg="mod">
          <ac:chgData name="Hayato Ishida" userId="585fa0fa6384767c" providerId="LiveId" clId="{A28DA21D-3C1A-43B4-8343-DFAA86A56330}" dt="2025-08-26T14:02:14.516" v="581" actId="20577"/>
          <ac:spMkLst>
            <pc:docMk/>
            <pc:sldMk cId="195059124" sldId="458"/>
            <ac:spMk id="9" creationId="{74EEAA8A-C9F4-CA9F-BCBD-E078ED7B5BE2}"/>
          </ac:spMkLst>
        </pc:spChg>
        <pc:graphicFrameChg chg="mod modGraphic">
          <ac:chgData name="Hayato Ishida" userId="585fa0fa6384767c" providerId="LiveId" clId="{A28DA21D-3C1A-43B4-8343-DFAA86A56330}" dt="2025-08-26T14:04:04.030" v="637" actId="20577"/>
          <ac:graphicFrameMkLst>
            <pc:docMk/>
            <pc:sldMk cId="195059124" sldId="458"/>
            <ac:graphicFrameMk id="6" creationId="{E3393DC4-FEED-38EB-E2C3-EF2CBB907D28}"/>
          </ac:graphicFrameMkLst>
        </pc:graphicFrameChg>
      </pc:sldChg>
      <pc:sldChg chg="addSp delSp modSp mod ord">
        <pc:chgData name="Hayato Ishida" userId="585fa0fa6384767c" providerId="LiveId" clId="{A28DA21D-3C1A-43B4-8343-DFAA86A56330}" dt="2025-08-31T17:42:13.255" v="1662" actId="21"/>
        <pc:sldMkLst>
          <pc:docMk/>
          <pc:sldMk cId="4243992212" sldId="459"/>
        </pc:sldMkLst>
        <pc:spChg chg="mod">
          <ac:chgData name="Hayato Ishida" userId="585fa0fa6384767c" providerId="LiveId" clId="{A28DA21D-3C1A-43B4-8343-DFAA86A56330}" dt="2025-08-26T07:48:40.011" v="413" actId="113"/>
          <ac:spMkLst>
            <pc:docMk/>
            <pc:sldMk cId="4243992212" sldId="459"/>
            <ac:spMk id="9" creationId="{FAA1A9E1-046E-1535-2C71-1AE5CCAE595B}"/>
          </ac:spMkLst>
        </pc:spChg>
        <pc:graphicFrameChg chg="add mod">
          <ac:chgData name="Hayato Ishida" userId="585fa0fa6384767c" providerId="LiveId" clId="{A28DA21D-3C1A-43B4-8343-DFAA86A56330}" dt="2025-08-26T14:06:58.819" v="672"/>
          <ac:graphicFrameMkLst>
            <pc:docMk/>
            <pc:sldMk cId="4243992212" sldId="459"/>
            <ac:graphicFrameMk id="3" creationId="{DD20CABE-506D-E3EE-E6C1-583EDD45EDED}"/>
          </ac:graphicFrameMkLst>
        </pc:graphicFrameChg>
        <pc:graphicFrameChg chg="add del mod">
          <ac:chgData name="Hayato Ishida" userId="585fa0fa6384767c" providerId="LiveId" clId="{A28DA21D-3C1A-43B4-8343-DFAA86A56330}" dt="2025-08-31T17:42:13.255" v="1662" actId="21"/>
          <ac:graphicFrameMkLst>
            <pc:docMk/>
            <pc:sldMk cId="4243992212" sldId="459"/>
            <ac:graphicFrameMk id="16" creationId="{6D41E2EB-562E-40CF-7482-633D8F26D773}"/>
          </ac:graphicFrameMkLst>
        </pc:graphicFrameChg>
      </pc:sldChg>
      <pc:sldChg chg="add del setBg">
        <pc:chgData name="Hayato Ishida" userId="585fa0fa6384767c" providerId="LiveId" clId="{A28DA21D-3C1A-43B4-8343-DFAA86A56330}" dt="2025-08-26T07:46:28.976" v="273"/>
        <pc:sldMkLst>
          <pc:docMk/>
          <pc:sldMk cId="2402178254" sldId="460"/>
        </pc:sldMkLst>
      </pc:sldChg>
      <pc:sldChg chg="addSp delSp modSp add mod">
        <pc:chgData name="Hayato Ishida" userId="585fa0fa6384767c" providerId="LiveId" clId="{A28DA21D-3C1A-43B4-8343-DFAA86A56330}" dt="2025-08-26T14:07:01.684" v="673"/>
        <pc:sldMkLst>
          <pc:docMk/>
          <pc:sldMk cId="3134569156" sldId="460"/>
        </pc:sldMkLst>
        <pc:spChg chg="mod">
          <ac:chgData name="Hayato Ishida" userId="585fa0fa6384767c" providerId="LiveId" clId="{A28DA21D-3C1A-43B4-8343-DFAA86A56330}" dt="2025-08-26T07:52:10.921" v="491" actId="113"/>
          <ac:spMkLst>
            <pc:docMk/>
            <pc:sldMk cId="3134569156" sldId="460"/>
            <ac:spMk id="9" creationId="{79148677-F3DB-A540-1907-4AF1A0F0ADEF}"/>
          </ac:spMkLst>
        </pc:spChg>
        <pc:graphicFrameChg chg="add mod">
          <ac:chgData name="Hayato Ishida" userId="585fa0fa6384767c" providerId="LiveId" clId="{A28DA21D-3C1A-43B4-8343-DFAA86A56330}" dt="2025-08-26T14:07:01.684" v="673"/>
          <ac:graphicFrameMkLst>
            <pc:docMk/>
            <pc:sldMk cId="3134569156" sldId="460"/>
            <ac:graphicFrameMk id="3" creationId="{CB68E623-046E-FCB3-BF10-81CCC1E4F9FE}"/>
          </ac:graphicFrameMkLst>
        </pc:graphicFrameChg>
      </pc:sldChg>
      <pc:sldChg chg="add del">
        <pc:chgData name="Hayato Ishida" userId="585fa0fa6384767c" providerId="LiveId" clId="{A28DA21D-3C1A-43B4-8343-DFAA86A56330}" dt="2025-08-26T07:56:57.800" v="495" actId="47"/>
        <pc:sldMkLst>
          <pc:docMk/>
          <pc:sldMk cId="38453187" sldId="461"/>
        </pc:sldMkLst>
      </pc:sldChg>
      <pc:sldChg chg="addSp modSp add mod">
        <pc:chgData name="Hayato Ishida" userId="585fa0fa6384767c" providerId="LiveId" clId="{A28DA21D-3C1A-43B4-8343-DFAA86A56330}" dt="2025-09-01T03:27:04.414" v="1717"/>
        <pc:sldMkLst>
          <pc:docMk/>
          <pc:sldMk cId="1994383466" sldId="461"/>
        </pc:sldMkLst>
        <pc:graphicFrameChg chg="add mod modGraphic">
          <ac:chgData name="Hayato Ishida" userId="585fa0fa6384767c" providerId="LiveId" clId="{A28DA21D-3C1A-43B4-8343-DFAA86A56330}" dt="2025-09-01T03:27:04.414" v="1717"/>
          <ac:graphicFrameMkLst>
            <pc:docMk/>
            <pc:sldMk cId="1994383466" sldId="461"/>
            <ac:graphicFrameMk id="2" creationId="{0B9BEE06-CD5E-3FF5-937B-C7CA67ED4A3A}"/>
          </ac:graphicFrameMkLst>
        </pc:graphicFrameChg>
      </pc:sldChg>
      <pc:sldChg chg="modSp add mod">
        <pc:chgData name="Hayato Ishida" userId="585fa0fa6384767c" providerId="LiveId" clId="{A28DA21D-3C1A-43B4-8343-DFAA86A56330}" dt="2025-08-31T20:06:36.295" v="1702" actId="6549"/>
        <pc:sldMkLst>
          <pc:docMk/>
          <pc:sldMk cId="2656942947" sldId="462"/>
        </pc:sldMkLst>
        <pc:spChg chg="mod">
          <ac:chgData name="Hayato Ishida" userId="585fa0fa6384767c" providerId="LiveId" clId="{A28DA21D-3C1A-43B4-8343-DFAA86A56330}" dt="2025-08-31T20:06:36.295" v="1702" actId="6549"/>
          <ac:spMkLst>
            <pc:docMk/>
            <pc:sldMk cId="2656942947" sldId="462"/>
            <ac:spMk id="7" creationId="{E12DCBE3-3334-97A9-7C53-97BD0BB1C68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77555-114C-4D13-A8E9-982D3FBDE682}" type="datetimeFigureOut">
              <a:rPr lang="en-GB" smtClean="0"/>
              <a:t>01/09/2025</a:t>
            </a:fld>
            <a:endParaRPr lang="en-GB"/>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87483F-3F00-45CA-B9CE-71766AA0FCEC}" type="slidenum">
              <a:rPr lang="en-GB" smtClean="0"/>
              <a:t>‹#›</a:t>
            </a:fld>
            <a:endParaRPr lang="en-GB"/>
          </a:p>
        </p:txBody>
      </p:sp>
    </p:spTree>
    <p:extLst>
      <p:ext uri="{BB962C8B-B14F-4D97-AF65-F5344CB8AC3E}">
        <p14:creationId xmlns:p14="http://schemas.microsoft.com/office/powerpoint/2010/main" val="3440713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3A420-A6C3-4DFD-BC9B-A28C54480400}"/>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27785ED6-1F11-4995-8802-E7A92ED6F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67A83ED-D7FC-4E75-93FA-7CA4EB139197}"/>
              </a:ext>
            </a:extLst>
          </p:cNvPr>
          <p:cNvSpPr>
            <a:spLocks noGrp="1"/>
          </p:cNvSpPr>
          <p:nvPr>
            <p:ph type="dt" sz="half" idx="10"/>
          </p:nvPr>
        </p:nvSpPr>
        <p:spPr/>
        <p:txBody>
          <a:bodyPr/>
          <a:lstStyle/>
          <a:p>
            <a:fld id="{AF5D98A5-C926-421E-8D16-8672B57BCFF1}" type="datetime1">
              <a:rPr lang="en-GB" smtClean="0"/>
              <a:t>01/09/2025</a:t>
            </a:fld>
            <a:endParaRPr lang="en-GB"/>
          </a:p>
        </p:txBody>
      </p:sp>
      <p:sp>
        <p:nvSpPr>
          <p:cNvPr id="5" name="フッター プレースホルダー 4">
            <a:extLst>
              <a:ext uri="{FF2B5EF4-FFF2-40B4-BE49-F238E27FC236}">
                <a16:creationId xmlns:a16="http://schemas.microsoft.com/office/drawing/2014/main" id="{1D536A7D-2F90-40CC-80C9-D5DFA5931BE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2F47EE9-ABD2-45F2-8DDF-94F9AFE52B5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43811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62872-9097-4551-92E5-A9EFABF75DFB}"/>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D276671E-317F-404E-8053-6A0A955B7C1C}"/>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9917538-7854-4E06-A143-495AC9D08204}"/>
              </a:ext>
            </a:extLst>
          </p:cNvPr>
          <p:cNvSpPr>
            <a:spLocks noGrp="1"/>
          </p:cNvSpPr>
          <p:nvPr>
            <p:ph type="dt" sz="half" idx="10"/>
          </p:nvPr>
        </p:nvSpPr>
        <p:spPr/>
        <p:txBody>
          <a:bodyPr/>
          <a:lstStyle/>
          <a:p>
            <a:fld id="{5A2F9E5C-BB41-4DEE-A1EA-DBAEA4256446}" type="datetime1">
              <a:rPr lang="en-GB" smtClean="0"/>
              <a:t>01/09/2025</a:t>
            </a:fld>
            <a:endParaRPr lang="en-GB"/>
          </a:p>
        </p:txBody>
      </p:sp>
      <p:sp>
        <p:nvSpPr>
          <p:cNvPr id="5" name="フッター プレースホルダー 4">
            <a:extLst>
              <a:ext uri="{FF2B5EF4-FFF2-40B4-BE49-F238E27FC236}">
                <a16:creationId xmlns:a16="http://schemas.microsoft.com/office/drawing/2014/main" id="{7A4511E7-C4EE-48B3-832D-D6EE6A960143}"/>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7D71E43-553D-4A66-92CB-9785522DCEB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11880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78576-E3DC-4F83-AFE3-90CF203F3C2A}"/>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B476DC57-139C-48BA-B542-00433365DC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41BA6EC9-A18D-44DC-AC03-EDA535FC4C3D}"/>
              </a:ext>
            </a:extLst>
          </p:cNvPr>
          <p:cNvSpPr>
            <a:spLocks noGrp="1"/>
          </p:cNvSpPr>
          <p:nvPr>
            <p:ph type="dt" sz="half" idx="10"/>
          </p:nvPr>
        </p:nvSpPr>
        <p:spPr/>
        <p:txBody>
          <a:bodyPr/>
          <a:lstStyle/>
          <a:p>
            <a:fld id="{A7E24A89-DB0D-48E1-8471-1D24BDCF8ED1}" type="datetime1">
              <a:rPr lang="en-GB" smtClean="0"/>
              <a:t>01/09/2025</a:t>
            </a:fld>
            <a:endParaRPr lang="en-GB"/>
          </a:p>
        </p:txBody>
      </p:sp>
      <p:sp>
        <p:nvSpPr>
          <p:cNvPr id="5" name="フッター プレースホルダー 4">
            <a:extLst>
              <a:ext uri="{FF2B5EF4-FFF2-40B4-BE49-F238E27FC236}">
                <a16:creationId xmlns:a16="http://schemas.microsoft.com/office/drawing/2014/main" id="{B3649445-1B62-4CF3-8E24-C4237F94565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5C343D9-1467-4169-8338-FE5AEB88B05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817010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CB7BA-528D-4232-B694-570FC36B96A2}"/>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BAFC298-407B-4183-A4C6-ECFBF7BE4B5D}"/>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13819996-4F41-4E1B-A7D2-68A930127528}"/>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D87AA123-3779-4C89-A120-D8C36EFF2EEB}"/>
              </a:ext>
            </a:extLst>
          </p:cNvPr>
          <p:cNvSpPr>
            <a:spLocks noGrp="1"/>
          </p:cNvSpPr>
          <p:nvPr>
            <p:ph type="dt" sz="half" idx="10"/>
          </p:nvPr>
        </p:nvSpPr>
        <p:spPr/>
        <p:txBody>
          <a:bodyPr/>
          <a:lstStyle/>
          <a:p>
            <a:fld id="{F64D5387-62D3-481B-BBE0-5C3C88B297B2}" type="datetime1">
              <a:rPr lang="en-GB" smtClean="0"/>
              <a:t>01/09/2025</a:t>
            </a:fld>
            <a:endParaRPr lang="en-GB"/>
          </a:p>
        </p:txBody>
      </p:sp>
      <p:sp>
        <p:nvSpPr>
          <p:cNvPr id="6" name="フッター プレースホルダー 5">
            <a:extLst>
              <a:ext uri="{FF2B5EF4-FFF2-40B4-BE49-F238E27FC236}">
                <a16:creationId xmlns:a16="http://schemas.microsoft.com/office/drawing/2014/main" id="{7BC9968F-4821-42DF-A0AE-DE8C2DAAC784}"/>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4E5EBA0-D3D5-4A64-B7F9-5BDAC45C478E}"/>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842740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E56CA-F2EB-44BB-AF5E-63BAB6F11795}"/>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DBC6BB7A-29D5-421E-A385-A3E3EB46B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9AFA027A-6FEA-404B-A426-5714EEEEF59E}"/>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E893EF15-B619-40ED-B8BE-2BF881506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1F3F2AE8-4F41-4737-8697-4FF74A0A6C39}"/>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2D695459-80F1-47BE-B12B-B91FB7221C80}"/>
              </a:ext>
            </a:extLst>
          </p:cNvPr>
          <p:cNvSpPr>
            <a:spLocks noGrp="1"/>
          </p:cNvSpPr>
          <p:nvPr>
            <p:ph type="dt" sz="half" idx="10"/>
          </p:nvPr>
        </p:nvSpPr>
        <p:spPr/>
        <p:txBody>
          <a:bodyPr/>
          <a:lstStyle/>
          <a:p>
            <a:fld id="{43CF17D8-7CE6-4CF7-8FAB-60185E786EB9}" type="datetime1">
              <a:rPr lang="en-GB" smtClean="0"/>
              <a:t>01/09/2025</a:t>
            </a:fld>
            <a:endParaRPr lang="en-GB"/>
          </a:p>
        </p:txBody>
      </p:sp>
      <p:sp>
        <p:nvSpPr>
          <p:cNvPr id="8" name="フッター プレースホルダー 7">
            <a:extLst>
              <a:ext uri="{FF2B5EF4-FFF2-40B4-BE49-F238E27FC236}">
                <a16:creationId xmlns:a16="http://schemas.microsoft.com/office/drawing/2014/main" id="{F522F667-D14E-47A7-8AF2-CA42934D6812}"/>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B40F02E5-6D55-4748-8E9E-996F4576B4B9}"/>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681466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9F8DAA-4277-4BAC-B679-1957A2C7AAA9}"/>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4B19C73D-345B-49EF-9EE4-390986E8FA04}"/>
              </a:ext>
            </a:extLst>
          </p:cNvPr>
          <p:cNvSpPr>
            <a:spLocks noGrp="1"/>
          </p:cNvSpPr>
          <p:nvPr>
            <p:ph type="dt" sz="half" idx="10"/>
          </p:nvPr>
        </p:nvSpPr>
        <p:spPr/>
        <p:txBody>
          <a:bodyPr/>
          <a:lstStyle/>
          <a:p>
            <a:fld id="{43C7B8A6-723D-47BA-A0C2-370A8E40CF5A}" type="datetime1">
              <a:rPr lang="en-GB" smtClean="0"/>
              <a:t>01/09/2025</a:t>
            </a:fld>
            <a:endParaRPr lang="en-GB"/>
          </a:p>
        </p:txBody>
      </p:sp>
      <p:sp>
        <p:nvSpPr>
          <p:cNvPr id="4" name="フッター プレースホルダー 3">
            <a:extLst>
              <a:ext uri="{FF2B5EF4-FFF2-40B4-BE49-F238E27FC236}">
                <a16:creationId xmlns:a16="http://schemas.microsoft.com/office/drawing/2014/main" id="{787A8E7A-3F8E-4FC5-BB3F-FD7FCEFA65A2}"/>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5C3D0E4C-C376-468C-A780-75B4305757BA}"/>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5561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5D00E3-6A1E-40BC-AA99-CAF238224846}"/>
              </a:ext>
            </a:extLst>
          </p:cNvPr>
          <p:cNvSpPr>
            <a:spLocks noGrp="1"/>
          </p:cNvSpPr>
          <p:nvPr>
            <p:ph type="dt" sz="half" idx="10"/>
          </p:nvPr>
        </p:nvSpPr>
        <p:spPr/>
        <p:txBody>
          <a:bodyPr/>
          <a:lstStyle/>
          <a:p>
            <a:fld id="{FB3FA632-D8E5-4DA3-B4CD-9FEBF68DCEB0}" type="datetime1">
              <a:rPr lang="en-GB" smtClean="0"/>
              <a:t>01/09/2025</a:t>
            </a:fld>
            <a:endParaRPr lang="en-GB"/>
          </a:p>
        </p:txBody>
      </p:sp>
      <p:sp>
        <p:nvSpPr>
          <p:cNvPr id="3" name="フッター プレースホルダー 2">
            <a:extLst>
              <a:ext uri="{FF2B5EF4-FFF2-40B4-BE49-F238E27FC236}">
                <a16:creationId xmlns:a16="http://schemas.microsoft.com/office/drawing/2014/main" id="{45AEBF75-6C76-481B-9AAC-C70F3C28C99E}"/>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9CEB2586-BFD5-4D03-9AFF-B3681D6009F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19247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1D1B4-D81C-46C1-A422-8FE83A5AA20B}"/>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1E1E09BE-13F6-4301-AB16-2FB109C5F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16B65445-0016-4746-A03B-F99F35DC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12A4359-9369-4B46-B534-E689E6C82224}"/>
              </a:ext>
            </a:extLst>
          </p:cNvPr>
          <p:cNvSpPr>
            <a:spLocks noGrp="1"/>
          </p:cNvSpPr>
          <p:nvPr>
            <p:ph type="dt" sz="half" idx="10"/>
          </p:nvPr>
        </p:nvSpPr>
        <p:spPr/>
        <p:txBody>
          <a:bodyPr/>
          <a:lstStyle/>
          <a:p>
            <a:fld id="{1A7EE16D-35BE-4BE7-8AC7-B36F6CD3E5EC}" type="datetime1">
              <a:rPr lang="en-GB" smtClean="0"/>
              <a:t>01/09/2025</a:t>
            </a:fld>
            <a:endParaRPr lang="en-GB"/>
          </a:p>
        </p:txBody>
      </p:sp>
      <p:sp>
        <p:nvSpPr>
          <p:cNvPr id="6" name="フッター プレースホルダー 5">
            <a:extLst>
              <a:ext uri="{FF2B5EF4-FFF2-40B4-BE49-F238E27FC236}">
                <a16:creationId xmlns:a16="http://schemas.microsoft.com/office/drawing/2014/main" id="{624D53E0-DB50-4B50-B03D-8BE605AB130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9C70555-581F-4360-BAC1-A48E44C00A7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55405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6E174-3B05-4E93-8F98-F5A96D0E2499}"/>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85CB358A-32CB-4FF7-A5B9-C9D674144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959E880C-6797-422C-88D2-B2770328C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6792A9D5-AA4C-470B-8443-CDF698845A59}"/>
              </a:ext>
            </a:extLst>
          </p:cNvPr>
          <p:cNvSpPr>
            <a:spLocks noGrp="1"/>
          </p:cNvSpPr>
          <p:nvPr>
            <p:ph type="dt" sz="half" idx="10"/>
          </p:nvPr>
        </p:nvSpPr>
        <p:spPr/>
        <p:txBody>
          <a:bodyPr/>
          <a:lstStyle/>
          <a:p>
            <a:fld id="{92CD8CDB-487D-4044-B328-87D0F47F3BCF}" type="datetime1">
              <a:rPr lang="en-GB" smtClean="0"/>
              <a:t>01/09/2025</a:t>
            </a:fld>
            <a:endParaRPr lang="en-GB"/>
          </a:p>
        </p:txBody>
      </p:sp>
      <p:sp>
        <p:nvSpPr>
          <p:cNvPr id="6" name="フッター プレースホルダー 5">
            <a:extLst>
              <a:ext uri="{FF2B5EF4-FFF2-40B4-BE49-F238E27FC236}">
                <a16:creationId xmlns:a16="http://schemas.microsoft.com/office/drawing/2014/main" id="{CEB74E2E-D53B-4179-9D35-961BC87E14F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323E2AE7-E634-4EAE-8F14-FFAD0839CD7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740673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2EB38-BF66-471E-BD00-D145D524BCA6}"/>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B19676F2-6EB3-4837-8B9B-5101E00BEAC1}"/>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37AF1E77-D5D4-4EAA-A9ED-CBFF4D522A27}"/>
              </a:ext>
            </a:extLst>
          </p:cNvPr>
          <p:cNvSpPr>
            <a:spLocks noGrp="1"/>
          </p:cNvSpPr>
          <p:nvPr>
            <p:ph type="dt" sz="half" idx="10"/>
          </p:nvPr>
        </p:nvSpPr>
        <p:spPr/>
        <p:txBody>
          <a:bodyPr/>
          <a:lstStyle/>
          <a:p>
            <a:fld id="{2966C4E5-BC84-4427-9D05-A5F29CCAC796}" type="datetime1">
              <a:rPr lang="en-GB" smtClean="0"/>
              <a:t>01/09/2025</a:t>
            </a:fld>
            <a:endParaRPr lang="en-GB"/>
          </a:p>
        </p:txBody>
      </p:sp>
      <p:sp>
        <p:nvSpPr>
          <p:cNvPr id="5" name="フッター プレースホルダー 4">
            <a:extLst>
              <a:ext uri="{FF2B5EF4-FFF2-40B4-BE49-F238E27FC236}">
                <a16:creationId xmlns:a16="http://schemas.microsoft.com/office/drawing/2014/main" id="{8FDD2C66-E530-425A-B11C-F0A1B6D3A392}"/>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178EB1D0-A34F-44ED-9BDE-254AAD35999C}"/>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25409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D4C475-A351-4F11-BDB2-9B6FC662D4D0}"/>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C5C7FA4F-2A7F-4DD4-9719-303500EF7C46}"/>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E06604C8-FEBE-4C1F-A49E-F399EBF3DC2C}"/>
              </a:ext>
            </a:extLst>
          </p:cNvPr>
          <p:cNvSpPr>
            <a:spLocks noGrp="1"/>
          </p:cNvSpPr>
          <p:nvPr>
            <p:ph type="dt" sz="half" idx="10"/>
          </p:nvPr>
        </p:nvSpPr>
        <p:spPr/>
        <p:txBody>
          <a:bodyPr/>
          <a:lstStyle/>
          <a:p>
            <a:fld id="{7F1E0025-920B-4CEF-B7FD-D6EA5B89461B}" type="datetime1">
              <a:rPr lang="en-GB" smtClean="0"/>
              <a:t>01/09/2025</a:t>
            </a:fld>
            <a:endParaRPr lang="en-GB"/>
          </a:p>
        </p:txBody>
      </p:sp>
      <p:sp>
        <p:nvSpPr>
          <p:cNvPr id="5" name="フッター プレースホルダー 4">
            <a:extLst>
              <a:ext uri="{FF2B5EF4-FFF2-40B4-BE49-F238E27FC236}">
                <a16:creationId xmlns:a16="http://schemas.microsoft.com/office/drawing/2014/main" id="{0D405AEA-A514-4285-A292-E1F817D0FB27}"/>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F40B7D56-ED17-445E-BFE4-675A762E88CF}"/>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37885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3A420-A6C3-4DFD-BC9B-A28C54480400}"/>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27785ED6-1F11-4995-8802-E7A92ED6F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67A83ED-D7FC-4E75-93FA-7CA4EB139197}"/>
              </a:ext>
            </a:extLst>
          </p:cNvPr>
          <p:cNvSpPr>
            <a:spLocks noGrp="1"/>
          </p:cNvSpPr>
          <p:nvPr>
            <p:ph type="dt" sz="half" idx="10"/>
          </p:nvPr>
        </p:nvSpPr>
        <p:spPr/>
        <p:txBody>
          <a:bodyPr/>
          <a:lstStyle/>
          <a:p>
            <a:fld id="{AF5D98A5-C926-421E-8D16-8672B57BCFF1}" type="datetime1">
              <a:rPr lang="en-GB" smtClean="0"/>
              <a:t>01/09/2025</a:t>
            </a:fld>
            <a:endParaRPr lang="en-GB"/>
          </a:p>
        </p:txBody>
      </p:sp>
      <p:sp>
        <p:nvSpPr>
          <p:cNvPr id="5" name="フッター プレースホルダー 4">
            <a:extLst>
              <a:ext uri="{FF2B5EF4-FFF2-40B4-BE49-F238E27FC236}">
                <a16:creationId xmlns:a16="http://schemas.microsoft.com/office/drawing/2014/main" id="{1D536A7D-2F90-40CC-80C9-D5DFA5931BE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2F47EE9-ABD2-45F2-8DDF-94F9AFE52B5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1233252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62872-9097-4551-92E5-A9EFABF75DFB}"/>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D276671E-317F-404E-8053-6A0A955B7C1C}"/>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9917538-7854-4E06-A143-495AC9D08204}"/>
              </a:ext>
            </a:extLst>
          </p:cNvPr>
          <p:cNvSpPr>
            <a:spLocks noGrp="1"/>
          </p:cNvSpPr>
          <p:nvPr>
            <p:ph type="dt" sz="half" idx="10"/>
          </p:nvPr>
        </p:nvSpPr>
        <p:spPr/>
        <p:txBody>
          <a:bodyPr/>
          <a:lstStyle/>
          <a:p>
            <a:fld id="{5A2F9E5C-BB41-4DEE-A1EA-DBAEA4256446}" type="datetime1">
              <a:rPr lang="en-GB" smtClean="0"/>
              <a:t>01/09/2025</a:t>
            </a:fld>
            <a:endParaRPr lang="en-GB"/>
          </a:p>
        </p:txBody>
      </p:sp>
      <p:sp>
        <p:nvSpPr>
          <p:cNvPr id="5" name="フッター プレースホルダー 4">
            <a:extLst>
              <a:ext uri="{FF2B5EF4-FFF2-40B4-BE49-F238E27FC236}">
                <a16:creationId xmlns:a16="http://schemas.microsoft.com/office/drawing/2014/main" id="{7A4511E7-C4EE-48B3-832D-D6EE6A960143}"/>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7D71E43-553D-4A66-92CB-9785522DCEB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8924251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78576-E3DC-4F83-AFE3-90CF203F3C2A}"/>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B476DC57-139C-48BA-B542-00433365DC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41BA6EC9-A18D-44DC-AC03-EDA535FC4C3D}"/>
              </a:ext>
            </a:extLst>
          </p:cNvPr>
          <p:cNvSpPr>
            <a:spLocks noGrp="1"/>
          </p:cNvSpPr>
          <p:nvPr>
            <p:ph type="dt" sz="half" idx="10"/>
          </p:nvPr>
        </p:nvSpPr>
        <p:spPr/>
        <p:txBody>
          <a:bodyPr/>
          <a:lstStyle/>
          <a:p>
            <a:fld id="{A7E24A89-DB0D-48E1-8471-1D24BDCF8ED1}" type="datetime1">
              <a:rPr lang="en-GB" smtClean="0"/>
              <a:t>01/09/2025</a:t>
            </a:fld>
            <a:endParaRPr lang="en-GB"/>
          </a:p>
        </p:txBody>
      </p:sp>
      <p:sp>
        <p:nvSpPr>
          <p:cNvPr id="5" name="フッター プレースホルダー 4">
            <a:extLst>
              <a:ext uri="{FF2B5EF4-FFF2-40B4-BE49-F238E27FC236}">
                <a16:creationId xmlns:a16="http://schemas.microsoft.com/office/drawing/2014/main" id="{B3649445-1B62-4CF3-8E24-C4237F94565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5C343D9-1467-4169-8338-FE5AEB88B05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2792871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CB7BA-528D-4232-B694-570FC36B96A2}"/>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BAFC298-407B-4183-A4C6-ECFBF7BE4B5D}"/>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13819996-4F41-4E1B-A7D2-68A930127528}"/>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D87AA123-3779-4C89-A120-D8C36EFF2EEB}"/>
              </a:ext>
            </a:extLst>
          </p:cNvPr>
          <p:cNvSpPr>
            <a:spLocks noGrp="1"/>
          </p:cNvSpPr>
          <p:nvPr>
            <p:ph type="dt" sz="half" idx="10"/>
          </p:nvPr>
        </p:nvSpPr>
        <p:spPr/>
        <p:txBody>
          <a:bodyPr/>
          <a:lstStyle/>
          <a:p>
            <a:fld id="{F64D5387-62D3-481B-BBE0-5C3C88B297B2}" type="datetime1">
              <a:rPr lang="en-GB" smtClean="0"/>
              <a:t>01/09/2025</a:t>
            </a:fld>
            <a:endParaRPr lang="en-GB"/>
          </a:p>
        </p:txBody>
      </p:sp>
      <p:sp>
        <p:nvSpPr>
          <p:cNvPr id="6" name="フッター プレースホルダー 5">
            <a:extLst>
              <a:ext uri="{FF2B5EF4-FFF2-40B4-BE49-F238E27FC236}">
                <a16:creationId xmlns:a16="http://schemas.microsoft.com/office/drawing/2014/main" id="{7BC9968F-4821-42DF-A0AE-DE8C2DAAC784}"/>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4E5EBA0-D3D5-4A64-B7F9-5BDAC45C478E}"/>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9877253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E56CA-F2EB-44BB-AF5E-63BAB6F11795}"/>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DBC6BB7A-29D5-421E-A385-A3E3EB46B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9AFA027A-6FEA-404B-A426-5714EEEEF59E}"/>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E893EF15-B619-40ED-B8BE-2BF881506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1F3F2AE8-4F41-4737-8697-4FF74A0A6C39}"/>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2D695459-80F1-47BE-B12B-B91FB7221C80}"/>
              </a:ext>
            </a:extLst>
          </p:cNvPr>
          <p:cNvSpPr>
            <a:spLocks noGrp="1"/>
          </p:cNvSpPr>
          <p:nvPr>
            <p:ph type="dt" sz="half" idx="10"/>
          </p:nvPr>
        </p:nvSpPr>
        <p:spPr/>
        <p:txBody>
          <a:bodyPr/>
          <a:lstStyle/>
          <a:p>
            <a:fld id="{43CF17D8-7CE6-4CF7-8FAB-60185E786EB9}" type="datetime1">
              <a:rPr lang="en-GB" smtClean="0"/>
              <a:t>01/09/2025</a:t>
            </a:fld>
            <a:endParaRPr lang="en-GB"/>
          </a:p>
        </p:txBody>
      </p:sp>
      <p:sp>
        <p:nvSpPr>
          <p:cNvPr id="8" name="フッター プレースホルダー 7">
            <a:extLst>
              <a:ext uri="{FF2B5EF4-FFF2-40B4-BE49-F238E27FC236}">
                <a16:creationId xmlns:a16="http://schemas.microsoft.com/office/drawing/2014/main" id="{F522F667-D14E-47A7-8AF2-CA42934D6812}"/>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B40F02E5-6D55-4748-8E9E-996F4576B4B9}"/>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2446833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9F8DAA-4277-4BAC-B679-1957A2C7AAA9}"/>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4B19C73D-345B-49EF-9EE4-390986E8FA04}"/>
              </a:ext>
            </a:extLst>
          </p:cNvPr>
          <p:cNvSpPr>
            <a:spLocks noGrp="1"/>
          </p:cNvSpPr>
          <p:nvPr>
            <p:ph type="dt" sz="half" idx="10"/>
          </p:nvPr>
        </p:nvSpPr>
        <p:spPr/>
        <p:txBody>
          <a:bodyPr/>
          <a:lstStyle/>
          <a:p>
            <a:fld id="{43C7B8A6-723D-47BA-A0C2-370A8E40CF5A}" type="datetime1">
              <a:rPr lang="en-GB" smtClean="0"/>
              <a:t>01/09/2025</a:t>
            </a:fld>
            <a:endParaRPr lang="en-GB"/>
          </a:p>
        </p:txBody>
      </p:sp>
      <p:sp>
        <p:nvSpPr>
          <p:cNvPr id="4" name="フッター プレースホルダー 3">
            <a:extLst>
              <a:ext uri="{FF2B5EF4-FFF2-40B4-BE49-F238E27FC236}">
                <a16:creationId xmlns:a16="http://schemas.microsoft.com/office/drawing/2014/main" id="{787A8E7A-3F8E-4FC5-BB3F-FD7FCEFA65A2}"/>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5C3D0E4C-C376-468C-A780-75B4305757BA}"/>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0685333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5D00E3-6A1E-40BC-AA99-CAF238224846}"/>
              </a:ext>
            </a:extLst>
          </p:cNvPr>
          <p:cNvSpPr>
            <a:spLocks noGrp="1"/>
          </p:cNvSpPr>
          <p:nvPr>
            <p:ph type="dt" sz="half" idx="10"/>
          </p:nvPr>
        </p:nvSpPr>
        <p:spPr/>
        <p:txBody>
          <a:bodyPr/>
          <a:lstStyle/>
          <a:p>
            <a:fld id="{FB3FA632-D8E5-4DA3-B4CD-9FEBF68DCEB0}" type="datetime1">
              <a:rPr lang="en-GB" smtClean="0"/>
              <a:t>01/09/2025</a:t>
            </a:fld>
            <a:endParaRPr lang="en-GB"/>
          </a:p>
        </p:txBody>
      </p:sp>
      <p:sp>
        <p:nvSpPr>
          <p:cNvPr id="3" name="フッター プレースホルダー 2">
            <a:extLst>
              <a:ext uri="{FF2B5EF4-FFF2-40B4-BE49-F238E27FC236}">
                <a16:creationId xmlns:a16="http://schemas.microsoft.com/office/drawing/2014/main" id="{45AEBF75-6C76-481B-9AAC-C70F3C28C99E}"/>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9CEB2586-BFD5-4D03-9AFF-B3681D6009F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92206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1D1B4-D81C-46C1-A422-8FE83A5AA20B}"/>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1E1E09BE-13F6-4301-AB16-2FB109C5F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16B65445-0016-4746-A03B-F99F35DC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12A4359-9369-4B46-B534-E689E6C82224}"/>
              </a:ext>
            </a:extLst>
          </p:cNvPr>
          <p:cNvSpPr>
            <a:spLocks noGrp="1"/>
          </p:cNvSpPr>
          <p:nvPr>
            <p:ph type="dt" sz="half" idx="10"/>
          </p:nvPr>
        </p:nvSpPr>
        <p:spPr/>
        <p:txBody>
          <a:bodyPr/>
          <a:lstStyle/>
          <a:p>
            <a:fld id="{1A7EE16D-35BE-4BE7-8AC7-B36F6CD3E5EC}" type="datetime1">
              <a:rPr lang="en-GB" smtClean="0"/>
              <a:t>01/09/2025</a:t>
            </a:fld>
            <a:endParaRPr lang="en-GB"/>
          </a:p>
        </p:txBody>
      </p:sp>
      <p:sp>
        <p:nvSpPr>
          <p:cNvPr id="6" name="フッター プレースホルダー 5">
            <a:extLst>
              <a:ext uri="{FF2B5EF4-FFF2-40B4-BE49-F238E27FC236}">
                <a16:creationId xmlns:a16="http://schemas.microsoft.com/office/drawing/2014/main" id="{624D53E0-DB50-4B50-B03D-8BE605AB130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9C70555-581F-4360-BAC1-A48E44C00A7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6969970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6E174-3B05-4E93-8F98-F5A96D0E2499}"/>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85CB358A-32CB-4FF7-A5B9-C9D674144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959E880C-6797-422C-88D2-B2770328C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6792A9D5-AA4C-470B-8443-CDF698845A59}"/>
              </a:ext>
            </a:extLst>
          </p:cNvPr>
          <p:cNvSpPr>
            <a:spLocks noGrp="1"/>
          </p:cNvSpPr>
          <p:nvPr>
            <p:ph type="dt" sz="half" idx="10"/>
          </p:nvPr>
        </p:nvSpPr>
        <p:spPr/>
        <p:txBody>
          <a:bodyPr/>
          <a:lstStyle/>
          <a:p>
            <a:fld id="{92CD8CDB-487D-4044-B328-87D0F47F3BCF}" type="datetime1">
              <a:rPr lang="en-GB" smtClean="0"/>
              <a:t>01/09/2025</a:t>
            </a:fld>
            <a:endParaRPr lang="en-GB"/>
          </a:p>
        </p:txBody>
      </p:sp>
      <p:sp>
        <p:nvSpPr>
          <p:cNvPr id="6" name="フッター プレースホルダー 5">
            <a:extLst>
              <a:ext uri="{FF2B5EF4-FFF2-40B4-BE49-F238E27FC236}">
                <a16:creationId xmlns:a16="http://schemas.microsoft.com/office/drawing/2014/main" id="{CEB74E2E-D53B-4179-9D35-961BC87E14F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323E2AE7-E634-4EAE-8F14-FFAD0839CD7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4388216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2EB38-BF66-471E-BD00-D145D524BCA6}"/>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B19676F2-6EB3-4837-8B9B-5101E00BEAC1}"/>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37AF1E77-D5D4-4EAA-A9ED-CBFF4D522A27}"/>
              </a:ext>
            </a:extLst>
          </p:cNvPr>
          <p:cNvSpPr>
            <a:spLocks noGrp="1"/>
          </p:cNvSpPr>
          <p:nvPr>
            <p:ph type="dt" sz="half" idx="10"/>
          </p:nvPr>
        </p:nvSpPr>
        <p:spPr/>
        <p:txBody>
          <a:bodyPr/>
          <a:lstStyle/>
          <a:p>
            <a:fld id="{2966C4E5-BC84-4427-9D05-A5F29CCAC796}" type="datetime1">
              <a:rPr lang="en-GB" smtClean="0"/>
              <a:t>01/09/2025</a:t>
            </a:fld>
            <a:endParaRPr lang="en-GB"/>
          </a:p>
        </p:txBody>
      </p:sp>
      <p:sp>
        <p:nvSpPr>
          <p:cNvPr id="5" name="フッター プレースホルダー 4">
            <a:extLst>
              <a:ext uri="{FF2B5EF4-FFF2-40B4-BE49-F238E27FC236}">
                <a16:creationId xmlns:a16="http://schemas.microsoft.com/office/drawing/2014/main" id="{8FDD2C66-E530-425A-B11C-F0A1B6D3A392}"/>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178EB1D0-A34F-44ED-9BDE-254AAD35999C}"/>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1465425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D4C475-A351-4F11-BDB2-9B6FC662D4D0}"/>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C5C7FA4F-2A7F-4DD4-9719-303500EF7C46}"/>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E06604C8-FEBE-4C1F-A49E-F399EBF3DC2C}"/>
              </a:ext>
            </a:extLst>
          </p:cNvPr>
          <p:cNvSpPr>
            <a:spLocks noGrp="1"/>
          </p:cNvSpPr>
          <p:nvPr>
            <p:ph type="dt" sz="half" idx="10"/>
          </p:nvPr>
        </p:nvSpPr>
        <p:spPr/>
        <p:txBody>
          <a:bodyPr/>
          <a:lstStyle/>
          <a:p>
            <a:fld id="{7F1E0025-920B-4CEF-B7FD-D6EA5B89461B}" type="datetime1">
              <a:rPr lang="en-GB" smtClean="0"/>
              <a:t>01/09/2025</a:t>
            </a:fld>
            <a:endParaRPr lang="en-GB"/>
          </a:p>
        </p:txBody>
      </p:sp>
      <p:sp>
        <p:nvSpPr>
          <p:cNvPr id="5" name="フッター プレースホルダー 4">
            <a:extLst>
              <a:ext uri="{FF2B5EF4-FFF2-40B4-BE49-F238E27FC236}">
                <a16:creationId xmlns:a16="http://schemas.microsoft.com/office/drawing/2014/main" id="{0D405AEA-A514-4285-A292-E1F817D0FB27}"/>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F40B7D56-ED17-445E-BFE4-675A762E88CF}"/>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85654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10000"/>
            <a:lum/>
          </a:blip>
          <a:srcRect/>
          <a:stretch>
            <a:fillRect/>
          </a:stretch>
        </a:blip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63F3B0D-4141-4D30-8082-577CD4167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027EF37-390B-4D5F-B2F6-103F90B81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D639B55-8065-43F8-BF39-9B908098DB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92097A-6903-4692-A2D1-BE7A41A75E71}" type="datetime1">
              <a:rPr lang="en-GB" smtClean="0"/>
              <a:t>01/09/2025</a:t>
            </a:fld>
            <a:endParaRPr lang="en-GB"/>
          </a:p>
        </p:txBody>
      </p:sp>
      <p:sp>
        <p:nvSpPr>
          <p:cNvPr id="5" name="フッター プレースホルダー 4">
            <a:extLst>
              <a:ext uri="{FF2B5EF4-FFF2-40B4-BE49-F238E27FC236}">
                <a16:creationId xmlns:a16="http://schemas.microsoft.com/office/drawing/2014/main" id="{D16F0227-74FF-42A7-8C7D-0BD2B1E11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3B34893C-F66E-48FA-BA80-CC18FCF0A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B731A-DCF7-4273-BA1A-21517ACBB5E5}" type="slidenum">
              <a:rPr lang="en-GB" smtClean="0"/>
              <a:t>‹#›</a:t>
            </a:fld>
            <a:endParaRPr lang="en-GB"/>
          </a:p>
        </p:txBody>
      </p:sp>
    </p:spTree>
    <p:extLst>
      <p:ext uri="{BB962C8B-B14F-4D97-AF65-F5344CB8AC3E}">
        <p14:creationId xmlns:p14="http://schemas.microsoft.com/office/powerpoint/2010/main" val="1019568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63F3B0D-4141-4D30-8082-577CD4167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027EF37-390B-4D5F-B2F6-103F90B81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D639B55-8065-43F8-BF39-9B908098DB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92097A-6903-4692-A2D1-BE7A41A75E71}" type="datetime1">
              <a:rPr lang="en-GB" smtClean="0"/>
              <a:t>01/09/2025</a:t>
            </a:fld>
            <a:endParaRPr lang="en-GB"/>
          </a:p>
        </p:txBody>
      </p:sp>
      <p:sp>
        <p:nvSpPr>
          <p:cNvPr id="5" name="フッター プレースホルダー 4">
            <a:extLst>
              <a:ext uri="{FF2B5EF4-FFF2-40B4-BE49-F238E27FC236}">
                <a16:creationId xmlns:a16="http://schemas.microsoft.com/office/drawing/2014/main" id="{D16F0227-74FF-42A7-8C7D-0BD2B1E11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3B34893C-F66E-48FA-BA80-CC18FCF0A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B731A-DCF7-4273-BA1A-21517ACBB5E5}" type="slidenum">
              <a:rPr lang="en-GB" smtClean="0"/>
              <a:t>‹#›</a:t>
            </a:fld>
            <a:endParaRPr lang="en-GB"/>
          </a:p>
        </p:txBody>
      </p:sp>
    </p:spTree>
    <p:extLst>
      <p:ext uri="{BB962C8B-B14F-4D97-AF65-F5344CB8AC3E}">
        <p14:creationId xmlns:p14="http://schemas.microsoft.com/office/powerpoint/2010/main" val="31549623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peakerdeck.com/hayat01sh1da/how-language-design-affects-humans-mind-ruby-vs-virtual-language-in-nineteen-eighty-four"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hyperlink" Target="https://github.com/hayat01sh1da" TargetMode="External"/><Relationship Id="rId7" Type="http://schemas.openxmlformats.org/officeDocument/2006/relationships/hyperlink" Target="https://www.docswell.com/user/hayat01sh1da" TargetMode="Externa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hyperlink" Target="https://speakerdeck.com/hayat01sh1da" TargetMode="External"/><Relationship Id="rId5" Type="http://schemas.openxmlformats.org/officeDocument/2006/relationships/hyperlink" Target="https://www.linkedin.com/in/hayat01sh1da/" TargetMode="External"/><Relationship Id="rId4" Type="http://schemas.openxmlformats.org/officeDocument/2006/relationships/hyperlink" Target="https://hackmd.io/@hayat01sh1da"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vitaljapan.com/" TargetMode="External"/><Relationship Id="rId3" Type="http://schemas.openxmlformats.org/officeDocument/2006/relationships/hyperlink" Target="http://www.centerye.org/" TargetMode="External"/><Relationship Id="rId7" Type="http://schemas.openxmlformats.org/officeDocument/2006/relationships/hyperlink" Target="https://sunrisetmc.toastmastersclubs.org/" TargetMode="External"/><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hyperlink" Target="https://idiy.biz/teachers-profile/?id=4976" TargetMode="External"/><Relationship Id="rId5" Type="http://schemas.openxmlformats.org/officeDocument/2006/relationships/hyperlink" Target="https://stives-h.schools.nsw.gov.au/" TargetMode="External"/><Relationship Id="rId4" Type="http://schemas.openxmlformats.org/officeDocument/2006/relationships/hyperlink" Target="https://www.hamiltonisland.com.au/" TargetMode="External"/></Relationships>
</file>

<file path=ppt/slides/_rels/slide8.xml.rels><?xml version="1.0" encoding="UTF-8" standalone="yes"?>
<Relationships xmlns="http://schemas.openxmlformats.org/package/2006/relationships"><Relationship Id="rId8" Type="http://schemas.openxmlformats.org/officeDocument/2006/relationships/slide" Target="slide23.xml"/><Relationship Id="rId3" Type="http://schemas.openxmlformats.org/officeDocument/2006/relationships/slide" Target="slide9.xml"/><Relationship Id="rId7" Type="http://schemas.openxmlformats.org/officeDocument/2006/relationships/slide" Target="slide21.xml"/><Relationship Id="rId2" Type="http://schemas.openxmlformats.org/officeDocument/2006/relationships/image" Target="../media/image2.jpg"/><Relationship Id="rId1" Type="http://schemas.openxmlformats.org/officeDocument/2006/relationships/slideLayout" Target="../slideLayouts/slideLayout13.xml"/><Relationship Id="rId6" Type="http://schemas.openxmlformats.org/officeDocument/2006/relationships/slide" Target="slide17.xml"/><Relationship Id="rId5" Type="http://schemas.openxmlformats.org/officeDocument/2006/relationships/slide" Target="slide14.xml"/><Relationship Id="rId4" Type="http://schemas.openxmlformats.org/officeDocument/2006/relationships/slide" Target="slide11.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hyperlink" Target="https://www.docswell.com/s/hayat01sh1da/KNLXMD-high-level-programming-languages-in-ai-era-human-thought-and-mind#p20" TargetMode="External"/><Relationship Id="rId2" Type="http://schemas.openxmlformats.org/officeDocument/2006/relationships/image" Target="../media/image2.jpg"/><Relationship Id="rId1" Type="http://schemas.openxmlformats.org/officeDocument/2006/relationships/slideLayout" Target="../slideLayouts/slideLayout13.xml"/><Relationship Id="rId4" Type="http://schemas.openxmlformats.org/officeDocument/2006/relationships/hyperlink" Target="https://www.docswell.com/s/hayat01sh1da/5EYW1K-dive-deeper-into-presentday-english-vol1-what-english-is#p20"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hyperlink" Target="https://www.perl.com/pub/2003/06/25/perl6essentials.html/#linguistic-and-cognitive-considerations" TargetMode="External"/><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hyperlink" Target="https://inria.hal.science/hal-02118845v1" TargetMode="External"/><Relationship Id="rId2" Type="http://schemas.openxmlformats.org/officeDocument/2006/relationships/image" Target="../media/image2.jpg"/><Relationship Id="rId1" Type="http://schemas.openxmlformats.org/officeDocument/2006/relationships/slideLayout" Target="../slideLayouts/slideLayout13.xml"/><Relationship Id="rId5" Type="http://schemas.openxmlformats.org/officeDocument/2006/relationships/hyperlink" Target="https://www.cs.drexel.edu/~csg63/publications/onward24/onward24.pdf" TargetMode="External"/><Relationship Id="rId4" Type="http://schemas.openxmlformats.org/officeDocument/2006/relationships/hyperlink" Target="https://static1.squarespace.com/static/64c800a2f333f04f50bf2020/t/66f81e1098a74357bb505c6b/1727536657403/Fedorenko_et_al_2019_TiCS.pdf"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www.docswell.com/s/hayat01sh1da/5EYW1K-dive-deeper-into-presentday-english-vol1-what-english-is" TargetMode="External"/><Relationship Id="rId7" Type="http://schemas.openxmlformats.org/officeDocument/2006/relationships/hyperlink" Target="https://www.docswell.com/s/hayat01sh1da/KNLXMD-high-level-programming-languages-in-ai-era-human-thought-and-mind" TargetMode="External"/><Relationship Id="rId2" Type="http://schemas.openxmlformats.org/officeDocument/2006/relationships/image" Target="../media/image2.jpg"/><Relationship Id="rId1" Type="http://schemas.openxmlformats.org/officeDocument/2006/relationships/slideLayout" Target="../slideLayouts/slideLayout13.xml"/><Relationship Id="rId6" Type="http://schemas.openxmlformats.org/officeDocument/2006/relationships/hyperlink" Target="https://www.docswell.com/s/hayat01sh1da/KJ4PWJ-road-to-ruby-for-a-linguistics-nerd" TargetMode="External"/><Relationship Id="rId5" Type="http://schemas.openxmlformats.org/officeDocument/2006/relationships/hyperlink" Target="https://www.docswell.com/s/hayat01sh1da/KEXQWE-recommendation-of-comparative-linguistics-ruby-vs-python" TargetMode="External"/><Relationship Id="rId4" Type="http://schemas.openxmlformats.org/officeDocument/2006/relationships/hyperlink" Target="https://www.docswell.com/s/hayat01sh1da/K1WPLZ-economy-of-efforts"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838FDBDF-AA97-A755-5929-CA04991594C5}"/>
              </a:ext>
            </a:extLst>
          </p:cNvPr>
          <p:cNvSpPr>
            <a:spLocks noGrp="1"/>
          </p:cNvSpPr>
          <p:nvPr>
            <p:ph type="ctrTitle"/>
          </p:nvPr>
        </p:nvSpPr>
        <p:spPr>
          <a:xfrm>
            <a:off x="1470870" y="1824605"/>
            <a:ext cx="9144000" cy="1689552"/>
          </a:xfrm>
          <a:ln>
            <a:noFill/>
          </a:ln>
        </p:spPr>
        <p:txBody>
          <a:bodyPr>
            <a:normAutofit/>
          </a:bodyPr>
          <a:lstStyle/>
          <a:p>
            <a:r>
              <a:rPr lang="ja-JP" altLang="en-US" sz="5400" b="1" dirty="0">
                <a:effectLst>
                  <a:outerShdw blurRad="38100" dist="38100" dir="2700000" algn="tl">
                    <a:srgbClr val="000000">
                      <a:alpha val="43137"/>
                    </a:srgbClr>
                  </a:outerShdw>
                </a:effectLst>
                <a:latin typeface="Calibri (Headings)"/>
              </a:rPr>
              <a:t>言語設計が人間の</a:t>
            </a:r>
            <a:br>
              <a:rPr lang="en-GB" altLang="ja-JP" sz="5400" b="1" dirty="0">
                <a:effectLst>
                  <a:outerShdw blurRad="38100" dist="38100" dir="2700000" algn="tl">
                    <a:srgbClr val="000000">
                      <a:alpha val="43137"/>
                    </a:srgbClr>
                  </a:outerShdw>
                </a:effectLst>
                <a:latin typeface="Calibri (Headings)"/>
              </a:rPr>
            </a:br>
            <a:r>
              <a:rPr lang="ja-JP" altLang="en-US" sz="5400" b="1" dirty="0">
                <a:effectLst>
                  <a:outerShdw blurRad="38100" dist="38100" dir="2700000" algn="tl">
                    <a:srgbClr val="000000">
                      <a:alpha val="43137"/>
                    </a:srgbClr>
                  </a:outerShdw>
                </a:effectLst>
                <a:latin typeface="Calibri (Headings)"/>
              </a:rPr>
              <a:t>思考に与える影響</a:t>
            </a:r>
            <a:endParaRPr lang="en-GB" sz="5400" b="1" dirty="0">
              <a:effectLst>
                <a:outerShdw blurRad="38100" dist="38100" dir="2700000" algn="tl">
                  <a:srgbClr val="000000">
                    <a:alpha val="43137"/>
                  </a:srgbClr>
                </a:outerShdw>
              </a:effectLst>
              <a:latin typeface="Calibri (Headings)"/>
            </a:endParaRPr>
          </a:p>
        </p:txBody>
      </p:sp>
      <p:sp>
        <p:nvSpPr>
          <p:cNvPr id="12" name="スライド番号プレースホルダー 3">
            <a:extLst>
              <a:ext uri="{FF2B5EF4-FFF2-40B4-BE49-F238E27FC236}">
                <a16:creationId xmlns:a16="http://schemas.microsoft.com/office/drawing/2014/main" id="{37DCA1F6-8A6F-EFA2-32E0-4107C174B296}"/>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4" name="タイトル 1">
            <a:extLst>
              <a:ext uri="{FF2B5EF4-FFF2-40B4-BE49-F238E27FC236}">
                <a16:creationId xmlns:a16="http://schemas.microsoft.com/office/drawing/2014/main" id="{9384CEEA-9ED1-6887-AFE8-7BA71E626EBF}"/>
              </a:ext>
            </a:extLst>
          </p:cNvPr>
          <p:cNvSpPr txBox="1">
            <a:spLocks/>
          </p:cNvSpPr>
          <p:nvPr/>
        </p:nvSpPr>
        <p:spPr>
          <a:xfrm>
            <a:off x="1470870" y="3514157"/>
            <a:ext cx="9144000" cy="555772"/>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3200" b="1" dirty="0">
                <a:solidFill>
                  <a:srgbClr val="000000"/>
                </a:solidFill>
                <a:effectLst>
                  <a:outerShdw blurRad="38100" dist="38100" dir="2700000" algn="tl">
                    <a:srgbClr val="000000">
                      <a:alpha val="43137"/>
                    </a:srgbClr>
                  </a:outerShdw>
                </a:effectLst>
                <a:latin typeface="Calibri (Headings)"/>
              </a:rPr>
              <a:t>-</a:t>
            </a:r>
            <a:r>
              <a:rPr lang="en-GB" altLang="ja-JP" sz="3200" b="1" dirty="0">
                <a:solidFill>
                  <a:srgbClr val="000000"/>
                </a:solidFill>
                <a:effectLst>
                  <a:outerShdw blurRad="38100" dist="38100" dir="2700000" algn="tl">
                    <a:srgbClr val="000000">
                      <a:alpha val="43137"/>
                    </a:srgbClr>
                  </a:outerShdw>
                </a:effectLst>
                <a:latin typeface="Calibri (Headings)"/>
              </a:rPr>
              <a:t>Ruby vs. 『1984</a:t>
            </a:r>
            <a:r>
              <a:rPr lang="ja-JP" altLang="en-US" sz="3200" b="1" dirty="0">
                <a:solidFill>
                  <a:srgbClr val="000000"/>
                </a:solidFill>
                <a:effectLst>
                  <a:outerShdw blurRad="38100" dist="38100" dir="2700000" algn="tl">
                    <a:srgbClr val="000000">
                      <a:alpha val="43137"/>
                    </a:srgbClr>
                  </a:outerShdw>
                </a:effectLst>
                <a:latin typeface="Calibri (Headings)"/>
              </a:rPr>
              <a:t>年</a:t>
            </a:r>
            <a:r>
              <a:rPr lang="en-US" altLang="ja-JP" sz="3200" b="1" dirty="0">
                <a:solidFill>
                  <a:srgbClr val="000000"/>
                </a:solidFill>
                <a:effectLst>
                  <a:outerShdw blurRad="38100" dist="38100" dir="2700000" algn="tl">
                    <a:srgbClr val="000000">
                      <a:alpha val="43137"/>
                    </a:srgbClr>
                  </a:outerShdw>
                </a:effectLst>
                <a:latin typeface="Calibri (Headings)"/>
              </a:rPr>
              <a:t>』</a:t>
            </a:r>
            <a:r>
              <a:rPr lang="ja-JP" altLang="en-US" sz="3200" b="1" dirty="0">
                <a:solidFill>
                  <a:srgbClr val="000000"/>
                </a:solidFill>
                <a:effectLst>
                  <a:outerShdw blurRad="38100" dist="38100" dir="2700000" algn="tl">
                    <a:srgbClr val="000000">
                      <a:alpha val="43137"/>
                    </a:srgbClr>
                  </a:outerShdw>
                </a:effectLst>
                <a:latin typeface="Calibri (Headings)"/>
              </a:rPr>
              <a:t>の架空言語</a:t>
            </a:r>
            <a:r>
              <a:rPr lang="en-GB" sz="3200" b="1" dirty="0">
                <a:solidFill>
                  <a:srgbClr val="000000"/>
                </a:solidFill>
                <a:effectLst>
                  <a:outerShdw blurRad="38100" dist="38100" dir="2700000" algn="tl">
                    <a:srgbClr val="000000">
                      <a:alpha val="43137"/>
                    </a:srgbClr>
                  </a:outerShdw>
                </a:effectLst>
                <a:latin typeface="Calibri (Headings)"/>
              </a:rPr>
              <a:t>-</a:t>
            </a:r>
            <a:endParaRPr kumimoji="0" lang="en-GB"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Calibri (Headings)"/>
            </a:endParaRPr>
          </a:p>
        </p:txBody>
      </p:sp>
      <p:sp>
        <p:nvSpPr>
          <p:cNvPr id="8" name="字幕 2">
            <a:extLst>
              <a:ext uri="{FF2B5EF4-FFF2-40B4-BE49-F238E27FC236}">
                <a16:creationId xmlns:a16="http://schemas.microsoft.com/office/drawing/2014/main" id="{9337A176-5377-6F93-8925-178F6FF51FBF}"/>
              </a:ext>
            </a:extLst>
          </p:cNvPr>
          <p:cNvSpPr>
            <a:spLocks noGrp="1"/>
          </p:cNvSpPr>
          <p:nvPr>
            <p:ph type="subTitle" idx="1"/>
          </p:nvPr>
        </p:nvSpPr>
        <p:spPr>
          <a:xfrm>
            <a:off x="5931017" y="4706224"/>
            <a:ext cx="4683854" cy="496465"/>
          </a:xfrm>
          <a:ln>
            <a:noFill/>
          </a:ln>
        </p:spPr>
        <p:txBody>
          <a:bodyPr>
            <a:normAutofit fontScale="92500" lnSpcReduction="10000"/>
          </a:bodyPr>
          <a:lstStyle/>
          <a:p>
            <a:pPr algn="r"/>
            <a:r>
              <a:rPr lang="ja-JP" altLang="en-US" sz="3200" b="1" dirty="0">
                <a:latin typeface="+mn-ea"/>
              </a:rPr>
              <a:t>作成者</a:t>
            </a:r>
            <a:r>
              <a:rPr lang="en-US" sz="3200" b="1" dirty="0">
                <a:latin typeface="+mn-ea"/>
              </a:rPr>
              <a:t>: </a:t>
            </a:r>
            <a:r>
              <a:rPr lang="ja-JP" altLang="en-US" sz="3200" b="1" dirty="0">
                <a:latin typeface="+mn-ea"/>
              </a:rPr>
              <a:t>石田</a:t>
            </a:r>
            <a:r>
              <a:rPr lang="en-US" sz="3200" b="1" dirty="0">
                <a:latin typeface="+mn-ea"/>
              </a:rPr>
              <a:t> </a:t>
            </a:r>
            <a:r>
              <a:rPr lang="ja-JP" altLang="en-US" sz="3200" b="1" dirty="0">
                <a:latin typeface="+mn-ea"/>
              </a:rPr>
              <a:t>隼人</a:t>
            </a:r>
            <a:endParaRPr lang="en-GB" sz="3200" b="1" dirty="0">
              <a:latin typeface="+mn-ea"/>
            </a:endParaRPr>
          </a:p>
        </p:txBody>
      </p:sp>
      <p:sp>
        <p:nvSpPr>
          <p:cNvPr id="9" name="字幕 2">
            <a:extLst>
              <a:ext uri="{FF2B5EF4-FFF2-40B4-BE49-F238E27FC236}">
                <a16:creationId xmlns:a16="http://schemas.microsoft.com/office/drawing/2014/main" id="{8C64EA4D-6C48-3445-A5F5-B43711FB5137}"/>
              </a:ext>
            </a:extLst>
          </p:cNvPr>
          <p:cNvSpPr txBox="1">
            <a:spLocks/>
          </p:cNvSpPr>
          <p:nvPr/>
        </p:nvSpPr>
        <p:spPr>
          <a:xfrm>
            <a:off x="6976843" y="5445970"/>
            <a:ext cx="3638027"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zh-TW" altLang="en-US" sz="2000" b="1" dirty="0"/>
              <a:t>最終更新日</a:t>
            </a:r>
            <a:r>
              <a:rPr lang="en-US" altLang="zh-TW" sz="2000" b="1" dirty="0"/>
              <a:t>: 2025</a:t>
            </a:r>
            <a:r>
              <a:rPr lang="zh-TW" altLang="en-US" sz="2000" b="1" dirty="0"/>
              <a:t>年</a:t>
            </a:r>
            <a:r>
              <a:rPr lang="en-US" altLang="zh-TW" sz="2000" b="1" dirty="0"/>
              <a:t>0</a:t>
            </a:r>
            <a:r>
              <a:rPr lang="en-GB" altLang="zh-TW" sz="2000" b="1" dirty="0"/>
              <a:t>9</a:t>
            </a:r>
            <a:r>
              <a:rPr lang="zh-TW" altLang="en-US" sz="2000" b="1" dirty="0"/>
              <a:t>月</a:t>
            </a:r>
            <a:r>
              <a:rPr lang="en-US" altLang="zh-TW" sz="2000" b="1" dirty="0"/>
              <a:t>01</a:t>
            </a:r>
            <a:r>
              <a:rPr lang="zh-TW" altLang="en-US" sz="2000" b="1" dirty="0"/>
              <a:t>日</a:t>
            </a:r>
            <a:endParaRPr lang="en-GB" sz="2000" b="1" dirty="0"/>
          </a:p>
        </p:txBody>
      </p:sp>
      <p:sp>
        <p:nvSpPr>
          <p:cNvPr id="2" name="字幕 2">
            <a:extLst>
              <a:ext uri="{FF2B5EF4-FFF2-40B4-BE49-F238E27FC236}">
                <a16:creationId xmlns:a16="http://schemas.microsoft.com/office/drawing/2014/main" id="{A8D39094-BFD9-D223-966F-5E3F039BCE75}"/>
              </a:ext>
            </a:extLst>
          </p:cNvPr>
          <p:cNvSpPr txBox="1">
            <a:spLocks/>
          </p:cNvSpPr>
          <p:nvPr/>
        </p:nvSpPr>
        <p:spPr>
          <a:xfrm>
            <a:off x="1470871" y="5440495"/>
            <a:ext cx="3457662"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ja-JP" altLang="en-US" sz="2000" dirty="0"/>
              <a:t>英語版は</a:t>
            </a:r>
            <a:r>
              <a:rPr lang="ja-JP" altLang="en-US" sz="2000" dirty="0">
                <a:hlinkClick r:id="rId3"/>
              </a:rPr>
              <a:t>こちら</a:t>
            </a:r>
            <a:endParaRPr lang="en-GB" sz="2000" dirty="0"/>
          </a:p>
        </p:txBody>
      </p:sp>
    </p:spTree>
    <p:extLst>
      <p:ext uri="{BB962C8B-B14F-4D97-AF65-F5344CB8AC3E}">
        <p14:creationId xmlns:p14="http://schemas.microsoft.com/office/powerpoint/2010/main" val="3878715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41378ECF-3065-A99F-A29D-8CF40216C969}"/>
              </a:ext>
            </a:extLst>
          </p:cNvPr>
          <p:cNvSpPr>
            <a:spLocks noGrp="1"/>
          </p:cNvSpPr>
          <p:nvPr>
            <p:ph type="title"/>
          </p:nvPr>
        </p:nvSpPr>
        <p:spPr>
          <a:xfrm>
            <a:off x="838200" y="365125"/>
            <a:ext cx="10515600" cy="1325563"/>
          </a:xfrm>
        </p:spPr>
        <p:txBody>
          <a:bodyPr/>
          <a:lstStyle/>
          <a:p>
            <a:pPr algn="ctr"/>
            <a:r>
              <a:rPr lang="ja-JP" altLang="en-US" b="1" dirty="0"/>
              <a:t>自己紹介</a:t>
            </a:r>
            <a:endParaRPr lang="en-GB" b="1" dirty="0"/>
          </a:p>
        </p:txBody>
      </p:sp>
      <p:sp>
        <p:nvSpPr>
          <p:cNvPr id="7" name="コンテンツ プレースホルダー 2">
            <a:extLst>
              <a:ext uri="{FF2B5EF4-FFF2-40B4-BE49-F238E27FC236}">
                <a16:creationId xmlns:a16="http://schemas.microsoft.com/office/drawing/2014/main" id="{5CFA11AA-6F85-BBE2-CBC3-C49BAF71F01C}"/>
              </a:ext>
            </a:extLst>
          </p:cNvPr>
          <p:cNvSpPr>
            <a:spLocks noGrp="1"/>
          </p:cNvSpPr>
          <p:nvPr>
            <p:ph idx="1"/>
          </p:nvPr>
        </p:nvSpPr>
        <p:spPr>
          <a:xfrm>
            <a:off x="838200" y="1825625"/>
            <a:ext cx="10515600" cy="4351338"/>
          </a:xfrm>
        </p:spPr>
        <p:txBody>
          <a:bodyPr>
            <a:normAutofit lnSpcReduction="10000"/>
          </a:bodyPr>
          <a:lstStyle/>
          <a:p>
            <a:pPr marL="268288" indent="-268288"/>
            <a:r>
              <a:rPr lang="ja-JP" altLang="en-US" sz="2400" dirty="0"/>
              <a:t>各種アカウント</a:t>
            </a:r>
            <a:endParaRPr lang="en-GB" altLang="ja-JP" sz="2400" dirty="0"/>
          </a:p>
          <a:p>
            <a:pPr marL="725488" lvl="1" indent="-268288"/>
            <a:r>
              <a:rPr lang="en-US" altLang="ja-JP" sz="2000" dirty="0"/>
              <a:t>GitHub: </a:t>
            </a:r>
            <a:r>
              <a:rPr lang="en-US" altLang="ja-JP" sz="2000" dirty="0">
                <a:hlinkClick r:id="rId3"/>
              </a:rPr>
              <a:t>@hayat01sh1da</a:t>
            </a:r>
            <a:endParaRPr lang="en-US" altLang="ja-JP" sz="2000" dirty="0"/>
          </a:p>
          <a:p>
            <a:pPr marL="725488" lvl="1" indent="-268288"/>
            <a:r>
              <a:rPr lang="en-US" altLang="ja-JP" sz="2000" dirty="0"/>
              <a:t>X: </a:t>
            </a:r>
            <a:r>
              <a:rPr lang="en-US" altLang="ja-JP" sz="2000" dirty="0">
                <a:hlinkClick r:id="rId4"/>
              </a:rPr>
              <a:t>@hayat01sh1da</a:t>
            </a:r>
            <a:endParaRPr lang="en-GB" altLang="ja-JP" sz="2000" dirty="0"/>
          </a:p>
          <a:p>
            <a:pPr marL="725488" lvl="1" indent="-268288"/>
            <a:r>
              <a:rPr lang="en-GB" altLang="ja-JP" sz="2000" dirty="0"/>
              <a:t>LinkedIn: </a:t>
            </a:r>
            <a:r>
              <a:rPr lang="en-US" altLang="ja-JP" sz="2000" dirty="0">
                <a:hlinkClick r:id="rId5"/>
              </a:rPr>
              <a:t>@hayat01sh1da</a:t>
            </a:r>
            <a:endParaRPr lang="en-US" altLang="ja-JP" sz="2000" dirty="0"/>
          </a:p>
          <a:p>
            <a:pPr marL="725488" lvl="1" indent="-268288"/>
            <a:r>
              <a:rPr lang="en-US" altLang="ja-JP" sz="2000" dirty="0"/>
              <a:t>Speaker Deck: </a:t>
            </a:r>
            <a:r>
              <a:rPr lang="en-US" altLang="ja-JP" sz="2000" dirty="0">
                <a:hlinkClick r:id="rId6"/>
              </a:rPr>
              <a:t>@hayat01sh1da</a:t>
            </a:r>
            <a:endParaRPr lang="en-US" altLang="ja-JP" sz="2000" dirty="0"/>
          </a:p>
          <a:p>
            <a:pPr marL="725488" lvl="1" indent="-268288"/>
            <a:r>
              <a:rPr lang="en-US" altLang="ja-JP" sz="2000" dirty="0"/>
              <a:t>Docswell: </a:t>
            </a:r>
            <a:r>
              <a:rPr lang="en-US" altLang="ja-JP" sz="2000" dirty="0">
                <a:hlinkClick r:id="rId7"/>
              </a:rPr>
              <a:t>@hayat01sh1da</a:t>
            </a:r>
            <a:endParaRPr lang="en-US" altLang="ja-JP" sz="2000" dirty="0"/>
          </a:p>
          <a:p>
            <a:pPr marL="268288" indent="-268288"/>
            <a:r>
              <a:rPr lang="ja-JP" altLang="en-US" sz="2400" dirty="0"/>
              <a:t>職業</a:t>
            </a:r>
            <a:r>
              <a:rPr lang="en-GB" altLang="ja-JP" sz="2400" dirty="0"/>
              <a:t>: </a:t>
            </a:r>
            <a:r>
              <a:rPr lang="ja-JP" altLang="en-US" sz="2400" dirty="0"/>
              <a:t>ソフトウェアエンジニア</a:t>
            </a:r>
            <a:endParaRPr lang="en-GB" altLang="ja-JP" sz="2400" dirty="0"/>
          </a:p>
          <a:p>
            <a:pPr marL="268288" indent="-268288"/>
            <a:r>
              <a:rPr lang="ja-JP" altLang="en-US" sz="2400" dirty="0"/>
              <a:t>趣味</a:t>
            </a:r>
            <a:endParaRPr lang="en-GB" altLang="ja-JP" sz="2400" dirty="0"/>
          </a:p>
          <a:p>
            <a:pPr marL="725488" lvl="1" indent="-268288"/>
            <a:r>
              <a:rPr lang="ja-JP" altLang="en-US" sz="2000" dirty="0"/>
              <a:t>言語学</a:t>
            </a:r>
            <a:endParaRPr lang="en-GB" altLang="ja-JP" sz="2000" dirty="0"/>
          </a:p>
          <a:p>
            <a:pPr marL="725488" lvl="1" indent="-268288"/>
            <a:r>
              <a:rPr lang="ja-JP" altLang="en-US" sz="2000" dirty="0"/>
              <a:t>カラオケ</a:t>
            </a:r>
            <a:endParaRPr lang="en-GB" altLang="ja-JP" sz="2000" dirty="0"/>
          </a:p>
          <a:p>
            <a:pPr marL="725488" lvl="1" indent="-268288"/>
            <a:r>
              <a:rPr lang="ja-JP" altLang="en-US" sz="2000" dirty="0"/>
              <a:t>音楽鑑賞</a:t>
            </a:r>
            <a:endParaRPr lang="en-GB" altLang="ja-JP" sz="2000" dirty="0"/>
          </a:p>
          <a:p>
            <a:pPr marL="725488" lvl="1" indent="-268288"/>
            <a:r>
              <a:rPr lang="ja-JP" altLang="en-US" sz="2000" dirty="0"/>
              <a:t>映画鑑賞</a:t>
            </a:r>
            <a:endParaRPr lang="en-GB" altLang="ja-JP" sz="2000" dirty="0"/>
          </a:p>
          <a:p>
            <a:pPr marL="725488" lvl="1" indent="-268288"/>
            <a:r>
              <a:rPr lang="ja-JP" altLang="en-US" sz="2000" dirty="0"/>
              <a:t>猫飼育</a:t>
            </a:r>
            <a:endParaRPr lang="en-GB" altLang="ja-JP" sz="2000" dirty="0"/>
          </a:p>
        </p:txBody>
      </p:sp>
      <p:sp>
        <p:nvSpPr>
          <p:cNvPr id="8" name="スライド番号プレースホルダー 3">
            <a:extLst>
              <a:ext uri="{FF2B5EF4-FFF2-40B4-BE49-F238E27FC236}">
                <a16:creationId xmlns:a16="http://schemas.microsoft.com/office/drawing/2014/main" id="{BC05324B-424E-A6FB-80AB-79FE8F325F8B}"/>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2" name="Picture 1">
            <a:extLst>
              <a:ext uri="{FF2B5EF4-FFF2-40B4-BE49-F238E27FC236}">
                <a16:creationId xmlns:a16="http://schemas.microsoft.com/office/drawing/2014/main" id="{5A17A343-B40C-154C-59FA-2B2D1BEDBD5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49316" y="1824399"/>
            <a:ext cx="5804483" cy="4352564"/>
          </a:xfrm>
          <a:prstGeom prst="rect">
            <a:avLst/>
          </a:prstGeom>
        </p:spPr>
      </p:pic>
    </p:spTree>
    <p:extLst>
      <p:ext uri="{BB962C8B-B14F-4D97-AF65-F5344CB8AC3E}">
        <p14:creationId xmlns:p14="http://schemas.microsoft.com/office/powerpoint/2010/main" val="65425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55B8D0-FBD0-9B5F-A935-2990E9245FDB}"/>
              </a:ext>
            </a:extLst>
          </p:cNvPr>
          <p:cNvSpPr>
            <a:spLocks noGrp="1"/>
          </p:cNvSpPr>
          <p:nvPr>
            <p:ph type="title"/>
          </p:nvPr>
        </p:nvSpPr>
        <p:spPr>
          <a:xfrm>
            <a:off x="838200" y="365125"/>
            <a:ext cx="10515600" cy="1325563"/>
          </a:xfrm>
        </p:spPr>
        <p:txBody>
          <a:bodyPr/>
          <a:lstStyle/>
          <a:p>
            <a:pPr algn="ctr"/>
            <a:r>
              <a:rPr lang="ja-JP" altLang="en-US" b="1" dirty="0">
                <a:latin typeface="+mj-ea"/>
              </a:rPr>
              <a:t>免許</a:t>
            </a:r>
            <a:r>
              <a:rPr lang="en-GB" altLang="ja-JP" b="1" dirty="0">
                <a:latin typeface="+mj-ea"/>
              </a:rPr>
              <a:t> / </a:t>
            </a:r>
            <a:r>
              <a:rPr lang="ja-JP" altLang="en-US" b="1" dirty="0">
                <a:latin typeface="+mj-ea"/>
              </a:rPr>
              <a:t>資格</a:t>
            </a:r>
            <a:endParaRPr lang="en-GB" b="1" dirty="0">
              <a:latin typeface="+mj-ea"/>
            </a:endParaRPr>
          </a:p>
        </p:txBody>
      </p:sp>
      <p:sp>
        <p:nvSpPr>
          <p:cNvPr id="3" name="コンテンツ プレースホルダー 2">
            <a:extLst>
              <a:ext uri="{FF2B5EF4-FFF2-40B4-BE49-F238E27FC236}">
                <a16:creationId xmlns:a16="http://schemas.microsoft.com/office/drawing/2014/main" id="{8A56D017-33E9-546F-B8B3-A9515D8FACD7}"/>
              </a:ext>
            </a:extLst>
          </p:cNvPr>
          <p:cNvSpPr>
            <a:spLocks noGrp="1"/>
          </p:cNvSpPr>
          <p:nvPr>
            <p:ph idx="1"/>
          </p:nvPr>
        </p:nvSpPr>
        <p:spPr>
          <a:xfrm>
            <a:off x="838200" y="1825625"/>
            <a:ext cx="10515600" cy="4351338"/>
          </a:xfrm>
        </p:spPr>
        <p:txBody>
          <a:bodyPr>
            <a:normAutofit/>
          </a:bodyPr>
          <a:lstStyle/>
          <a:p>
            <a:pPr marL="268288" lvl="1" indent="-268288"/>
            <a:r>
              <a:rPr lang="ja-JP" altLang="en-US" dirty="0"/>
              <a:t>英語</a:t>
            </a:r>
            <a:endParaRPr lang="en-US" altLang="ja-JP" dirty="0"/>
          </a:p>
          <a:p>
            <a:pPr marL="725488" lvl="2" indent="-268288"/>
            <a:r>
              <a:rPr lang="en-US" altLang="ja-JP" dirty="0"/>
              <a:t>TOEIC® Listening &amp; Reading 915</a:t>
            </a:r>
            <a:r>
              <a:rPr lang="ja-JP" altLang="en-US" dirty="0"/>
              <a:t>点</a:t>
            </a:r>
            <a:r>
              <a:rPr lang="en-GB" altLang="ja-JP" dirty="0"/>
              <a:t>: 2019</a:t>
            </a:r>
            <a:r>
              <a:rPr lang="ja-JP" altLang="en-US" dirty="0"/>
              <a:t>年</a:t>
            </a:r>
            <a:r>
              <a:rPr lang="en-US" altLang="ja-JP" dirty="0"/>
              <a:t>12</a:t>
            </a:r>
            <a:r>
              <a:rPr lang="ja-JP" altLang="en-US" dirty="0"/>
              <a:t>月</a:t>
            </a:r>
            <a:r>
              <a:rPr lang="en-GB" altLang="ja-JP" dirty="0"/>
              <a:t> </a:t>
            </a:r>
            <a:r>
              <a:rPr lang="ja-JP" altLang="en-US" dirty="0"/>
              <a:t>取得</a:t>
            </a:r>
          </a:p>
          <a:p>
            <a:pPr marL="268288" lvl="1" indent="-268288"/>
            <a:r>
              <a:rPr lang="ja-JP" altLang="en-US" dirty="0"/>
              <a:t>エンジニアリング</a:t>
            </a:r>
            <a:endParaRPr lang="en-GB" altLang="ja-JP" dirty="0"/>
          </a:p>
          <a:p>
            <a:pPr marL="725488" lvl="2" indent="-268288"/>
            <a:r>
              <a:rPr lang="ja-JP" altLang="en-US" dirty="0"/>
              <a:t>情報セキュリティマネジメント</a:t>
            </a:r>
            <a:r>
              <a:rPr lang="en-GB" altLang="ja-JP" dirty="0"/>
              <a:t>: 2017</a:t>
            </a:r>
            <a:r>
              <a:rPr lang="ja-JP" altLang="en-US" dirty="0"/>
              <a:t>年</a:t>
            </a:r>
            <a:r>
              <a:rPr lang="en-US" altLang="ja-JP" dirty="0"/>
              <a:t>11</a:t>
            </a:r>
            <a:r>
              <a:rPr lang="ja-JP" altLang="en-US" dirty="0"/>
              <a:t>月</a:t>
            </a:r>
            <a:r>
              <a:rPr lang="en-GB" altLang="ja-JP" dirty="0"/>
              <a:t> </a:t>
            </a:r>
            <a:r>
              <a:rPr lang="ja-JP" altLang="en-US" dirty="0"/>
              <a:t>取得</a:t>
            </a:r>
            <a:endParaRPr lang="en-GB" altLang="ja-JP" dirty="0"/>
          </a:p>
          <a:p>
            <a:pPr marL="725488" lvl="2" indent="-268288"/>
            <a:r>
              <a:rPr lang="ja-JP" altLang="en-US" dirty="0"/>
              <a:t>応用情報技術者</a:t>
            </a:r>
            <a:r>
              <a:rPr lang="en-GB" altLang="ja-JP" dirty="0"/>
              <a:t>: 2017</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t>基本情報技術者</a:t>
            </a:r>
            <a:r>
              <a:rPr lang="en-GB" altLang="ja-JP" dirty="0"/>
              <a:t>: 2016</a:t>
            </a:r>
            <a:r>
              <a:rPr lang="ja-JP" altLang="en-US" dirty="0"/>
              <a:t>年</a:t>
            </a:r>
            <a:r>
              <a:rPr lang="en-US" altLang="ja-JP" dirty="0"/>
              <a:t>11</a:t>
            </a:r>
            <a:r>
              <a:rPr lang="ja-JP" altLang="en-US" dirty="0"/>
              <a:t>月</a:t>
            </a:r>
            <a:r>
              <a:rPr lang="en-GB" altLang="ja-JP" dirty="0"/>
              <a:t> </a:t>
            </a:r>
            <a:r>
              <a:rPr lang="ja-JP" altLang="en-US" dirty="0"/>
              <a:t>取得</a:t>
            </a:r>
          </a:p>
          <a:p>
            <a:pPr marL="725488" lvl="2" indent="-268288"/>
            <a:r>
              <a:rPr lang="en-US" altLang="ja-JP" dirty="0"/>
              <a:t>IT </a:t>
            </a:r>
            <a:r>
              <a:rPr lang="ja-JP" altLang="en-US" dirty="0"/>
              <a:t>パスポート</a:t>
            </a:r>
            <a:r>
              <a:rPr lang="en-GB" altLang="ja-JP" dirty="0"/>
              <a:t>: 2016</a:t>
            </a:r>
            <a:r>
              <a:rPr lang="ja-JP" altLang="en-US" dirty="0"/>
              <a:t>年</a:t>
            </a:r>
            <a:r>
              <a:rPr lang="en-US" altLang="ja-JP" dirty="0"/>
              <a:t>04</a:t>
            </a:r>
            <a:r>
              <a:rPr lang="ja-JP" altLang="en-US" dirty="0"/>
              <a:t>月</a:t>
            </a:r>
            <a:r>
              <a:rPr lang="en-GB" altLang="ja-JP" dirty="0"/>
              <a:t> </a:t>
            </a:r>
            <a:r>
              <a:rPr lang="ja-JP" altLang="en-US" dirty="0"/>
              <a:t>取得</a:t>
            </a:r>
            <a:endParaRPr lang="en-GB" altLang="ja-JP" b="0" i="0" dirty="0">
              <a:solidFill>
                <a:srgbClr val="333333"/>
              </a:solidFill>
              <a:effectLst/>
              <a:latin typeface="-apple-system"/>
            </a:endParaRPr>
          </a:p>
          <a:p>
            <a:pPr marL="268288" lvl="1" indent="-268288"/>
            <a:r>
              <a:rPr lang="ja-JP" altLang="en-US" dirty="0">
                <a:solidFill>
                  <a:srgbClr val="333333"/>
                </a:solidFill>
                <a:latin typeface="-apple-system"/>
              </a:rPr>
              <a:t>その他</a:t>
            </a:r>
            <a:endParaRPr lang="en-GB" altLang="ja-JP" dirty="0">
              <a:solidFill>
                <a:srgbClr val="333333"/>
              </a:solidFill>
              <a:latin typeface="-apple-system"/>
            </a:endParaRPr>
          </a:p>
          <a:p>
            <a:pPr marL="725488" lvl="2" indent="-268288"/>
            <a:r>
              <a:rPr lang="ja-JP" altLang="en-US" dirty="0">
                <a:solidFill>
                  <a:srgbClr val="333333"/>
                </a:solidFill>
                <a:latin typeface="-apple-system"/>
              </a:rPr>
              <a:t>珠算</a:t>
            </a:r>
            <a:r>
              <a:rPr lang="en-GB" altLang="ja-JP" dirty="0">
                <a:solidFill>
                  <a:srgbClr val="333333"/>
                </a:solidFill>
                <a:latin typeface="-apple-system"/>
              </a:rPr>
              <a:t>2</a:t>
            </a:r>
            <a:r>
              <a:rPr lang="ja-JP" altLang="en-US" dirty="0">
                <a:solidFill>
                  <a:srgbClr val="333333"/>
                </a:solidFill>
                <a:latin typeface="-apple-system"/>
              </a:rPr>
              <a:t>級</a:t>
            </a:r>
            <a:r>
              <a:rPr lang="en-GB" altLang="ja-JP" dirty="0">
                <a:solidFill>
                  <a:srgbClr val="333333"/>
                </a:solidFill>
                <a:latin typeface="-apple-system"/>
              </a:rPr>
              <a:t>: </a:t>
            </a:r>
            <a:r>
              <a:rPr lang="en-GB" altLang="ja-JP" dirty="0"/>
              <a:t>2002</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solidFill>
                  <a:srgbClr val="333333"/>
                </a:solidFill>
                <a:latin typeface="-apple-system"/>
              </a:rPr>
              <a:t>暗算</a:t>
            </a:r>
            <a:r>
              <a:rPr lang="en-US" altLang="ja-JP" dirty="0">
                <a:solidFill>
                  <a:srgbClr val="333333"/>
                </a:solidFill>
                <a:latin typeface="-apple-system"/>
              </a:rPr>
              <a:t>3</a:t>
            </a:r>
            <a:r>
              <a:rPr lang="ja-JP" altLang="en-US" dirty="0">
                <a:solidFill>
                  <a:srgbClr val="333333"/>
                </a:solidFill>
                <a:latin typeface="-apple-system"/>
              </a:rPr>
              <a:t>級</a:t>
            </a:r>
            <a:r>
              <a:rPr lang="en-GB" altLang="ja-JP" b="0" i="0" dirty="0">
                <a:solidFill>
                  <a:srgbClr val="333333"/>
                </a:solidFill>
                <a:effectLst/>
                <a:latin typeface="-apple-system"/>
              </a:rPr>
              <a:t>: </a:t>
            </a:r>
            <a:r>
              <a:rPr lang="en-GB" altLang="ja-JP" dirty="0"/>
              <a:t>2001</a:t>
            </a:r>
            <a:r>
              <a:rPr lang="ja-JP" altLang="en-US" dirty="0"/>
              <a:t>年</a:t>
            </a:r>
            <a:r>
              <a:rPr lang="en-US" altLang="ja-JP" dirty="0"/>
              <a:t>02</a:t>
            </a:r>
            <a:r>
              <a:rPr lang="ja-JP" altLang="en-US" dirty="0"/>
              <a:t>月</a:t>
            </a:r>
            <a:r>
              <a:rPr lang="en-GB" altLang="ja-JP" dirty="0"/>
              <a:t> </a:t>
            </a:r>
            <a:r>
              <a:rPr lang="ja-JP" altLang="en-US" dirty="0"/>
              <a:t>取得</a:t>
            </a:r>
            <a:endParaRPr lang="en-GB" altLang="ja-JP" dirty="0"/>
          </a:p>
        </p:txBody>
      </p:sp>
      <p:sp>
        <p:nvSpPr>
          <p:cNvPr id="4" name="スライド番号プレースホルダー 3">
            <a:extLst>
              <a:ext uri="{FF2B5EF4-FFF2-40B4-BE49-F238E27FC236}">
                <a16:creationId xmlns:a16="http://schemas.microsoft.com/office/drawing/2014/main" id="{CF305983-0249-A6CE-AD02-933B3C88710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267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BF8E831C-C70C-07DF-8FE9-3317578A9193}"/>
              </a:ext>
            </a:extLst>
          </p:cNvPr>
          <p:cNvSpPr>
            <a:spLocks noGrp="1"/>
          </p:cNvSpPr>
          <p:nvPr>
            <p:ph type="title"/>
          </p:nvPr>
        </p:nvSpPr>
        <p:spPr>
          <a:xfrm>
            <a:off x="838200" y="365125"/>
            <a:ext cx="10515600" cy="1325563"/>
          </a:xfrm>
        </p:spPr>
        <p:txBody>
          <a:bodyPr/>
          <a:lstStyle/>
          <a:p>
            <a:pPr algn="ctr"/>
            <a:r>
              <a:rPr kumimoji="1" lang="ja-JP" altLang="en-US" b="1" dirty="0">
                <a:latin typeface="+mn-lt"/>
              </a:rPr>
              <a:t>スキルスタック</a:t>
            </a:r>
            <a:endParaRPr lang="en-GB" b="1" dirty="0"/>
          </a:p>
        </p:txBody>
      </p:sp>
      <p:sp>
        <p:nvSpPr>
          <p:cNvPr id="10" name="コンテンツ プレースホルダー 2">
            <a:extLst>
              <a:ext uri="{FF2B5EF4-FFF2-40B4-BE49-F238E27FC236}">
                <a16:creationId xmlns:a16="http://schemas.microsoft.com/office/drawing/2014/main" id="{0BBBFD2C-EE03-7A81-957E-B0640D3A8CBA}"/>
              </a:ext>
            </a:extLst>
          </p:cNvPr>
          <p:cNvSpPr>
            <a:spLocks noGrp="1"/>
          </p:cNvSpPr>
          <p:nvPr>
            <p:ph idx="1"/>
          </p:nvPr>
        </p:nvSpPr>
        <p:spPr>
          <a:xfrm>
            <a:off x="838200" y="1825625"/>
            <a:ext cx="10515600" cy="4351338"/>
          </a:xfrm>
          <a:ln>
            <a:noFill/>
          </a:ln>
        </p:spPr>
        <p:txBody>
          <a:bodyPr>
            <a:normAutofit/>
          </a:bodyPr>
          <a:lstStyle/>
          <a:p>
            <a:pPr marL="268288" indent="-268288"/>
            <a:r>
              <a:rPr lang="ja-JP" altLang="en-US" sz="2400" dirty="0"/>
              <a:t>自然言語</a:t>
            </a:r>
          </a:p>
          <a:p>
            <a:pPr marL="717550" lvl="1" indent="-260350"/>
            <a:r>
              <a:rPr lang="ja-JP" altLang="en-US" sz="2000" dirty="0"/>
              <a:t>日本語</a:t>
            </a:r>
            <a:r>
              <a:rPr lang="en-GB" altLang="ja-JP" sz="2000" dirty="0"/>
              <a:t>: </a:t>
            </a:r>
            <a:r>
              <a:rPr lang="ja-JP" altLang="en-US" sz="2000" dirty="0"/>
              <a:t>母語</a:t>
            </a:r>
            <a:endParaRPr lang="en-GB" altLang="ja-JP" sz="2000" dirty="0"/>
          </a:p>
          <a:p>
            <a:pPr marL="717550" lvl="1" indent="-260350"/>
            <a:r>
              <a:rPr lang="ja-JP" altLang="en-US" sz="2000" dirty="0"/>
              <a:t>英語</a:t>
            </a:r>
            <a:r>
              <a:rPr lang="en-GB" altLang="ja-JP" sz="2000" dirty="0"/>
              <a:t>: </a:t>
            </a:r>
            <a:r>
              <a:rPr lang="ja-JP" altLang="en-US" sz="2000" dirty="0"/>
              <a:t>ビジネスレベル</a:t>
            </a:r>
            <a:endParaRPr lang="en-GB" altLang="ja-JP" sz="2000" dirty="0"/>
          </a:p>
          <a:p>
            <a:pPr marL="268288" indent="-268288"/>
            <a:r>
              <a:rPr lang="ja-JP" altLang="en-US" sz="2400" dirty="0"/>
              <a:t>開発</a:t>
            </a:r>
            <a:endParaRPr lang="en-GB" altLang="ja-JP" sz="2400" dirty="0"/>
          </a:p>
          <a:p>
            <a:pPr marL="717550" lvl="1" indent="-260350"/>
            <a:r>
              <a:rPr lang="ja-JP" altLang="en-US" sz="2000" b="1" dirty="0"/>
              <a:t>バックエンド</a:t>
            </a:r>
            <a:r>
              <a:rPr lang="en-GB" altLang="ja-JP" sz="2000" b="1" dirty="0"/>
              <a:t>: Ruby(Ruby on Rails)</a:t>
            </a:r>
            <a:r>
              <a:rPr lang="en-GB" altLang="ja-JP" sz="2000" dirty="0"/>
              <a:t>, Python</a:t>
            </a:r>
          </a:p>
          <a:p>
            <a:pPr marL="717550" lvl="1" indent="-260350"/>
            <a:r>
              <a:rPr lang="ja-JP" altLang="en-US" sz="2000" dirty="0"/>
              <a:t>フロントエンド</a:t>
            </a:r>
            <a:r>
              <a:rPr lang="en-GB" altLang="ja-JP" sz="2000" dirty="0"/>
              <a:t>: TypeScript + React.js, TypeScript +Vue.js</a:t>
            </a:r>
          </a:p>
          <a:p>
            <a:pPr marL="717550" lvl="1" indent="-260350"/>
            <a:r>
              <a:rPr lang="ja-JP" altLang="en-US" sz="2000" b="1" dirty="0"/>
              <a:t>データベース</a:t>
            </a:r>
            <a:r>
              <a:rPr lang="en-GB" altLang="ja-JP" sz="2000" b="1" dirty="0"/>
              <a:t>: MySQL</a:t>
            </a:r>
            <a:r>
              <a:rPr lang="en-GB" altLang="ja-JP" sz="2000" dirty="0"/>
              <a:t>, PostgreSQL, MongoDB</a:t>
            </a:r>
          </a:p>
          <a:p>
            <a:pPr marL="717550" lvl="1" indent="-260350"/>
            <a:r>
              <a:rPr lang="ja-JP" altLang="en-US" sz="2000" b="1" dirty="0"/>
              <a:t>アーキテクチャー</a:t>
            </a:r>
            <a:r>
              <a:rPr lang="en-GB" altLang="ja-JP" sz="2000" b="1" dirty="0"/>
              <a:t>: </a:t>
            </a:r>
            <a:r>
              <a:rPr lang="ja-JP" altLang="en-US" sz="2000" b="1" dirty="0"/>
              <a:t>モノリス</a:t>
            </a:r>
            <a:r>
              <a:rPr lang="en-GB" altLang="ja-JP" sz="2000" b="1" dirty="0"/>
              <a:t>, </a:t>
            </a:r>
            <a:r>
              <a:rPr lang="ja-JP" altLang="en-US" sz="2000" b="1" dirty="0"/>
              <a:t>モジューラーモノリス</a:t>
            </a:r>
            <a:endParaRPr lang="en-GB" altLang="ja-JP" sz="2000" b="1" dirty="0"/>
          </a:p>
          <a:p>
            <a:pPr marL="717550" lvl="1" indent="-260350"/>
            <a:r>
              <a:rPr lang="ja-JP" altLang="en-US" sz="2000" dirty="0"/>
              <a:t>ホスティング</a:t>
            </a:r>
            <a:r>
              <a:rPr lang="en-GB" altLang="ja-JP" sz="2000" dirty="0"/>
              <a:t>: AWS ESK</a:t>
            </a:r>
          </a:p>
          <a:p>
            <a:pPr marL="717550" lvl="1" indent="-260350"/>
            <a:r>
              <a:rPr lang="ja-JP" altLang="en-US" sz="2000" dirty="0"/>
              <a:t>バージョン管理</a:t>
            </a:r>
            <a:r>
              <a:rPr lang="en-GB" altLang="ja-JP" sz="2000" dirty="0"/>
              <a:t>: Git, GitHub</a:t>
            </a:r>
          </a:p>
          <a:p>
            <a:pPr marL="717550" lvl="1" indent="-260350"/>
            <a:r>
              <a:rPr lang="en-GB" altLang="ja-JP" sz="2000" b="1" dirty="0"/>
              <a:t>CI/CD: GitHub Actions</a:t>
            </a:r>
            <a:r>
              <a:rPr lang="en-GB" altLang="ja-JP" sz="2000" dirty="0"/>
              <a:t>, ArgoCD</a:t>
            </a:r>
          </a:p>
          <a:p>
            <a:pPr marL="717550" lvl="1" indent="-260350"/>
            <a:r>
              <a:rPr lang="ja-JP" altLang="en-US" sz="2000" dirty="0"/>
              <a:t>監視</a:t>
            </a:r>
            <a:r>
              <a:rPr lang="en-GB" altLang="ja-JP" sz="2000" dirty="0"/>
              <a:t>: Datadog, Sentry</a:t>
            </a:r>
            <a:endParaRPr lang="en-GB" altLang="ja-JP" dirty="0"/>
          </a:p>
        </p:txBody>
      </p:sp>
      <p:sp>
        <p:nvSpPr>
          <p:cNvPr id="11" name="スライド番号プレースホルダー 3">
            <a:extLst>
              <a:ext uri="{FF2B5EF4-FFF2-40B4-BE49-F238E27FC236}">
                <a16:creationId xmlns:a16="http://schemas.microsoft.com/office/drawing/2014/main" id="{B466E99F-DE8D-B5C8-FF3D-07A77B49FC4F}"/>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4566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a:extLst>
            <a:ext uri="{FF2B5EF4-FFF2-40B4-BE49-F238E27FC236}">
              <a16:creationId xmlns:a16="http://schemas.microsoft.com/office/drawing/2014/main" id="{F072822F-C80A-5C6C-16F9-425954107DCA}"/>
            </a:ext>
          </a:extLst>
        </p:cNvPr>
        <p:cNvGrpSpPr/>
        <p:nvPr/>
      </p:nvGrpSpPr>
      <p:grpSpPr>
        <a:xfrm>
          <a:off x="0" y="0"/>
          <a:ext cx="0" cy="0"/>
          <a:chOff x="0" y="0"/>
          <a:chExt cx="0" cy="0"/>
        </a:xfrm>
      </p:grpSpPr>
      <p:sp>
        <p:nvSpPr>
          <p:cNvPr id="4" name="タイトル 1">
            <a:extLst>
              <a:ext uri="{FF2B5EF4-FFF2-40B4-BE49-F238E27FC236}">
                <a16:creationId xmlns:a16="http://schemas.microsoft.com/office/drawing/2014/main" id="{29B80C51-8070-C639-B994-2E062BB4D6C3}"/>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5" name="スライド番号プレースホルダー 3">
            <a:extLst>
              <a:ext uri="{FF2B5EF4-FFF2-40B4-BE49-F238E27FC236}">
                <a16:creationId xmlns:a16="http://schemas.microsoft.com/office/drawing/2014/main" id="{F789F7CB-6BD4-888C-7313-D99CF4439B22}"/>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2" name="Table 1">
            <a:extLst>
              <a:ext uri="{FF2B5EF4-FFF2-40B4-BE49-F238E27FC236}">
                <a16:creationId xmlns:a16="http://schemas.microsoft.com/office/drawing/2014/main" id="{0B9BEE06-CD5E-3FF5-937B-C7CA67ED4A3A}"/>
              </a:ext>
            </a:extLst>
          </p:cNvPr>
          <p:cNvGraphicFramePr>
            <a:graphicFrameLocks noGrp="1"/>
          </p:cNvGraphicFramePr>
          <p:nvPr>
            <p:extLst>
              <p:ext uri="{D42A27DB-BD31-4B8C-83A1-F6EECF244321}">
                <p14:modId xmlns:p14="http://schemas.microsoft.com/office/powerpoint/2010/main" val="1995553127"/>
              </p:ext>
            </p:extLst>
          </p:nvPr>
        </p:nvGraphicFramePr>
        <p:xfrm>
          <a:off x="836798" y="1822829"/>
          <a:ext cx="10515600" cy="411988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2021</a:t>
                      </a:r>
                      <a:r>
                        <a:rPr lang="ja-JP" altLang="en-US" dirty="0"/>
                        <a:t>年</a:t>
                      </a:r>
                      <a:r>
                        <a:rPr lang="en-GB" altLang="ja-JP" dirty="0"/>
                        <a:t>08</a:t>
                      </a:r>
                      <a:r>
                        <a:rPr lang="ja-JP" altLang="en-US" dirty="0"/>
                        <a:t>月</a:t>
                      </a:r>
                      <a:r>
                        <a:rPr lang="en-GB" altLang="ja-JP" dirty="0"/>
                        <a:t>-</a:t>
                      </a:r>
                    </a:p>
                    <a:p>
                      <a:r>
                        <a:rPr lang="en-GB" dirty="0"/>
                        <a:t>Present</a:t>
                      </a:r>
                    </a:p>
                  </a:txBody>
                  <a:tcPr/>
                </a:tc>
                <a:tc>
                  <a:txBody>
                    <a:bodyPr/>
                    <a:lstStyle/>
                    <a:p>
                      <a:r>
                        <a:rPr lang="en-GB" dirty="0"/>
                        <a:t>EdTech SaaS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ソフトウェア</a:t>
                      </a:r>
                      <a:endParaRPr lang="en-GB"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en-GB" dirty="0"/>
                        <a:t>CI/CD </a:t>
                      </a:r>
                      <a:r>
                        <a:rPr lang="ja-JP" altLang="en-US" dirty="0"/>
                        <a:t>運用・保守</a:t>
                      </a:r>
                      <a:endParaRPr lang="en-GB" dirty="0"/>
                    </a:p>
                    <a:p>
                      <a:pPr marL="180975" indent="-180975">
                        <a:buFont typeface="Arial" panose="020B0604020202020204" pitchFamily="34" charset="0"/>
                        <a:buChar char="•"/>
                      </a:pPr>
                      <a:r>
                        <a:rPr lang="ja-JP" altLang="en-US" dirty="0"/>
                        <a:t>週次リリースマネージャー</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altLang="ja-JP" dirty="0"/>
                    </a:p>
                    <a:p>
                      <a:pPr marL="180975" indent="-180975">
                        <a:buFont typeface="Arial" panose="020B0604020202020204" pitchFamily="34" charset="0"/>
                        <a:buChar char="•"/>
                      </a:pPr>
                      <a:r>
                        <a:rPr lang="ja-JP" altLang="en-US" dirty="0"/>
                        <a:t>技術ブログ記事執筆</a:t>
                      </a:r>
                      <a:endParaRPr lang="en-GB" dirty="0"/>
                    </a:p>
                    <a:p>
                      <a:pPr marL="180975" indent="-180975">
                        <a:buFont typeface="Arial" panose="020B0604020202020204" pitchFamily="34" charset="0"/>
                        <a:buChar char="•"/>
                      </a:pPr>
                      <a:r>
                        <a:rPr lang="en-GB" dirty="0"/>
                        <a:t>LT </a:t>
                      </a:r>
                      <a:r>
                        <a:rPr lang="ja-JP" altLang="en-US" dirty="0"/>
                        <a:t>登壇</a:t>
                      </a:r>
                      <a:endParaRPr lang="en-GB" dirty="0"/>
                    </a:p>
                  </a:txBody>
                  <a:tcPr/>
                </a:tc>
                <a:extLst>
                  <a:ext uri="{0D108BD9-81ED-4DB2-BD59-A6C34878D82A}">
                    <a16:rowId xmlns:a16="http://schemas.microsoft.com/office/drawing/2014/main" val="1529764250"/>
                  </a:ext>
                </a:extLst>
              </a:tr>
              <a:tr h="370840">
                <a:tc>
                  <a:txBody>
                    <a:bodyPr/>
                    <a:lstStyle/>
                    <a:p>
                      <a:r>
                        <a:rPr lang="en-GB" dirty="0"/>
                        <a:t>2020</a:t>
                      </a:r>
                      <a:r>
                        <a:rPr lang="ja-JP" altLang="en-US" dirty="0"/>
                        <a:t>年</a:t>
                      </a:r>
                      <a:r>
                        <a:rPr lang="en-GB" altLang="ja-JP" dirty="0"/>
                        <a:t>02</a:t>
                      </a:r>
                      <a:r>
                        <a:rPr lang="ja-JP" altLang="en-US" dirty="0"/>
                        <a:t>月</a:t>
                      </a:r>
                      <a:r>
                        <a:rPr lang="en-GB" dirty="0"/>
                        <a:t>-</a:t>
                      </a:r>
                    </a:p>
                    <a:p>
                      <a:r>
                        <a:rPr lang="en-GB" dirty="0"/>
                        <a:t>2020</a:t>
                      </a:r>
                      <a:r>
                        <a:rPr lang="ja-JP" altLang="en-US" dirty="0"/>
                        <a:t>年</a:t>
                      </a:r>
                      <a:r>
                        <a:rPr lang="en-GB" altLang="ja-JP" dirty="0"/>
                        <a:t>12</a:t>
                      </a:r>
                      <a:r>
                        <a:rPr lang="ja-JP" altLang="en-US" dirty="0"/>
                        <a:t>月</a:t>
                      </a:r>
                      <a:endParaRPr lang="en-GB" dirty="0"/>
                    </a:p>
                  </a:txBody>
                  <a:tcPr/>
                </a:tc>
                <a:tc>
                  <a:txBody>
                    <a:bodyPr/>
                    <a:lstStyle/>
                    <a:p>
                      <a:r>
                        <a:rPr lang="ja-JP" altLang="en-US" dirty="0"/>
                        <a:t>チャットボット系</a:t>
                      </a:r>
                      <a:r>
                        <a:rPr lang="en-GB" altLang="ja-JP" dirty="0"/>
                        <a:t> </a:t>
                      </a:r>
                      <a:r>
                        <a:rPr lang="en-GB" dirty="0"/>
                        <a:t>SaaS</a:t>
                      </a:r>
                    </a:p>
                  </a:txBody>
                  <a:tcPr/>
                </a:tc>
                <a:tc>
                  <a:txBody>
                    <a:bodyPr/>
                    <a:lstStyle/>
                    <a:p>
                      <a:r>
                        <a:rPr lang="ja-JP" altLang="en-US" dirty="0"/>
                        <a:t>バックエンド</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dirty="0"/>
                    </a:p>
                    <a:p>
                      <a:pPr marL="180975" indent="-180975">
                        <a:buFont typeface="Arial" panose="020B0604020202020204" pitchFamily="34" charset="0"/>
                        <a:buChar char="•"/>
                      </a:pPr>
                      <a:r>
                        <a:rPr lang="ja-JP" altLang="en-US" dirty="0"/>
                        <a:t>代替</a:t>
                      </a:r>
                      <a:r>
                        <a:rPr lang="en-GB" dirty="0"/>
                        <a:t> API </a:t>
                      </a:r>
                      <a:r>
                        <a:rPr lang="ja-JP" altLang="en-US" dirty="0"/>
                        <a:t>検証</a:t>
                      </a:r>
                      <a:endParaRPr lang="en-GB" dirty="0"/>
                    </a:p>
                  </a:txBody>
                  <a:tcPr/>
                </a:tc>
                <a:extLst>
                  <a:ext uri="{0D108BD9-81ED-4DB2-BD59-A6C34878D82A}">
                    <a16:rowId xmlns:a16="http://schemas.microsoft.com/office/drawing/2014/main" val="2157449828"/>
                  </a:ext>
                </a:extLst>
              </a:tr>
            </a:tbl>
          </a:graphicData>
        </a:graphic>
      </p:graphicFrame>
    </p:spTree>
    <p:extLst>
      <p:ext uri="{BB962C8B-B14F-4D97-AF65-F5344CB8AC3E}">
        <p14:creationId xmlns:p14="http://schemas.microsoft.com/office/powerpoint/2010/main" val="1994383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p:cNvGrpSpPr/>
        <p:nvPr/>
      </p:nvGrpSpPr>
      <p:grpSpPr>
        <a:xfrm>
          <a:off x="0" y="0"/>
          <a:ext cx="0" cy="0"/>
          <a:chOff x="0" y="0"/>
          <a:chExt cx="0" cy="0"/>
        </a:xfrm>
      </p:grpSpPr>
      <p:sp>
        <p:nvSpPr>
          <p:cNvPr id="4" name="タイトル 1">
            <a:extLst>
              <a:ext uri="{FF2B5EF4-FFF2-40B4-BE49-F238E27FC236}">
                <a16:creationId xmlns:a16="http://schemas.microsoft.com/office/drawing/2014/main" id="{120A823D-277E-2BEF-6E35-BA7554BBAC07}"/>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5" name="スライド番号プレースホルダー 3">
            <a:extLst>
              <a:ext uri="{FF2B5EF4-FFF2-40B4-BE49-F238E27FC236}">
                <a16:creationId xmlns:a16="http://schemas.microsoft.com/office/drawing/2014/main" id="{8E8EC336-90F0-FD3D-B7FB-8EFCD0DA4724}"/>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2" name="Table 1">
            <a:extLst>
              <a:ext uri="{FF2B5EF4-FFF2-40B4-BE49-F238E27FC236}">
                <a16:creationId xmlns:a16="http://schemas.microsoft.com/office/drawing/2014/main" id="{AC993561-9149-2F28-565F-CA962AC9E28C}"/>
              </a:ext>
            </a:extLst>
          </p:cNvPr>
          <p:cNvGraphicFramePr>
            <a:graphicFrameLocks noGrp="1"/>
          </p:cNvGraphicFramePr>
          <p:nvPr>
            <p:extLst>
              <p:ext uri="{D42A27DB-BD31-4B8C-83A1-F6EECF244321}">
                <p14:modId xmlns:p14="http://schemas.microsoft.com/office/powerpoint/2010/main" val="2569419668"/>
              </p:ext>
            </p:extLst>
          </p:nvPr>
        </p:nvGraphicFramePr>
        <p:xfrm>
          <a:off x="836798" y="1822829"/>
          <a:ext cx="10515600" cy="302260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2018</a:t>
                      </a:r>
                      <a:r>
                        <a:rPr lang="ja-JP" altLang="en-US" dirty="0"/>
                        <a:t>年</a:t>
                      </a:r>
                      <a:r>
                        <a:rPr lang="en-US" altLang="ja-JP" dirty="0"/>
                        <a:t>06</a:t>
                      </a:r>
                      <a:r>
                        <a:rPr lang="ja-JP" altLang="en-US" dirty="0"/>
                        <a:t>月</a:t>
                      </a:r>
                      <a:r>
                        <a:rPr lang="en-GB" dirty="0"/>
                        <a:t> -</a:t>
                      </a:r>
                    </a:p>
                    <a:p>
                      <a:r>
                        <a:rPr lang="en-GB" dirty="0"/>
                        <a:t>2020</a:t>
                      </a:r>
                      <a:r>
                        <a:rPr lang="ja-JP" altLang="en-US" dirty="0"/>
                        <a:t>年</a:t>
                      </a:r>
                      <a:r>
                        <a:rPr lang="en-US" altLang="ja-JP" dirty="0"/>
                        <a:t>01</a:t>
                      </a:r>
                      <a:r>
                        <a:rPr lang="ja-JP" altLang="en-US" dirty="0"/>
                        <a:t>月</a:t>
                      </a:r>
                      <a:endParaRPr lang="en-GB" dirty="0"/>
                    </a:p>
                  </a:txBody>
                  <a:tcPr/>
                </a:tc>
                <a:tc>
                  <a:txBody>
                    <a:bodyPr/>
                    <a:lstStyle/>
                    <a:p>
                      <a:r>
                        <a:rPr lang="ja-JP" altLang="en-US" dirty="0"/>
                        <a:t>受託開発</a:t>
                      </a:r>
                      <a:endParaRPr lang="en-GB" dirty="0"/>
                    </a:p>
                  </a:txBody>
                  <a:tcPr/>
                </a:tc>
                <a:tc>
                  <a:txBody>
                    <a:bodyPr/>
                    <a:lstStyle/>
                    <a:p>
                      <a:r>
                        <a:rPr lang="ja-JP" altLang="en-US" dirty="0"/>
                        <a:t>ソフトウェア</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en-GB" dirty="0"/>
                        <a:t>QA</a:t>
                      </a:r>
                    </a:p>
                    <a:p>
                      <a:pPr marL="180975" indent="-180975">
                        <a:buFont typeface="Arial" panose="020B0604020202020204" pitchFamily="34" charset="0"/>
                        <a:buChar char="•"/>
                      </a:pPr>
                      <a:r>
                        <a:rPr lang="ja-JP" altLang="en-US" dirty="0"/>
                        <a:t>技術ブログ記事執筆</a:t>
                      </a:r>
                      <a:endParaRPr lang="en-GB" dirty="0"/>
                    </a:p>
                  </a:txBody>
                  <a:tcPr/>
                </a:tc>
                <a:extLst>
                  <a:ext uri="{0D108BD9-81ED-4DB2-BD59-A6C34878D82A}">
                    <a16:rowId xmlns:a16="http://schemas.microsoft.com/office/drawing/2014/main" val="2130531394"/>
                  </a:ext>
                </a:extLst>
              </a:tr>
              <a:tr h="370840">
                <a:tc>
                  <a:txBody>
                    <a:bodyPr/>
                    <a:lstStyle/>
                    <a:p>
                      <a:r>
                        <a:rPr lang="en-GB" dirty="0"/>
                        <a:t>2016</a:t>
                      </a:r>
                      <a:r>
                        <a:rPr lang="ja-JP" altLang="en-US" dirty="0"/>
                        <a:t>年</a:t>
                      </a:r>
                      <a:r>
                        <a:rPr lang="en-US" altLang="ja-JP" dirty="0"/>
                        <a:t>04</a:t>
                      </a:r>
                      <a:r>
                        <a:rPr lang="ja-JP" altLang="en-US" dirty="0"/>
                        <a:t>月</a:t>
                      </a:r>
                      <a:r>
                        <a:rPr lang="en-GB" dirty="0"/>
                        <a:t> -</a:t>
                      </a:r>
                    </a:p>
                    <a:p>
                      <a:r>
                        <a:rPr lang="en-GB" dirty="0"/>
                        <a:t>2018</a:t>
                      </a:r>
                      <a:r>
                        <a:rPr lang="ja-JP" altLang="en-US" dirty="0"/>
                        <a:t>年</a:t>
                      </a:r>
                      <a:r>
                        <a:rPr lang="en-US" altLang="ja-JP" dirty="0"/>
                        <a:t>01</a:t>
                      </a:r>
                      <a:r>
                        <a:rPr lang="ja-JP" altLang="en-US" dirty="0"/>
                        <a:t>月</a:t>
                      </a:r>
                      <a:endParaRPr lang="en-GB" dirty="0"/>
                    </a:p>
                  </a:txBody>
                  <a:tcPr/>
                </a:tc>
                <a:tc>
                  <a:txBody>
                    <a:bodyPr/>
                    <a:lstStyle/>
                    <a:p>
                      <a:r>
                        <a:rPr lang="en-GB" altLang="ja-JP" dirty="0"/>
                        <a:t>SES</a:t>
                      </a:r>
                      <a:endParaRPr lang="en-GB" dirty="0"/>
                    </a:p>
                  </a:txBody>
                  <a:tcPr/>
                </a:tc>
                <a:tc>
                  <a:txBody>
                    <a:bodyPr/>
                    <a:lstStyle/>
                    <a:p>
                      <a:r>
                        <a:rPr lang="ja-JP" altLang="en-US" dirty="0"/>
                        <a:t>システムエンジニア</a:t>
                      </a:r>
                      <a:endParaRPr lang="en-GB" dirty="0"/>
                    </a:p>
                  </a:txBody>
                  <a:tcPr/>
                </a:tc>
                <a:tc>
                  <a:txBody>
                    <a:bodyPr/>
                    <a:lstStyle/>
                    <a:p>
                      <a:pPr marL="180975" indent="-180975">
                        <a:buFont typeface="Arial" panose="020B0604020202020204" pitchFamily="34" charset="0"/>
                        <a:buChar char="•"/>
                      </a:pPr>
                      <a:r>
                        <a:rPr lang="ja-JP" altLang="en-US" dirty="0"/>
                        <a:t>全社アカウント管理者</a:t>
                      </a:r>
                      <a:endParaRPr lang="en-GB" dirty="0"/>
                    </a:p>
                    <a:p>
                      <a:pPr marL="180975" indent="-180975">
                        <a:buFont typeface="Arial" panose="020B0604020202020204" pitchFamily="34" charset="0"/>
                        <a:buChar char="•"/>
                      </a:pPr>
                      <a:r>
                        <a:rPr lang="en-GB" dirty="0"/>
                        <a:t>Windows Server </a:t>
                      </a:r>
                      <a:r>
                        <a:rPr lang="ja-JP" altLang="en-US" dirty="0"/>
                        <a:t>運用・保守</a:t>
                      </a:r>
                      <a:endParaRPr lang="en-GB" dirty="0"/>
                    </a:p>
                    <a:p>
                      <a:pPr marL="180975" indent="-180975">
                        <a:buFont typeface="Arial" panose="020B0604020202020204" pitchFamily="34" charset="0"/>
                        <a:buChar char="•"/>
                      </a:pPr>
                      <a:r>
                        <a:rPr lang="ja-JP" altLang="en-US" dirty="0"/>
                        <a:t>セキュリティ管理者助手</a:t>
                      </a:r>
                      <a:endParaRPr lang="en-GB" dirty="0"/>
                    </a:p>
                    <a:p>
                      <a:pPr marL="180975" indent="-180975">
                        <a:buFont typeface="Arial" panose="020B0604020202020204" pitchFamily="34" charset="0"/>
                        <a:buChar char="•"/>
                      </a:pPr>
                      <a:r>
                        <a:rPr lang="ja-JP" altLang="en-US" dirty="0"/>
                        <a:t>翻訳・通訳</a:t>
                      </a:r>
                      <a:endParaRPr lang="en-GB" dirty="0"/>
                    </a:p>
                  </a:txBody>
                  <a:tcPr/>
                </a:tc>
                <a:extLst>
                  <a:ext uri="{0D108BD9-81ED-4DB2-BD59-A6C34878D82A}">
                    <a16:rowId xmlns:a16="http://schemas.microsoft.com/office/drawing/2014/main" val="2598994669"/>
                  </a:ext>
                </a:extLst>
              </a:tr>
            </a:tbl>
          </a:graphicData>
        </a:graphic>
      </p:graphicFrame>
    </p:spTree>
    <p:extLst>
      <p:ext uri="{BB962C8B-B14F-4D97-AF65-F5344CB8AC3E}">
        <p14:creationId xmlns:p14="http://schemas.microsoft.com/office/powerpoint/2010/main" val="155858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378C05C1-87B1-BA30-D593-66D492FF1152}"/>
              </a:ext>
            </a:extLst>
          </p:cNvPr>
          <p:cNvSpPr>
            <a:spLocks noGrp="1"/>
          </p:cNvSpPr>
          <p:nvPr>
            <p:ph type="title"/>
          </p:nvPr>
        </p:nvSpPr>
        <p:spPr>
          <a:xfrm>
            <a:off x="838200" y="365125"/>
            <a:ext cx="10515600" cy="1325563"/>
          </a:xfrm>
        </p:spPr>
        <p:txBody>
          <a:bodyPr/>
          <a:lstStyle/>
          <a:p>
            <a:pPr algn="ctr"/>
            <a:r>
              <a:rPr lang="ja-JP" altLang="en-US" b="1" dirty="0"/>
              <a:t>国際交流活動</a:t>
            </a:r>
            <a:endParaRPr lang="en-GB" b="1" dirty="0"/>
          </a:p>
        </p:txBody>
      </p:sp>
      <p:sp>
        <p:nvSpPr>
          <p:cNvPr id="10" name="スライド番号プレースホルダー 3">
            <a:extLst>
              <a:ext uri="{FF2B5EF4-FFF2-40B4-BE49-F238E27FC236}">
                <a16:creationId xmlns:a16="http://schemas.microsoft.com/office/drawing/2014/main" id="{D7C9EA79-C769-23E2-9F3D-D4890F3C11E9}"/>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1" name="コンテンツ プレースホルダー 2">
            <a:extLst>
              <a:ext uri="{FF2B5EF4-FFF2-40B4-BE49-F238E27FC236}">
                <a16:creationId xmlns:a16="http://schemas.microsoft.com/office/drawing/2014/main" id="{1A2A920C-FA0F-BEBB-BB45-6CBA82FEACD1}"/>
              </a:ext>
            </a:extLst>
          </p:cNvPr>
          <p:cNvSpPr>
            <a:spLocks noGrp="1"/>
          </p:cNvSpPr>
          <p:nvPr>
            <p:ph idx="1"/>
          </p:nvPr>
        </p:nvSpPr>
        <p:spPr>
          <a:xfrm>
            <a:off x="838200" y="1830270"/>
            <a:ext cx="10515600" cy="4343898"/>
          </a:xfrm>
          <a:ln>
            <a:noFill/>
          </a:ln>
        </p:spPr>
        <p:txBody>
          <a:bodyPr>
            <a:normAutofit/>
          </a:bodyPr>
          <a:lstStyle/>
          <a:p>
            <a:pPr marL="268288" indent="-268288"/>
            <a:r>
              <a:rPr lang="ja-JP" altLang="en-US" sz="1600" dirty="0"/>
              <a:t>大学時代</a:t>
            </a:r>
          </a:p>
          <a:p>
            <a:pPr marL="536575" lvl="1" indent="-268288"/>
            <a:r>
              <a:rPr lang="ja-JP" altLang="en-US" sz="1400" dirty="0"/>
              <a:t>英語学ゼミ</a:t>
            </a:r>
            <a:r>
              <a:rPr lang="en-US" altLang="ja-JP" sz="1400" dirty="0"/>
              <a:t>(</a:t>
            </a:r>
            <a:r>
              <a:rPr lang="ja-JP" altLang="en-US" sz="1400" dirty="0"/>
              <a:t>マスメディア英語</a:t>
            </a:r>
            <a:r>
              <a:rPr lang="en-US" altLang="ja-JP" sz="1400" dirty="0"/>
              <a:t>)</a:t>
            </a:r>
          </a:p>
          <a:p>
            <a:pPr marL="536575" lvl="1" indent="-268288"/>
            <a:r>
              <a:rPr lang="ja-JP" altLang="en-US" sz="1400" dirty="0"/>
              <a:t>国際交流サークル兼部</a:t>
            </a:r>
            <a:r>
              <a:rPr lang="en-US" altLang="ja-JP" sz="1400" dirty="0"/>
              <a:t>(2</a:t>
            </a:r>
            <a:r>
              <a:rPr lang="ja-JP" altLang="en-US" sz="1400" dirty="0"/>
              <a:t>年次</a:t>
            </a:r>
            <a:r>
              <a:rPr lang="en-US" altLang="ja-JP" sz="1400" dirty="0"/>
              <a:t>)</a:t>
            </a:r>
          </a:p>
          <a:p>
            <a:pPr marL="536575" lvl="1" indent="-268288"/>
            <a:r>
              <a:rPr lang="ja-JP" altLang="en-US" sz="1400" dirty="0">
                <a:hlinkClick r:id="rId3"/>
              </a:rPr>
              <a:t>内閣府主催国際交流プログラム</a:t>
            </a:r>
            <a:r>
              <a:rPr lang="en-US" altLang="ja-JP" sz="1400" dirty="0"/>
              <a:t>(2013</a:t>
            </a:r>
            <a:r>
              <a:rPr lang="ja-JP" altLang="en-US" sz="1400" dirty="0"/>
              <a:t>年 </a:t>
            </a:r>
            <a:r>
              <a:rPr lang="en-GB" altLang="ja-JP" sz="1400" dirty="0"/>
              <a:t>-</a:t>
            </a:r>
            <a:r>
              <a:rPr lang="en-US" altLang="ja-JP" sz="1400" dirty="0"/>
              <a:t> 2016</a:t>
            </a:r>
            <a:r>
              <a:rPr lang="ja-JP" altLang="en-US" sz="1400" dirty="0"/>
              <a:t>年</a:t>
            </a:r>
            <a:r>
              <a:rPr lang="en-US" altLang="ja-JP" sz="1400" dirty="0"/>
              <a:t>)</a:t>
            </a:r>
          </a:p>
          <a:p>
            <a:pPr marL="536575" lvl="1" indent="-268288"/>
            <a:r>
              <a:rPr lang="ja-JP" altLang="en-US" sz="1400" dirty="0"/>
              <a:t>日本語学の授業の</a:t>
            </a:r>
            <a:r>
              <a:rPr lang="en-GB" altLang="ja-JP" sz="1400" dirty="0"/>
              <a:t> S </a:t>
            </a:r>
            <a:r>
              <a:rPr lang="ja-JP" altLang="en-US" sz="1400" dirty="0"/>
              <a:t>単位取得</a:t>
            </a:r>
            <a:r>
              <a:rPr lang="en-GB" altLang="ja-JP" sz="1400" dirty="0"/>
              <a:t>(</a:t>
            </a:r>
            <a:r>
              <a:rPr lang="ja-JP" altLang="en-US" sz="1400" dirty="0"/>
              <a:t>最終年次</a:t>
            </a:r>
            <a:r>
              <a:rPr lang="en-GB" altLang="ja-JP" sz="1400" dirty="0"/>
              <a:t>)</a:t>
            </a:r>
            <a:endParaRPr lang="en-US" altLang="ja-JP" sz="1400" dirty="0"/>
          </a:p>
          <a:p>
            <a:pPr marL="268288" indent="-268288"/>
            <a:r>
              <a:rPr lang="ja-JP" altLang="en-US" sz="1600" dirty="0"/>
              <a:t>海外生活</a:t>
            </a:r>
          </a:p>
          <a:p>
            <a:pPr marL="536575" lvl="1" indent="-268288"/>
            <a:r>
              <a:rPr lang="ja-JP" altLang="en-US" sz="1400" dirty="0"/>
              <a:t>オーストラリアでのワーキングホリデー</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en-GB" altLang="ja-JP" sz="1400" dirty="0"/>
              <a:t>2015</a:t>
            </a:r>
            <a:r>
              <a:rPr lang="ja-JP" altLang="en-US" sz="1400" dirty="0"/>
              <a:t>年</a:t>
            </a:r>
            <a:r>
              <a:rPr lang="en-US" altLang="ja-JP" sz="1400" dirty="0"/>
              <a:t>03</a:t>
            </a:r>
            <a:r>
              <a:rPr lang="ja-JP" altLang="en-US" sz="1400" dirty="0"/>
              <a:t>月</a:t>
            </a:r>
            <a:r>
              <a:rPr lang="en-US" altLang="ja-JP" sz="1400" dirty="0"/>
              <a:t>)</a:t>
            </a:r>
          </a:p>
          <a:p>
            <a:pPr marL="728662" lvl="2" indent="-285750"/>
            <a:r>
              <a:rPr lang="en-GB" altLang="ja-JP" sz="1200" dirty="0"/>
              <a:t>2</a:t>
            </a:r>
            <a:r>
              <a:rPr lang="ja-JP" altLang="en-US" sz="1200" dirty="0"/>
              <a:t>ヶ月間のシドニーの語学学校通学</a:t>
            </a:r>
            <a:endParaRPr lang="en-GB" altLang="ja-JP" sz="1200" dirty="0"/>
          </a:p>
          <a:p>
            <a:pPr marL="728662" lvl="2" indent="-285750"/>
            <a:r>
              <a:rPr lang="en-US" altLang="ja-JP" sz="1200" dirty="0"/>
              <a:t>6</a:t>
            </a:r>
            <a:r>
              <a:rPr lang="ja-JP" altLang="en-US" sz="1200" dirty="0"/>
              <a:t>ヶ月間の</a:t>
            </a:r>
            <a:r>
              <a:rPr lang="en-GB" altLang="ja-JP" sz="1200" dirty="0"/>
              <a:t> </a:t>
            </a:r>
            <a:r>
              <a:rPr lang="en-GB" altLang="ja-JP" sz="1200" dirty="0">
                <a:hlinkClick r:id="rId4"/>
              </a:rPr>
              <a:t>Hamilton Island Resort</a:t>
            </a:r>
            <a:r>
              <a:rPr lang="en-GB" altLang="ja-JP" sz="1200" dirty="0"/>
              <a:t> </a:t>
            </a:r>
            <a:r>
              <a:rPr lang="ja-JP" altLang="en-US" sz="1200" dirty="0"/>
              <a:t>での就労</a:t>
            </a:r>
            <a:endParaRPr lang="en-GB" altLang="ja-JP" sz="1200" dirty="0"/>
          </a:p>
          <a:p>
            <a:pPr marL="728662" lvl="2" indent="-285750"/>
            <a:r>
              <a:rPr lang="en-US" altLang="ja-JP" sz="1200" dirty="0"/>
              <a:t>1</a:t>
            </a:r>
            <a:r>
              <a:rPr lang="ja-JP" altLang="en-US" sz="1200" dirty="0"/>
              <a:t>ヶ月間の </a:t>
            </a:r>
            <a:r>
              <a:rPr lang="en-GB" altLang="ja-JP" sz="1200" dirty="0"/>
              <a:t>NSW </a:t>
            </a:r>
            <a:r>
              <a:rPr lang="ja-JP" altLang="en-US" sz="1200" dirty="0"/>
              <a:t>州の </a:t>
            </a:r>
            <a:r>
              <a:rPr lang="en-GB" altLang="ja-JP" sz="1200" dirty="0">
                <a:hlinkClick r:id="rId5"/>
              </a:rPr>
              <a:t>St Ives High School</a:t>
            </a:r>
            <a:r>
              <a:rPr lang="ja-JP" altLang="en-US" sz="1200" dirty="0"/>
              <a:t> での日本語教師アシスタントボランティア活動</a:t>
            </a:r>
            <a:endParaRPr lang="en-US" altLang="ja-JP" sz="1200" dirty="0"/>
          </a:p>
          <a:p>
            <a:pPr marL="268288" indent="-268288"/>
            <a:r>
              <a:rPr lang="ja-JP" altLang="en-US" sz="1600" dirty="0"/>
              <a:t>その他活動</a:t>
            </a:r>
            <a:endParaRPr lang="ja-JP" altLang="en-US" sz="900" dirty="0"/>
          </a:p>
          <a:p>
            <a:pPr marL="536575" lvl="1" indent="-268288"/>
            <a:r>
              <a:rPr lang="ja-JP" altLang="en-US" sz="1400" dirty="0"/>
              <a:t>英語での日々の日記</a:t>
            </a:r>
            <a:r>
              <a:rPr lang="en-GB" altLang="ja-JP" sz="1400" dirty="0"/>
              <a:t>(</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ja-JP" altLang="en-US" sz="1400" dirty="0"/>
              <a:t>現在</a:t>
            </a:r>
            <a:r>
              <a:rPr lang="en-GB" altLang="ja-JP" sz="1400" dirty="0"/>
              <a:t>)</a:t>
            </a:r>
            <a:endParaRPr lang="en-US" altLang="ja-JP" sz="1400" dirty="0">
              <a:hlinkClick r:id="rId6"/>
            </a:endParaRPr>
          </a:p>
          <a:p>
            <a:pPr marL="536575" lvl="1" indent="-268288"/>
            <a:r>
              <a:rPr lang="en-US" altLang="ja-JP" sz="1400" dirty="0">
                <a:hlinkClick r:id="rId7"/>
              </a:rPr>
              <a:t>Sunrise Toastmasters Club</a:t>
            </a:r>
            <a:r>
              <a:rPr lang="en-GB" altLang="ja-JP" sz="1400" dirty="0"/>
              <a:t> </a:t>
            </a:r>
            <a:r>
              <a:rPr lang="ja-JP" altLang="en-US" sz="1400" dirty="0"/>
              <a:t>参加</a:t>
            </a:r>
            <a:r>
              <a:rPr lang="en-US" altLang="ja-JP" sz="1400" dirty="0"/>
              <a:t>(2017</a:t>
            </a:r>
            <a:r>
              <a:rPr lang="ja-JP" altLang="en-US" sz="1400" dirty="0"/>
              <a:t>年</a:t>
            </a:r>
            <a:r>
              <a:rPr lang="en-US" altLang="ja-JP" sz="1400" dirty="0"/>
              <a:t>02</a:t>
            </a:r>
            <a:r>
              <a:rPr lang="ja-JP" altLang="en-US" sz="1400" dirty="0"/>
              <a:t>月 </a:t>
            </a:r>
            <a:r>
              <a:rPr lang="en-US" altLang="ja-JP" sz="1400" dirty="0"/>
              <a:t>- 2018</a:t>
            </a:r>
            <a:r>
              <a:rPr lang="ja-JP" altLang="en-US" sz="1400" dirty="0"/>
              <a:t>年</a:t>
            </a:r>
            <a:r>
              <a:rPr lang="en-US" altLang="ja-JP" sz="1400" dirty="0"/>
              <a:t>03</a:t>
            </a:r>
            <a:r>
              <a:rPr lang="ja-JP" altLang="en-US" sz="1400" dirty="0"/>
              <a:t>月</a:t>
            </a:r>
            <a:r>
              <a:rPr lang="en-US" altLang="ja-JP" sz="1400" dirty="0"/>
              <a:t>)</a:t>
            </a:r>
          </a:p>
          <a:p>
            <a:pPr marL="536575" lvl="1" indent="-268288"/>
            <a:r>
              <a:rPr lang="en-US" altLang="ja-JP" sz="1400" dirty="0">
                <a:hlinkClick r:id="rId8"/>
              </a:rPr>
              <a:t>Vital Japan</a:t>
            </a:r>
            <a:r>
              <a:rPr lang="en-US" altLang="ja-JP" sz="1400" dirty="0"/>
              <a:t> </a:t>
            </a:r>
            <a:r>
              <a:rPr lang="ja-JP" altLang="en-US" sz="1400" dirty="0"/>
              <a:t>参加</a:t>
            </a:r>
            <a:r>
              <a:rPr lang="en-US" altLang="ja-JP" sz="1400" dirty="0"/>
              <a:t>(2018</a:t>
            </a:r>
            <a:r>
              <a:rPr lang="ja-JP" altLang="en-US" sz="1400" dirty="0"/>
              <a:t>年</a:t>
            </a:r>
            <a:r>
              <a:rPr lang="en-US" altLang="ja-JP" sz="1400" dirty="0"/>
              <a:t>0</a:t>
            </a:r>
            <a:r>
              <a:rPr lang="en-GB" altLang="ja-JP" sz="1400" dirty="0"/>
              <a:t>1</a:t>
            </a:r>
            <a:r>
              <a:rPr lang="ja-JP" altLang="en-US" sz="1400" dirty="0"/>
              <a:t>月 </a:t>
            </a:r>
            <a:r>
              <a:rPr lang="en-US" altLang="ja-JP" sz="1400" dirty="0"/>
              <a:t>- 2019</a:t>
            </a:r>
            <a:r>
              <a:rPr lang="ja-JP" altLang="en-US" sz="1400" dirty="0"/>
              <a:t>年</a:t>
            </a:r>
            <a:r>
              <a:rPr lang="en-US" altLang="ja-JP" sz="1400" dirty="0"/>
              <a:t>0</a:t>
            </a:r>
            <a:r>
              <a:rPr lang="en-GB" altLang="ja-JP" sz="1400" dirty="0"/>
              <a:t>7</a:t>
            </a:r>
            <a:r>
              <a:rPr lang="ja-JP" altLang="en-US" sz="1400" dirty="0"/>
              <a:t>月、</a:t>
            </a:r>
            <a:r>
              <a:rPr lang="en-US" altLang="ja-JP" sz="1400" dirty="0"/>
              <a:t>2022</a:t>
            </a:r>
            <a:r>
              <a:rPr lang="ja-JP" altLang="en-US" sz="1400" dirty="0"/>
              <a:t>年</a:t>
            </a:r>
            <a:r>
              <a:rPr lang="en-US" altLang="ja-JP" sz="1400" dirty="0"/>
              <a:t>10</a:t>
            </a:r>
            <a:r>
              <a:rPr lang="ja-JP" altLang="en-US" sz="1400" dirty="0"/>
              <a:t>月 </a:t>
            </a:r>
            <a:r>
              <a:rPr lang="en-US" altLang="ja-JP" sz="1400" dirty="0"/>
              <a:t>- 2023</a:t>
            </a:r>
            <a:r>
              <a:rPr lang="ja-JP" altLang="en-US" sz="1400" dirty="0"/>
              <a:t>年</a:t>
            </a:r>
            <a:r>
              <a:rPr lang="en-US" altLang="ja-JP" sz="1400" dirty="0"/>
              <a:t>0</a:t>
            </a:r>
            <a:r>
              <a:rPr lang="en-GB" altLang="ja-JP" sz="1400" dirty="0"/>
              <a:t>2</a:t>
            </a:r>
            <a:r>
              <a:rPr lang="ja-JP" altLang="en-US" sz="1400" dirty="0"/>
              <a:t>月</a:t>
            </a:r>
            <a:r>
              <a:rPr lang="en-US" altLang="ja-JP" sz="1400" dirty="0"/>
              <a:t>) </a:t>
            </a:r>
          </a:p>
          <a:p>
            <a:pPr marL="536575" lvl="1" indent="-268288"/>
            <a:r>
              <a:rPr lang="ja-JP" altLang="en-US" sz="1400" dirty="0"/>
              <a:t>英語自己学習</a:t>
            </a:r>
            <a:endParaRPr lang="en-GB" altLang="ja-JP" sz="1400" dirty="0"/>
          </a:p>
          <a:p>
            <a:pPr marL="536575" lvl="1" indent="-268288"/>
            <a:r>
              <a:rPr lang="en-GB" altLang="ja-JP" sz="1400" dirty="0"/>
              <a:t>Ruby </a:t>
            </a:r>
            <a:r>
              <a:rPr lang="ja-JP" altLang="en-US" sz="1400"/>
              <a:t>関連カンファレンス参加</a:t>
            </a:r>
            <a:endParaRPr lang="en-GB" altLang="ja-JP" sz="1400" dirty="0"/>
          </a:p>
        </p:txBody>
      </p:sp>
    </p:spTree>
    <p:extLst>
      <p:ext uri="{BB962C8B-B14F-4D97-AF65-F5344CB8AC3E}">
        <p14:creationId xmlns:p14="http://schemas.microsoft.com/office/powerpoint/2010/main" val="256743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B69D39-AAC7-42C5-8747-4B518371074C}"/>
              </a:ext>
            </a:extLst>
          </p:cNvPr>
          <p:cNvSpPr>
            <a:spLocks noGrp="1"/>
          </p:cNvSpPr>
          <p:nvPr>
            <p:ph type="title"/>
          </p:nvPr>
        </p:nvSpPr>
        <p:spPr/>
        <p:txBody>
          <a:bodyPr/>
          <a:lstStyle/>
          <a:p>
            <a:pPr algn="ctr"/>
            <a:r>
              <a:rPr lang="ja-JP" altLang="en-US" b="1" dirty="0">
                <a:latin typeface="Calibri (Headings)"/>
              </a:rPr>
              <a:t>目次</a:t>
            </a:r>
            <a:endParaRPr lang="en-GB" b="1" dirty="0">
              <a:latin typeface="Calibri (Headings)"/>
            </a:endParaRPr>
          </a:p>
        </p:txBody>
      </p:sp>
      <p:sp>
        <p:nvSpPr>
          <p:cNvPr id="3" name="コンテンツ プレースホルダー 2">
            <a:extLst>
              <a:ext uri="{FF2B5EF4-FFF2-40B4-BE49-F238E27FC236}">
                <a16:creationId xmlns:a16="http://schemas.microsoft.com/office/drawing/2014/main" id="{6865C527-BB5B-4296-B5C9-8645D3BC7D77}"/>
              </a:ext>
            </a:extLst>
          </p:cNvPr>
          <p:cNvSpPr>
            <a:spLocks noGrp="1"/>
          </p:cNvSpPr>
          <p:nvPr>
            <p:ph idx="1"/>
          </p:nvPr>
        </p:nvSpPr>
        <p:spPr/>
        <p:txBody>
          <a:bodyPr>
            <a:normAutofit/>
          </a:bodyPr>
          <a:lstStyle/>
          <a:p>
            <a:pPr marL="360363" indent="-360363">
              <a:buClr>
                <a:schemeClr val="dk1"/>
              </a:buClr>
              <a:buSzPts val="2800"/>
              <a:buAutoNum type="arabicPeriod"/>
            </a:pPr>
            <a:r>
              <a:rPr lang="ja-JP" altLang="en-US" sz="2400" dirty="0">
                <a:sym typeface="Arial"/>
                <a:hlinkClick r:id="rId3" action="ppaction://hlinksldjump"/>
              </a:rPr>
              <a:t>本日のテーマ</a:t>
            </a:r>
            <a:endParaRPr lang="en-GB" altLang="ja-JP" sz="2400" dirty="0">
              <a:sym typeface="Arial"/>
            </a:endParaRPr>
          </a:p>
          <a:p>
            <a:pPr marL="360363" indent="-360363">
              <a:buClr>
                <a:schemeClr val="dk1"/>
              </a:buClr>
              <a:buSzPts val="2800"/>
              <a:buFont typeface="Arial" panose="020B0604020202020204" pitchFamily="34" charset="0"/>
              <a:buAutoNum type="arabicPeriod"/>
            </a:pPr>
            <a:r>
              <a:rPr lang="ja-JP" altLang="en-US" sz="2400" dirty="0">
                <a:sym typeface="Arial"/>
                <a:hlinkClick r:id="rId4" action="ppaction://hlinksldjump"/>
              </a:rPr>
              <a:t>自然言語と人間の思考</a:t>
            </a:r>
            <a:endParaRPr lang="en-GB" altLang="ja-JP" sz="2400" dirty="0">
              <a:sym typeface="Arial"/>
            </a:endParaRPr>
          </a:p>
          <a:p>
            <a:pPr marL="360363" indent="-360363">
              <a:buClr>
                <a:schemeClr val="dk1"/>
              </a:buClr>
              <a:buSzPts val="2800"/>
              <a:buFont typeface="Arial" panose="020B0604020202020204" pitchFamily="34" charset="0"/>
              <a:buAutoNum type="arabicPeriod"/>
            </a:pPr>
            <a:r>
              <a:rPr lang="ja-JP" altLang="en-US" sz="2400" dirty="0">
                <a:sym typeface="Arial"/>
                <a:hlinkClick r:id="rId5" action="ppaction://hlinksldjump"/>
              </a:rPr>
              <a:t>プログラミング言語と人間の思考</a:t>
            </a:r>
            <a:endParaRPr lang="en-GB" altLang="ja-JP" sz="2400" dirty="0">
              <a:sym typeface="Arial"/>
            </a:endParaRPr>
          </a:p>
          <a:p>
            <a:pPr marL="360363" indent="-360363">
              <a:buClr>
                <a:schemeClr val="dk1"/>
              </a:buClr>
              <a:buSzPts val="2800"/>
              <a:buAutoNum type="arabicPeriod"/>
            </a:pPr>
            <a:r>
              <a:rPr lang="en-GB" altLang="ja-JP" sz="2400" dirty="0">
                <a:sym typeface="Arial"/>
                <a:hlinkClick r:id="rId6" action="ppaction://hlinksldjump"/>
              </a:rPr>
              <a:t>Ruby vs. Xxxspeak</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7" action="ppaction://hlinksldjump"/>
              </a:rPr>
              <a:t>まとめ</a:t>
            </a:r>
            <a:endParaRPr lang="en-GB" altLang="ja-JP" sz="2400" dirty="0">
              <a:sym typeface="Arial"/>
            </a:endParaRPr>
          </a:p>
          <a:p>
            <a:pPr marL="360363" indent="-360363">
              <a:buClr>
                <a:schemeClr val="dk1"/>
              </a:buClr>
              <a:buSzPts val="2800"/>
              <a:buFont typeface="Arial" panose="020B0604020202020204" pitchFamily="34" charset="0"/>
              <a:buAutoNum type="arabicPeriod"/>
            </a:pPr>
            <a:r>
              <a:rPr lang="ja-JP" altLang="en-US" sz="2400" dirty="0">
                <a:sym typeface="Arial"/>
                <a:hlinkClick r:id="rId8" action="ppaction://hlinksldjump"/>
              </a:rPr>
              <a:t>参考文献</a:t>
            </a:r>
            <a:endParaRPr lang="en-GB" altLang="ja-JP" sz="2400" dirty="0">
              <a:sym typeface="Arial"/>
            </a:endParaRPr>
          </a:p>
        </p:txBody>
      </p:sp>
      <p:sp>
        <p:nvSpPr>
          <p:cNvPr id="4" name="スライド番号プレースホルダー 3">
            <a:extLst>
              <a:ext uri="{FF2B5EF4-FFF2-40B4-BE49-F238E27FC236}">
                <a16:creationId xmlns:a16="http://schemas.microsoft.com/office/drawing/2014/main" id="{36D8F513-A7B1-4711-A8CD-4E8A5B622D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825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本日のテーマ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3418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本日のテーマ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F9F042BC-2903-5846-C37D-DDA67BB81785}"/>
              </a:ext>
            </a:extLst>
          </p:cNvPr>
          <p:cNvSpPr>
            <a:spLocks noGrp="1"/>
          </p:cNvSpPr>
          <p:nvPr>
            <p:ph idx="1"/>
          </p:nvPr>
        </p:nvSpPr>
        <p:spPr>
          <a:xfrm>
            <a:off x="838200" y="1825625"/>
            <a:ext cx="10515600" cy="4351338"/>
          </a:xfrm>
        </p:spPr>
        <p:txBody>
          <a:bodyPr>
            <a:normAutofit/>
          </a:bodyPr>
          <a:lstStyle/>
          <a:p>
            <a:pPr marL="360363" marR="5080" lvl="0" indent="-328613" defTabSz="914400" eaLnBrk="1" fontAlgn="auto" latinLnBrk="0" hangingPunct="1">
              <a:lnSpc>
                <a:spcPts val="3030"/>
              </a:lnSpc>
              <a:spcBef>
                <a:spcPts val="470"/>
              </a:spcBef>
              <a:spcAft>
                <a:spcPts val="0"/>
              </a:spcAft>
              <a:buClrTx/>
              <a:buSzTx/>
              <a:buFont typeface="+mj-lt"/>
              <a:buAutoNum type="arabicPeriod"/>
              <a:tabLst/>
              <a:defRPr/>
            </a:pPr>
            <a:r>
              <a:rPr lang="en-GB" sz="2400" kern="0" spc="-10" dirty="0">
                <a:solidFill>
                  <a:prstClr val="black"/>
                </a:solidFill>
                <a:latin typeface="Calibri"/>
                <a:cs typeface="Calibri"/>
              </a:rPr>
              <a:t>Ruby </a:t>
            </a:r>
            <a:r>
              <a:rPr lang="ja-JP" altLang="en-US" sz="2400" kern="0" spc="-10" dirty="0">
                <a:solidFill>
                  <a:prstClr val="black"/>
                </a:solidFill>
                <a:latin typeface="Calibri"/>
                <a:cs typeface="Calibri"/>
              </a:rPr>
              <a:t>の発展に</a:t>
            </a:r>
            <a:r>
              <a:rPr lang="ja-JP" altLang="en-US" sz="2400" b="1" kern="0" spc="-10" dirty="0">
                <a:solidFill>
                  <a:prstClr val="black"/>
                </a:solidFill>
                <a:latin typeface="Calibri"/>
                <a:cs typeface="Calibri"/>
              </a:rPr>
              <a:t>豪も貢献しない</a:t>
            </a:r>
            <a:r>
              <a:rPr lang="ja-JP" altLang="en-US" sz="2400" kern="0" spc="-10" dirty="0">
                <a:solidFill>
                  <a:prstClr val="black"/>
                </a:solidFill>
                <a:latin typeface="Calibri"/>
                <a:cs typeface="Calibri"/>
              </a:rPr>
              <a:t>こと。</a:t>
            </a:r>
            <a:endParaRPr lang="en-GB" altLang="ja-JP" sz="2400" kern="0" spc="-10" dirty="0">
              <a:solidFill>
                <a:prstClr val="black"/>
              </a:solidFill>
              <a:latin typeface="Calibri"/>
              <a:cs typeface="Calibri"/>
            </a:endParaRPr>
          </a:p>
          <a:p>
            <a:pPr marL="360363" marR="5080" lvl="0" indent="-328613" defTabSz="914400" eaLnBrk="1" fontAlgn="auto" latinLnBrk="0" hangingPunct="1">
              <a:lnSpc>
                <a:spcPts val="3030"/>
              </a:lnSpc>
              <a:spcBef>
                <a:spcPts val="470"/>
              </a:spcBef>
              <a:spcAft>
                <a:spcPts val="0"/>
              </a:spcAft>
              <a:buClrTx/>
              <a:buSzTx/>
              <a:buFont typeface="+mj-lt"/>
              <a:buAutoNum type="arabicPeriod"/>
              <a:tabLst/>
              <a:defRPr/>
            </a:pPr>
            <a:r>
              <a:rPr lang="ja-JP" altLang="en-US" sz="2400" kern="0" spc="-10" dirty="0">
                <a:solidFill>
                  <a:prstClr val="black"/>
                </a:solidFill>
                <a:latin typeface="Calibri"/>
                <a:cs typeface="Calibri"/>
              </a:rPr>
              <a:t>実用的・技術的</a:t>
            </a:r>
            <a:r>
              <a:rPr lang="ja-JP" altLang="en-US" sz="2400" b="1" kern="0" spc="-10" dirty="0">
                <a:solidFill>
                  <a:prstClr val="black"/>
                </a:solidFill>
                <a:latin typeface="Calibri"/>
                <a:cs typeface="Calibri"/>
              </a:rPr>
              <a:t>ではないことをひたすら熱心に検証する</a:t>
            </a:r>
            <a:r>
              <a:rPr lang="ja-JP" altLang="en-US" sz="2400" kern="0" spc="-10" dirty="0">
                <a:solidFill>
                  <a:prstClr val="black"/>
                </a:solidFill>
                <a:latin typeface="Calibri"/>
                <a:cs typeface="Calibri"/>
              </a:rPr>
              <a:t>こと。</a:t>
            </a:r>
            <a:endParaRPr lang="en-GB" altLang="ja-JP" sz="2400" kern="0" spc="-10" dirty="0">
              <a:solidFill>
                <a:prstClr val="black"/>
              </a:solidFill>
              <a:latin typeface="Calibri"/>
              <a:cs typeface="Calibri"/>
            </a:endParaRPr>
          </a:p>
          <a:p>
            <a:pPr marL="360363" marR="5080" lvl="0" indent="-328613" defTabSz="914400" eaLnBrk="1" fontAlgn="auto" latinLnBrk="0" hangingPunct="1">
              <a:lnSpc>
                <a:spcPts val="3030"/>
              </a:lnSpc>
              <a:spcBef>
                <a:spcPts val="470"/>
              </a:spcBef>
              <a:spcAft>
                <a:spcPts val="0"/>
              </a:spcAft>
              <a:buClrTx/>
              <a:buSzTx/>
              <a:buFont typeface="+mj-lt"/>
              <a:buAutoNum type="arabicPeriod"/>
              <a:tabLst/>
              <a:defRPr/>
            </a:pPr>
            <a:r>
              <a:rPr lang="ja-JP" altLang="en-US" sz="2400" kern="0" spc="-10" dirty="0">
                <a:solidFill>
                  <a:prstClr val="black"/>
                </a:solidFill>
                <a:latin typeface="Calibri"/>
                <a:cs typeface="Calibri"/>
              </a:rPr>
              <a:t>客席の</a:t>
            </a:r>
            <a:r>
              <a:rPr lang="ja-JP" altLang="en-US" sz="2400" kern="0" spc="-10">
                <a:solidFill>
                  <a:prstClr val="black"/>
                </a:solidFill>
                <a:latin typeface="Calibri"/>
                <a:cs typeface="Calibri"/>
              </a:rPr>
              <a:t>皆さんを</a:t>
            </a:r>
            <a:r>
              <a:rPr lang="ja-JP" altLang="en-US" sz="2400" b="1" kern="0" spc="-10">
                <a:solidFill>
                  <a:prstClr val="black"/>
                </a:solidFill>
                <a:latin typeface="Calibri"/>
                <a:cs typeface="Calibri"/>
              </a:rPr>
              <a:t>言</a:t>
            </a:r>
            <a:r>
              <a:rPr lang="ja-JP" altLang="en-US" sz="2400" b="1" kern="0" spc="-10" dirty="0">
                <a:solidFill>
                  <a:prstClr val="black"/>
                </a:solidFill>
                <a:latin typeface="Calibri"/>
                <a:cs typeface="Calibri"/>
              </a:rPr>
              <a:t>語学的思考実験</a:t>
            </a:r>
            <a:r>
              <a:rPr lang="ja-JP" altLang="en-US" sz="2400" kern="0" spc="-10" dirty="0">
                <a:solidFill>
                  <a:prstClr val="black"/>
                </a:solidFill>
                <a:latin typeface="Calibri"/>
                <a:cs typeface="Calibri"/>
              </a:rPr>
              <a:t>の短い旅にお連れすること。</a:t>
            </a:r>
            <a:endParaRPr lang="en-GB" sz="2400" kern="0" spc="-10" dirty="0">
              <a:solidFill>
                <a:prstClr val="black"/>
              </a:solidFill>
              <a:latin typeface="Calibri"/>
              <a:cs typeface="Calibri"/>
            </a:endParaRPr>
          </a:p>
        </p:txBody>
      </p:sp>
    </p:spTree>
    <p:extLst>
      <p:ext uri="{BB962C8B-B14F-4D97-AF65-F5344CB8AC3E}">
        <p14:creationId xmlns:p14="http://schemas.microsoft.com/office/powerpoint/2010/main" val="3715280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a:extLst>
            <a:ext uri="{FF2B5EF4-FFF2-40B4-BE49-F238E27FC236}">
              <a16:creationId xmlns:a16="http://schemas.microsoft.com/office/drawing/2014/main" id="{C219C8C7-830A-8342-D56D-776768A5FED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F7270FA-54C3-4B2B-19DD-6737B9E9140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2. </a:t>
            </a:r>
            <a:r>
              <a:rPr lang="ja-JP" altLang="en-US" b="1" dirty="0">
                <a:latin typeface="Calibri (Headings)"/>
              </a:rPr>
              <a:t>自然言語と人間の思考</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69D5BBFA-A12D-31FD-4127-821B070E243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8825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a:extLst>
            <a:ext uri="{FF2B5EF4-FFF2-40B4-BE49-F238E27FC236}">
              <a16:creationId xmlns:a16="http://schemas.microsoft.com/office/drawing/2014/main" id="{002A424F-83C3-A33A-C93F-D036141C2449}"/>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B41AE2DC-7607-F50E-FFD3-4148D402CE5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854CDE2F-CFD1-ECF5-A139-88D30001AD7E}"/>
              </a:ext>
            </a:extLst>
          </p:cNvPr>
          <p:cNvSpPr>
            <a:spLocks noGrp="1"/>
          </p:cNvSpPr>
          <p:nvPr>
            <p:ph idx="1"/>
          </p:nvPr>
        </p:nvSpPr>
        <p:spPr>
          <a:xfrm>
            <a:off x="838200" y="1825625"/>
            <a:ext cx="10515600" cy="4351338"/>
          </a:xfrm>
          <a:ln>
            <a:noFill/>
          </a:ln>
        </p:spPr>
        <p:txBody>
          <a:bodyPr>
            <a:normAutofit/>
          </a:bodyPr>
          <a:lstStyle/>
          <a:p>
            <a:pPr marL="12700" marR="5080" indent="0">
              <a:lnSpc>
                <a:spcPts val="2590"/>
              </a:lnSpc>
              <a:spcBef>
                <a:spcPts val="425"/>
              </a:spcBef>
              <a:buNone/>
              <a:defRPr/>
            </a:pPr>
            <a:r>
              <a:rPr lang="ja-JP" altLang="en-US" sz="2600" b="1" dirty="0"/>
              <a:t>自然言語とコミュニケーション</a:t>
            </a:r>
            <a:endParaRPr lang="en-GB" sz="2600" b="1" dirty="0"/>
          </a:p>
          <a:p>
            <a:pPr marL="12700" marR="5080" indent="0">
              <a:lnSpc>
                <a:spcPts val="2590"/>
              </a:lnSpc>
              <a:spcBef>
                <a:spcPts val="425"/>
              </a:spcBef>
              <a:buNone/>
              <a:defRPr/>
            </a:pPr>
            <a:r>
              <a:rPr lang="ja-JP" altLang="en-US" sz="2400" dirty="0"/>
              <a:t>我々は自然言語という </a:t>
            </a:r>
            <a:r>
              <a:rPr lang="en-GB" altLang="ja-JP" sz="2400" dirty="0"/>
              <a:t>I/F </a:t>
            </a:r>
            <a:r>
              <a:rPr lang="ja-JP" altLang="en-US" sz="2400" dirty="0"/>
              <a:t>を通して以下の活動を行う。</a:t>
            </a:r>
            <a:endParaRPr lang="en-GB" sz="2400" dirty="0"/>
          </a:p>
        </p:txBody>
      </p:sp>
      <p:sp>
        <p:nvSpPr>
          <p:cNvPr id="7" name="タイトル 1">
            <a:extLst>
              <a:ext uri="{FF2B5EF4-FFF2-40B4-BE49-F238E27FC236}">
                <a16:creationId xmlns:a16="http://schemas.microsoft.com/office/drawing/2014/main" id="{8DCC632D-65E1-C654-92B4-77A91331039E}"/>
              </a:ext>
            </a:extLst>
          </p:cNvPr>
          <p:cNvSpPr>
            <a:spLocks noGrp="1"/>
          </p:cNvSpPr>
          <p:nvPr>
            <p:ph type="title"/>
          </p:nvPr>
        </p:nvSpPr>
        <p:spPr>
          <a:xfrm>
            <a:off x="838200" y="365125"/>
            <a:ext cx="10515600" cy="1325563"/>
          </a:xfrm>
        </p:spPr>
        <p:txBody>
          <a:bodyPr/>
          <a:lstStyle/>
          <a:p>
            <a:pPr algn="ctr"/>
            <a:r>
              <a:rPr lang="en-GB" altLang="ja-JP" b="1" dirty="0">
                <a:latin typeface="Calibri (Headings)"/>
              </a:rPr>
              <a:t>2. </a:t>
            </a:r>
            <a:r>
              <a:rPr lang="ja-JP" altLang="en-US" b="1" dirty="0">
                <a:latin typeface="Calibri (Headings)"/>
              </a:rPr>
              <a:t>自然言語と人間の思考</a:t>
            </a:r>
            <a:endParaRPr lang="en-GB" b="1" dirty="0">
              <a:latin typeface="Calibri (Headings)"/>
            </a:endParaRPr>
          </a:p>
        </p:txBody>
      </p:sp>
      <p:graphicFrame>
        <p:nvGraphicFramePr>
          <p:cNvPr id="2" name="Table 1">
            <a:extLst>
              <a:ext uri="{FF2B5EF4-FFF2-40B4-BE49-F238E27FC236}">
                <a16:creationId xmlns:a16="http://schemas.microsoft.com/office/drawing/2014/main" id="{2E026CE6-2101-6170-1596-E6B84C1E888E}"/>
              </a:ext>
            </a:extLst>
          </p:cNvPr>
          <p:cNvGraphicFramePr>
            <a:graphicFrameLocks noGrp="1"/>
          </p:cNvGraphicFramePr>
          <p:nvPr>
            <p:extLst>
              <p:ext uri="{D42A27DB-BD31-4B8C-83A1-F6EECF244321}">
                <p14:modId xmlns:p14="http://schemas.microsoft.com/office/powerpoint/2010/main" val="2862555663"/>
              </p:ext>
            </p:extLst>
          </p:nvPr>
        </p:nvGraphicFramePr>
        <p:xfrm>
          <a:off x="842394" y="2576911"/>
          <a:ext cx="10515601" cy="3751044"/>
        </p:xfrm>
        <a:graphic>
          <a:graphicData uri="http://schemas.openxmlformats.org/drawingml/2006/table">
            <a:tbl>
              <a:tblPr firstRow="1" bandRow="1">
                <a:tableStyleId>{5C22544A-7EE6-4342-B048-85BDC9FD1C3A}</a:tableStyleId>
              </a:tblPr>
              <a:tblGrid>
                <a:gridCol w="2978791">
                  <a:extLst>
                    <a:ext uri="{9D8B030D-6E8A-4147-A177-3AD203B41FA5}">
                      <a16:colId xmlns:a16="http://schemas.microsoft.com/office/drawing/2014/main" val="3019140161"/>
                    </a:ext>
                  </a:extLst>
                </a:gridCol>
                <a:gridCol w="4416803">
                  <a:extLst>
                    <a:ext uri="{9D8B030D-6E8A-4147-A177-3AD203B41FA5}">
                      <a16:colId xmlns:a16="http://schemas.microsoft.com/office/drawing/2014/main" val="1142388247"/>
                    </a:ext>
                  </a:extLst>
                </a:gridCol>
                <a:gridCol w="3120007">
                  <a:extLst>
                    <a:ext uri="{9D8B030D-6E8A-4147-A177-3AD203B41FA5}">
                      <a16:colId xmlns:a16="http://schemas.microsoft.com/office/drawing/2014/main" val="2260444570"/>
                    </a:ext>
                  </a:extLst>
                </a:gridCol>
              </a:tblGrid>
              <a:tr h="367764">
                <a:tc>
                  <a:txBody>
                    <a:bodyPr/>
                    <a:lstStyle/>
                    <a:p>
                      <a:pPr algn="ctr"/>
                      <a:r>
                        <a:rPr lang="ja-JP" altLang="en-US" sz="1800" dirty="0"/>
                        <a:t>コミュニケーションの分類</a:t>
                      </a:r>
                      <a:endParaRPr lang="en-GB" sz="1800" dirty="0"/>
                    </a:p>
                  </a:txBody>
                  <a:tcPr/>
                </a:tc>
                <a:tc>
                  <a:txBody>
                    <a:bodyPr/>
                    <a:lstStyle/>
                    <a:p>
                      <a:pPr algn="ctr"/>
                      <a:r>
                        <a:rPr lang="ja-JP" altLang="en-US" sz="1800" dirty="0"/>
                        <a:t>活動</a:t>
                      </a:r>
                      <a:endParaRPr lang="en-GB" sz="1800" dirty="0"/>
                    </a:p>
                  </a:txBody>
                  <a:tcPr/>
                </a:tc>
                <a:tc>
                  <a:txBody>
                    <a:bodyPr/>
                    <a:lstStyle/>
                    <a:p>
                      <a:pPr algn="ctr"/>
                      <a:r>
                        <a:rPr lang="ja-JP" altLang="en-US" sz="1800" dirty="0"/>
                        <a:t>行動</a:t>
                      </a:r>
                      <a:r>
                        <a:rPr lang="en-GB" altLang="ja-JP" sz="1800" dirty="0"/>
                        <a:t> / </a:t>
                      </a:r>
                      <a:r>
                        <a:rPr lang="ja-JP" altLang="en-US" sz="1800" dirty="0"/>
                        <a:t>要素</a:t>
                      </a:r>
                      <a:endParaRPr lang="en-GB" sz="1800" dirty="0"/>
                    </a:p>
                  </a:txBody>
                  <a:tcPr/>
                </a:tc>
                <a:extLst>
                  <a:ext uri="{0D108BD9-81ED-4DB2-BD59-A6C34878D82A}">
                    <a16:rowId xmlns:a16="http://schemas.microsoft.com/office/drawing/2014/main" val="4156401699"/>
                  </a:ext>
                </a:extLst>
              </a:tr>
              <a:tr h="617607">
                <a:tc rowSpan="2">
                  <a:txBody>
                    <a:bodyPr/>
                    <a:lstStyle/>
                    <a:p>
                      <a:r>
                        <a:rPr lang="ja-JP" altLang="en-US" sz="1800" b="1" dirty="0"/>
                        <a:t>外的コミュニケーション</a:t>
                      </a:r>
                      <a:endParaRPr lang="en-GB" altLang="ja-JP" sz="1800" b="1" dirty="0"/>
                    </a:p>
                    <a:p>
                      <a:r>
                        <a:rPr lang="en-GB" sz="1800" dirty="0"/>
                        <a:t>= </a:t>
                      </a:r>
                      <a:r>
                        <a:rPr lang="ja-JP" altLang="en-US" sz="1800" b="1" dirty="0"/>
                        <a:t>社会活動</a:t>
                      </a:r>
                      <a:endParaRPr lang="en-GB" sz="1800" b="1" dirty="0"/>
                    </a:p>
                  </a:txBody>
                  <a:tcPr>
                    <a:solidFill>
                      <a:schemeClr val="accent1">
                        <a:lumMod val="40000"/>
                        <a:lumOff val="60000"/>
                      </a:schemeClr>
                    </a:solidFill>
                  </a:tcPr>
                </a:tc>
                <a:tc>
                  <a:txBody>
                    <a:bodyPr/>
                    <a:lstStyle/>
                    <a:p>
                      <a:r>
                        <a:rPr lang="ja-JP" altLang="en-US" sz="1800" b="1" u="sng" dirty="0"/>
                        <a:t>他者との</a:t>
                      </a:r>
                      <a:r>
                        <a:rPr lang="ja-JP" altLang="en-US" sz="1800" b="1" dirty="0"/>
                        <a:t>情報交換</a:t>
                      </a:r>
                      <a:endParaRPr lang="en-GB" sz="1800" b="1" dirty="0"/>
                    </a:p>
                  </a:txBody>
                  <a:tcPr>
                    <a:solidFill>
                      <a:schemeClr val="accent1">
                        <a:lumMod val="40000"/>
                        <a:lumOff val="60000"/>
                      </a:schemeClr>
                    </a:solidFill>
                  </a:tcPr>
                </a:tc>
                <a:tc>
                  <a:txBody>
                    <a:bodyPr/>
                    <a:lstStyle/>
                    <a:p>
                      <a:pPr marL="180975" indent="-180975">
                        <a:buFont typeface="Arial" panose="020B0604020202020204" pitchFamily="34" charset="0"/>
                        <a:buChar char="•"/>
                      </a:pPr>
                      <a:r>
                        <a:rPr lang="ja-JP" altLang="en-US" sz="1800" dirty="0"/>
                        <a:t>質問する</a:t>
                      </a:r>
                      <a:endParaRPr lang="en-GB" sz="1800" dirty="0"/>
                    </a:p>
                    <a:p>
                      <a:pPr marL="180975" indent="-180975">
                        <a:buFont typeface="Arial" panose="020B0604020202020204" pitchFamily="34" charset="0"/>
                        <a:buChar char="•"/>
                      </a:pPr>
                      <a:r>
                        <a:rPr lang="ja-JP" altLang="en-US" sz="1800" dirty="0"/>
                        <a:t>主張する</a:t>
                      </a:r>
                      <a:endParaRPr lang="en-GB" sz="1800" dirty="0"/>
                    </a:p>
                  </a:txBody>
                  <a:tcPr>
                    <a:solidFill>
                      <a:schemeClr val="accent1">
                        <a:lumMod val="40000"/>
                        <a:lumOff val="60000"/>
                      </a:schemeClr>
                    </a:solidFill>
                  </a:tcPr>
                </a:tc>
                <a:extLst>
                  <a:ext uri="{0D108BD9-81ED-4DB2-BD59-A6C34878D82A}">
                    <a16:rowId xmlns:a16="http://schemas.microsoft.com/office/drawing/2014/main" val="4035499304"/>
                  </a:ext>
                </a:extLst>
              </a:tr>
              <a:tr h="1188720">
                <a:tc vMerge="1">
                  <a:txBody>
                    <a:bodyPr/>
                    <a:lstStyle/>
                    <a:p>
                      <a:endParaRPr lang="en-GB" dirty="0"/>
                    </a:p>
                  </a:txBody>
                  <a:tcPr>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b="1" u="sng" dirty="0"/>
                        <a:t>他者の</a:t>
                      </a:r>
                      <a:r>
                        <a:rPr lang="ja-JP" altLang="en-US" sz="1800" b="1" dirty="0"/>
                        <a:t>振舞いの制御と調整</a:t>
                      </a:r>
                      <a:endParaRPr lang="en-GB" sz="1800" b="1" dirty="0"/>
                    </a:p>
                  </a:txBody>
                  <a:tcPr>
                    <a:solidFill>
                      <a:schemeClr val="accent1">
                        <a:lumMod val="40000"/>
                        <a:lumOff val="60000"/>
                      </a:schemeClr>
                    </a:solidFill>
                  </a:tcPr>
                </a:tc>
                <a:tc>
                  <a:txBody>
                    <a:bodyPr/>
                    <a:lstStyle/>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800" dirty="0"/>
                        <a:t>要求する</a:t>
                      </a:r>
                      <a:endParaRPr lang="en-GB" altLang="ja-JP" sz="1800" dirty="0"/>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800" dirty="0"/>
                        <a:t>命令する</a:t>
                      </a:r>
                      <a:endParaRPr lang="en-GB" sz="1800" dirty="0"/>
                    </a:p>
                    <a:p>
                      <a:pPr marL="180975" indent="-180975">
                        <a:buFont typeface="Arial" panose="020B0604020202020204" pitchFamily="34" charset="0"/>
                        <a:buChar char="•"/>
                      </a:pPr>
                      <a:r>
                        <a:rPr lang="ja-JP" altLang="en-US" sz="1800" dirty="0"/>
                        <a:t>提案する</a:t>
                      </a:r>
                      <a:endParaRPr lang="en-GB" altLang="ja-JP" sz="1800" dirty="0"/>
                    </a:p>
                    <a:p>
                      <a:pPr marL="180975" indent="-180975">
                        <a:buFont typeface="Arial" panose="020B0604020202020204" pitchFamily="34" charset="0"/>
                        <a:buChar char="•"/>
                      </a:pPr>
                      <a:r>
                        <a:rPr lang="ja-JP" altLang="en-US" sz="1800" dirty="0"/>
                        <a:t>約束する</a:t>
                      </a:r>
                      <a:endParaRPr lang="en-GB" sz="1800" dirty="0"/>
                    </a:p>
                  </a:txBody>
                  <a:tcPr>
                    <a:solidFill>
                      <a:schemeClr val="accent1">
                        <a:lumMod val="40000"/>
                        <a:lumOff val="60000"/>
                      </a:schemeClr>
                    </a:solidFill>
                  </a:tcPr>
                </a:tc>
                <a:extLst>
                  <a:ext uri="{0D108BD9-81ED-4DB2-BD59-A6C34878D82A}">
                    <a16:rowId xmlns:a16="http://schemas.microsoft.com/office/drawing/2014/main" val="272085232"/>
                  </a:ext>
                </a:extLst>
              </a:tr>
              <a:tr h="370840">
                <a:tc rowSpan="2">
                  <a:txBody>
                    <a:bodyPr/>
                    <a:lstStyle/>
                    <a:p>
                      <a:r>
                        <a:rPr lang="ja-JP" altLang="en-US" sz="1800" b="1" dirty="0"/>
                        <a:t>内的コミュニケーション</a:t>
                      </a:r>
                      <a:endParaRPr lang="en-GB" altLang="ja-JP" sz="1800" b="1" dirty="0"/>
                    </a:p>
                    <a:p>
                      <a:r>
                        <a:rPr lang="en-GB" sz="1800" dirty="0"/>
                        <a:t>= </a:t>
                      </a:r>
                      <a:r>
                        <a:rPr lang="ja-JP" altLang="en-US" sz="1800" b="1" dirty="0"/>
                        <a:t>知的活動</a:t>
                      </a:r>
                      <a:endParaRPr lang="en-GB" sz="1800" b="1" dirty="0"/>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b="1" u="sng" dirty="0"/>
                        <a:t>自分の</a:t>
                      </a:r>
                      <a:r>
                        <a:rPr lang="ja-JP" altLang="en-US" sz="1800" b="1" dirty="0"/>
                        <a:t>知識の整理</a:t>
                      </a:r>
                      <a:endParaRPr lang="en-GB" altLang="ja-JP" sz="18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dirty="0"/>
                        <a:t>= </a:t>
                      </a:r>
                      <a:r>
                        <a:rPr lang="ja-JP" altLang="en-US" sz="1800" b="1" dirty="0"/>
                        <a:t>自分の外の世界にある対象物の分類</a:t>
                      </a:r>
                      <a:endParaRPr lang="en-GB" sz="1800" b="1" dirty="0"/>
                    </a:p>
                  </a:txBody>
                  <a:tcPr>
                    <a:solidFill>
                      <a:schemeClr val="accent2">
                        <a:lumMod val="40000"/>
                        <a:lumOff val="60000"/>
                      </a:schemeClr>
                    </a:solidFill>
                  </a:tcPr>
                </a:tc>
                <a:tc>
                  <a:txBody>
                    <a:bodyPr/>
                    <a:lstStyle/>
                    <a:p>
                      <a:pPr marL="180975" indent="-180975">
                        <a:buFont typeface="Arial" panose="020B0604020202020204" pitchFamily="34" charset="0"/>
                        <a:buChar char="•"/>
                      </a:pPr>
                      <a:r>
                        <a:rPr lang="ja-JP" altLang="en-US" sz="1800" dirty="0"/>
                        <a:t>生物</a:t>
                      </a:r>
                      <a:r>
                        <a:rPr lang="en-GB" sz="1800" dirty="0"/>
                        <a:t> vs. </a:t>
                      </a:r>
                      <a:r>
                        <a:rPr lang="ja-JP" altLang="en-US" sz="1800" dirty="0"/>
                        <a:t>無生物</a:t>
                      </a:r>
                      <a:endParaRPr lang="en-GB" sz="1800" dirty="0"/>
                    </a:p>
                    <a:p>
                      <a:pPr marL="180975" indent="-180975">
                        <a:buFont typeface="Arial" panose="020B0604020202020204" pitchFamily="34" charset="0"/>
                        <a:buChar char="•"/>
                      </a:pPr>
                      <a:r>
                        <a:rPr lang="ja-JP" altLang="en-US" sz="1800" dirty="0"/>
                        <a:t>植物</a:t>
                      </a:r>
                      <a:r>
                        <a:rPr lang="en-GB" sz="1800" dirty="0"/>
                        <a:t> vs. </a:t>
                      </a:r>
                      <a:r>
                        <a:rPr lang="ja-JP" altLang="en-US" sz="1800" dirty="0"/>
                        <a:t>動物</a:t>
                      </a:r>
                      <a:endParaRPr lang="en-GB" sz="1800" dirty="0"/>
                    </a:p>
                    <a:p>
                      <a:pPr marL="180975" indent="-180975">
                        <a:buFont typeface="Arial" panose="020B0604020202020204" pitchFamily="34" charset="0"/>
                        <a:buChar char="•"/>
                      </a:pPr>
                      <a:r>
                        <a:rPr lang="ja-JP" altLang="en-US" sz="1800" dirty="0"/>
                        <a:t>人間</a:t>
                      </a:r>
                      <a:r>
                        <a:rPr lang="en-GB" sz="1800" dirty="0"/>
                        <a:t> vs. </a:t>
                      </a:r>
                      <a:r>
                        <a:rPr lang="ja-JP" altLang="en-US" sz="1800" dirty="0"/>
                        <a:t>その他の動物</a:t>
                      </a:r>
                      <a:endParaRPr lang="en-GB" sz="1800" dirty="0"/>
                    </a:p>
                  </a:txBody>
                  <a:tcPr>
                    <a:solidFill>
                      <a:schemeClr val="accent2">
                        <a:lumMod val="40000"/>
                        <a:lumOff val="60000"/>
                      </a:schemeClr>
                    </a:solidFill>
                  </a:tcPr>
                </a:tc>
                <a:extLst>
                  <a:ext uri="{0D108BD9-81ED-4DB2-BD59-A6C34878D82A}">
                    <a16:rowId xmlns:a16="http://schemas.microsoft.com/office/drawing/2014/main" val="1004079077"/>
                  </a:ext>
                </a:extLst>
              </a:tr>
              <a:tr h="370840">
                <a:tc vMerge="1">
                  <a:txBody>
                    <a:bodyPr/>
                    <a:lstStyle/>
                    <a:p>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b="1" u="sng" dirty="0"/>
                        <a:t>自分の中での</a:t>
                      </a:r>
                      <a:r>
                        <a:rPr lang="ja-JP" altLang="en-US" sz="1800" b="1" dirty="0"/>
                        <a:t>理由付けと類推</a:t>
                      </a:r>
                      <a:endParaRPr lang="en-GB" altLang="ja-JP" sz="18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dirty="0"/>
                        <a:t>= </a:t>
                      </a:r>
                      <a:r>
                        <a:rPr lang="ja-JP" altLang="en-US" sz="1800" b="1" dirty="0"/>
                        <a:t>行間を読む</a:t>
                      </a:r>
                      <a:endParaRPr lang="en-GB" sz="1800" b="1" dirty="0"/>
                    </a:p>
                  </a:txBody>
                  <a:tcPr>
                    <a:solidFill>
                      <a:schemeClr val="accent2">
                        <a:lumMod val="40000"/>
                        <a:lumOff val="60000"/>
                      </a:schemeClr>
                    </a:solidFill>
                  </a:tcPr>
                </a:tc>
                <a:tc>
                  <a:txBody>
                    <a:bodyPr/>
                    <a:lstStyle/>
                    <a:p>
                      <a:pPr marL="180975" indent="-180975">
                        <a:buFont typeface="Arial" panose="020B0604020202020204" pitchFamily="34" charset="0"/>
                        <a:buChar char="•"/>
                      </a:pPr>
                      <a:r>
                        <a:rPr lang="ja-JP" altLang="en-US" sz="1800" dirty="0"/>
                        <a:t>額面通りの意味を理解する</a:t>
                      </a:r>
                      <a:endParaRPr lang="en-GB" sz="1800" b="1" dirty="0"/>
                    </a:p>
                    <a:p>
                      <a:pPr marL="180975" indent="-180975">
                        <a:buFont typeface="Arial" panose="020B0604020202020204" pitchFamily="34" charset="0"/>
                        <a:buChar char="•"/>
                      </a:pPr>
                      <a:r>
                        <a:rPr lang="ja-JP" altLang="en-US" sz="1800" b="0" dirty="0"/>
                        <a:t>含意を推論する</a:t>
                      </a:r>
                      <a:endParaRPr lang="en-GB" sz="1800" b="0" dirty="0"/>
                    </a:p>
                  </a:txBody>
                  <a:tcPr>
                    <a:solidFill>
                      <a:schemeClr val="accent2">
                        <a:lumMod val="40000"/>
                        <a:lumOff val="60000"/>
                      </a:schemeClr>
                    </a:solidFill>
                  </a:tcPr>
                </a:tc>
                <a:extLst>
                  <a:ext uri="{0D108BD9-81ED-4DB2-BD59-A6C34878D82A}">
                    <a16:rowId xmlns:a16="http://schemas.microsoft.com/office/drawing/2014/main" val="2929657319"/>
                  </a:ext>
                </a:extLst>
              </a:tr>
            </a:tbl>
          </a:graphicData>
        </a:graphic>
      </p:graphicFrame>
    </p:spTree>
    <p:extLst>
      <p:ext uri="{BB962C8B-B14F-4D97-AF65-F5344CB8AC3E}">
        <p14:creationId xmlns:p14="http://schemas.microsoft.com/office/powerpoint/2010/main" val="434991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a:extLst>
            <a:ext uri="{FF2B5EF4-FFF2-40B4-BE49-F238E27FC236}">
              <a16:creationId xmlns:a16="http://schemas.microsoft.com/office/drawing/2014/main" id="{D78CF6AA-CF15-B8E8-E065-37B253989BC2}"/>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34E9AD74-DB70-757D-0ADB-805EC0601D2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85023782-9474-F1F2-99A2-FF4D763CD9C0}"/>
              </a:ext>
            </a:extLst>
          </p:cNvPr>
          <p:cNvSpPr>
            <a:spLocks noGrp="1"/>
          </p:cNvSpPr>
          <p:nvPr>
            <p:ph idx="1"/>
          </p:nvPr>
        </p:nvSpPr>
        <p:spPr>
          <a:xfrm>
            <a:off x="838200" y="1825625"/>
            <a:ext cx="10515600" cy="4351338"/>
          </a:xfrm>
          <a:ln>
            <a:noFill/>
          </a:ln>
        </p:spPr>
        <p:txBody>
          <a:bodyPr>
            <a:normAutofit/>
          </a:bodyPr>
          <a:lstStyle/>
          <a:p>
            <a:pPr marL="12700" marR="5080" indent="0">
              <a:lnSpc>
                <a:spcPts val="2590"/>
              </a:lnSpc>
              <a:spcBef>
                <a:spcPts val="425"/>
              </a:spcBef>
              <a:buNone/>
              <a:defRPr/>
            </a:pPr>
            <a:r>
              <a:rPr lang="ja-JP" altLang="en-US" sz="2600" b="1" dirty="0"/>
              <a:t>ジョージ・オーウェル著</a:t>
            </a:r>
            <a:r>
              <a:rPr lang="en-US" altLang="ja-JP" sz="2600" b="1" dirty="0"/>
              <a:t>『</a:t>
            </a:r>
            <a:r>
              <a:rPr lang="en-GB" altLang="ja-JP" sz="2600" b="1" dirty="0"/>
              <a:t>1984</a:t>
            </a:r>
            <a:r>
              <a:rPr lang="ja-JP" altLang="en-US" sz="2600" b="1" dirty="0"/>
              <a:t>年</a:t>
            </a:r>
            <a:r>
              <a:rPr lang="en-US" altLang="ja-JP" sz="2600" b="1" dirty="0"/>
              <a:t>』</a:t>
            </a:r>
            <a:r>
              <a:rPr lang="ja-JP" altLang="en-US" sz="2600" b="1" dirty="0"/>
              <a:t>の</a:t>
            </a:r>
            <a:r>
              <a:rPr lang="en-GB" altLang="ja-JP" sz="2600" b="1" dirty="0"/>
              <a:t> </a:t>
            </a:r>
            <a:r>
              <a:rPr lang="en-GB" altLang="ja-JP" sz="2600" b="1" dirty="0">
                <a:hlinkClick r:id="rId3"/>
              </a:rPr>
              <a:t>Newspeak</a:t>
            </a:r>
            <a:endParaRPr lang="en-GB" sz="2600" b="1" dirty="0"/>
          </a:p>
          <a:p>
            <a:pPr marL="12700" marR="5080" indent="0">
              <a:lnSpc>
                <a:spcPts val="2590"/>
              </a:lnSpc>
              <a:spcBef>
                <a:spcPts val="425"/>
              </a:spcBef>
              <a:buNone/>
              <a:defRPr/>
            </a:pPr>
            <a:r>
              <a:rPr lang="ja-JP" altLang="en-US" sz="2400" dirty="0"/>
              <a:t>当該小説の世界の「オセアニア社会」で設計・部分適用された架空言語。</a:t>
            </a:r>
            <a:endParaRPr lang="en-GB" sz="2400" dirty="0"/>
          </a:p>
          <a:p>
            <a:pPr marL="12700" marR="5080" indent="0">
              <a:lnSpc>
                <a:spcPts val="2590"/>
              </a:lnSpc>
              <a:spcBef>
                <a:spcPts val="425"/>
              </a:spcBef>
              <a:buNone/>
              <a:defRPr/>
            </a:pPr>
            <a:r>
              <a:rPr lang="ja-JP" altLang="en-US" sz="2400" dirty="0"/>
              <a:t>主たる目的は</a:t>
            </a:r>
            <a:r>
              <a:rPr lang="ja-JP" altLang="en-US" sz="2400" b="1" dirty="0"/>
              <a:t>関連する概念ごと語彙を消し去り反政府思想を統制する</a:t>
            </a:r>
            <a:r>
              <a:rPr lang="ja-JP" altLang="en-US" sz="2400" dirty="0"/>
              <a:t>こと。</a:t>
            </a:r>
            <a:endParaRPr lang="en-GB" sz="2400" dirty="0"/>
          </a:p>
          <a:p>
            <a:pPr marL="12700" marR="5080" indent="0">
              <a:lnSpc>
                <a:spcPts val="2590"/>
              </a:lnSpc>
              <a:spcBef>
                <a:spcPts val="425"/>
              </a:spcBef>
              <a:buNone/>
              <a:defRPr/>
            </a:pPr>
            <a:r>
              <a:rPr lang="ja-JP" altLang="en-US" sz="2400" dirty="0"/>
              <a:t>すなわち、ある言葉が消えるとそれに対応する概念すら我々は失う。</a:t>
            </a:r>
            <a:endParaRPr lang="en-GB" sz="2400" dirty="0"/>
          </a:p>
          <a:p>
            <a:pPr marL="12700" marR="5080" indent="0">
              <a:lnSpc>
                <a:spcPts val="2590"/>
              </a:lnSpc>
              <a:spcBef>
                <a:spcPts val="425"/>
              </a:spcBef>
              <a:buNone/>
              <a:defRPr/>
            </a:pPr>
            <a:r>
              <a:rPr lang="ja-JP" altLang="en-US" sz="2400" dirty="0"/>
              <a:t>以下に</a:t>
            </a:r>
            <a:r>
              <a:rPr lang="en-GB" altLang="ja-JP" sz="2400" dirty="0"/>
              <a:t> </a:t>
            </a:r>
            <a:r>
              <a:rPr lang="en-GB" sz="2400" dirty="0"/>
              <a:t>Oldspeak(</a:t>
            </a:r>
            <a:r>
              <a:rPr lang="en-GB" sz="2400" dirty="0">
                <a:hlinkClick r:id="rId4"/>
              </a:rPr>
              <a:t>Present-Day English</a:t>
            </a:r>
            <a:r>
              <a:rPr lang="en-GB" sz="2400" dirty="0"/>
              <a:t>) </a:t>
            </a:r>
            <a:r>
              <a:rPr lang="ja-JP" altLang="en-US" sz="2400" dirty="0"/>
              <a:t>と</a:t>
            </a:r>
            <a:r>
              <a:rPr lang="en-GB" sz="2400" dirty="0"/>
              <a:t> Newspeak </a:t>
            </a:r>
            <a:r>
              <a:rPr lang="ja-JP" altLang="en-US" sz="2400" dirty="0"/>
              <a:t>の対比を示す。</a:t>
            </a:r>
            <a:endParaRPr lang="en-GB" sz="1800" dirty="0"/>
          </a:p>
          <a:p>
            <a:pPr marL="12700" marR="5080" indent="0">
              <a:lnSpc>
                <a:spcPts val="2590"/>
              </a:lnSpc>
              <a:spcBef>
                <a:spcPts val="425"/>
              </a:spcBef>
              <a:buNone/>
              <a:defRPr/>
            </a:pPr>
            <a:endParaRPr lang="en-GB" sz="2400" dirty="0"/>
          </a:p>
        </p:txBody>
      </p:sp>
      <p:sp>
        <p:nvSpPr>
          <p:cNvPr id="7" name="タイトル 1">
            <a:extLst>
              <a:ext uri="{FF2B5EF4-FFF2-40B4-BE49-F238E27FC236}">
                <a16:creationId xmlns:a16="http://schemas.microsoft.com/office/drawing/2014/main" id="{53E319C1-6920-DB70-35EB-B5EA6AE613C0}"/>
              </a:ext>
            </a:extLst>
          </p:cNvPr>
          <p:cNvSpPr>
            <a:spLocks noGrp="1"/>
          </p:cNvSpPr>
          <p:nvPr>
            <p:ph type="title"/>
          </p:nvPr>
        </p:nvSpPr>
        <p:spPr>
          <a:xfrm>
            <a:off x="838200" y="365125"/>
            <a:ext cx="10515600" cy="1325563"/>
          </a:xfrm>
        </p:spPr>
        <p:txBody>
          <a:bodyPr/>
          <a:lstStyle/>
          <a:p>
            <a:pPr algn="ctr"/>
            <a:r>
              <a:rPr lang="en-GB" altLang="ja-JP" b="1" dirty="0">
                <a:latin typeface="Calibri (Headings)"/>
              </a:rPr>
              <a:t>2. </a:t>
            </a:r>
            <a:r>
              <a:rPr lang="ja-JP" altLang="en-US" b="1" dirty="0">
                <a:latin typeface="Calibri (Headings)"/>
              </a:rPr>
              <a:t>自然言語と人間の思考</a:t>
            </a:r>
            <a:endParaRPr lang="en-GB" b="1" dirty="0">
              <a:latin typeface="Calibri (Headings)"/>
            </a:endParaRPr>
          </a:p>
        </p:txBody>
      </p:sp>
      <p:graphicFrame>
        <p:nvGraphicFramePr>
          <p:cNvPr id="2" name="Table 1">
            <a:extLst>
              <a:ext uri="{FF2B5EF4-FFF2-40B4-BE49-F238E27FC236}">
                <a16:creationId xmlns:a16="http://schemas.microsoft.com/office/drawing/2014/main" id="{FDE732D3-D3E7-1C8B-7FEC-BDE8A05228FD}"/>
              </a:ext>
            </a:extLst>
          </p:cNvPr>
          <p:cNvGraphicFramePr>
            <a:graphicFrameLocks noGrp="1"/>
          </p:cNvGraphicFramePr>
          <p:nvPr>
            <p:extLst>
              <p:ext uri="{D42A27DB-BD31-4B8C-83A1-F6EECF244321}">
                <p14:modId xmlns:p14="http://schemas.microsoft.com/office/powerpoint/2010/main" val="3557418605"/>
              </p:ext>
            </p:extLst>
          </p:nvPr>
        </p:nvGraphicFramePr>
        <p:xfrm>
          <a:off x="834006" y="3755578"/>
          <a:ext cx="10523988" cy="2595880"/>
        </p:xfrm>
        <a:graphic>
          <a:graphicData uri="http://schemas.openxmlformats.org/drawingml/2006/table">
            <a:tbl>
              <a:tblPr firstRow="1" bandRow="1">
                <a:tableStyleId>{5C22544A-7EE6-4342-B048-85BDC9FD1C3A}</a:tableStyleId>
              </a:tblPr>
              <a:tblGrid>
                <a:gridCol w="3507996">
                  <a:extLst>
                    <a:ext uri="{9D8B030D-6E8A-4147-A177-3AD203B41FA5}">
                      <a16:colId xmlns:a16="http://schemas.microsoft.com/office/drawing/2014/main" val="2626384933"/>
                    </a:ext>
                  </a:extLst>
                </a:gridCol>
                <a:gridCol w="3507996">
                  <a:extLst>
                    <a:ext uri="{9D8B030D-6E8A-4147-A177-3AD203B41FA5}">
                      <a16:colId xmlns:a16="http://schemas.microsoft.com/office/drawing/2014/main" val="476515329"/>
                    </a:ext>
                  </a:extLst>
                </a:gridCol>
                <a:gridCol w="3507996">
                  <a:extLst>
                    <a:ext uri="{9D8B030D-6E8A-4147-A177-3AD203B41FA5}">
                      <a16:colId xmlns:a16="http://schemas.microsoft.com/office/drawing/2014/main" val="3189895592"/>
                    </a:ext>
                  </a:extLst>
                </a:gridCol>
              </a:tblGrid>
              <a:tr h="370840">
                <a:tc>
                  <a:txBody>
                    <a:bodyPr/>
                    <a:lstStyle/>
                    <a:p>
                      <a:pPr algn="ctr"/>
                      <a:r>
                        <a:rPr lang="ja-JP" altLang="en-US" dirty="0"/>
                        <a:t>属性</a:t>
                      </a:r>
                      <a:endParaRPr lang="en-GB" dirty="0"/>
                    </a:p>
                  </a:txBody>
                  <a:tcPr/>
                </a:tc>
                <a:tc>
                  <a:txBody>
                    <a:bodyPr/>
                    <a:lstStyle/>
                    <a:p>
                      <a:pPr algn="ctr"/>
                      <a:r>
                        <a:rPr lang="en-GB" dirty="0"/>
                        <a:t>Oldspeak(</a:t>
                      </a:r>
                      <a:r>
                        <a:rPr lang="ja-JP" altLang="en-US" dirty="0"/>
                        <a:t>現代英語</a:t>
                      </a:r>
                      <a:r>
                        <a:rPr lang="en-GB" dirty="0"/>
                        <a:t>)</a:t>
                      </a:r>
                    </a:p>
                  </a:txBody>
                  <a:tcPr/>
                </a:tc>
                <a:tc>
                  <a:txBody>
                    <a:bodyPr/>
                    <a:lstStyle/>
                    <a:p>
                      <a:pPr algn="ctr"/>
                      <a:r>
                        <a:rPr lang="en-GB" dirty="0"/>
                        <a:t>Newspeak</a:t>
                      </a:r>
                    </a:p>
                  </a:txBody>
                  <a:tcPr/>
                </a:tc>
                <a:extLst>
                  <a:ext uri="{0D108BD9-81ED-4DB2-BD59-A6C34878D82A}">
                    <a16:rowId xmlns:a16="http://schemas.microsoft.com/office/drawing/2014/main" val="3829108762"/>
                  </a:ext>
                </a:extLst>
              </a:tr>
              <a:tr h="370840">
                <a:tc>
                  <a:txBody>
                    <a:bodyPr/>
                    <a:lstStyle/>
                    <a:p>
                      <a:r>
                        <a:rPr lang="ja-JP" altLang="en-US" b="1" dirty="0"/>
                        <a:t>語彙と表現</a:t>
                      </a:r>
                      <a:endParaRPr lang="en-GB" b="1" dirty="0"/>
                    </a:p>
                  </a:txBody>
                  <a:tcPr/>
                </a:tc>
                <a:tc>
                  <a:txBody>
                    <a:bodyPr/>
                    <a:lstStyle/>
                    <a:p>
                      <a:r>
                        <a:rPr lang="ja-JP" altLang="en-US" b="0" dirty="0"/>
                        <a:t>毎秒</a:t>
                      </a:r>
                      <a:r>
                        <a:rPr lang="ja-JP" altLang="en-US" b="1" dirty="0"/>
                        <a:t>豊かに</a:t>
                      </a:r>
                      <a:endParaRPr lang="en-GB" b="0" dirty="0"/>
                    </a:p>
                  </a:txBody>
                  <a:tcPr>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0" dirty="0"/>
                        <a:t>毎年</a:t>
                      </a:r>
                      <a:r>
                        <a:rPr lang="ja-JP" altLang="en-US" b="1" dirty="0"/>
                        <a:t>貧弱に</a:t>
                      </a:r>
                      <a:endParaRPr lang="en-GB" b="1" dirty="0"/>
                    </a:p>
                  </a:txBody>
                  <a:tcPr>
                    <a:solidFill>
                      <a:schemeClr val="accent2">
                        <a:lumMod val="40000"/>
                        <a:lumOff val="60000"/>
                      </a:schemeClr>
                    </a:solidFill>
                  </a:tcPr>
                </a:tc>
                <a:extLst>
                  <a:ext uri="{0D108BD9-81ED-4DB2-BD59-A6C34878D82A}">
                    <a16:rowId xmlns:a16="http://schemas.microsoft.com/office/drawing/2014/main" val="3036156972"/>
                  </a:ext>
                </a:extLst>
              </a:tr>
              <a:tr h="370840">
                <a:tc>
                  <a:txBody>
                    <a:bodyPr/>
                    <a:lstStyle/>
                    <a:p>
                      <a:r>
                        <a:rPr lang="ja-JP" altLang="en-US" b="1" dirty="0"/>
                        <a:t>人間の思考の統制</a:t>
                      </a:r>
                      <a:endParaRPr lang="en-GB"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1" dirty="0"/>
                        <a:t>緩い</a:t>
                      </a:r>
                      <a:endParaRPr lang="en-GB" b="1" dirty="0"/>
                    </a:p>
                  </a:txBody>
                  <a:tcPr>
                    <a:solidFill>
                      <a:schemeClr val="accent1">
                        <a:lumMod val="40000"/>
                        <a:lumOff val="60000"/>
                      </a:schemeClr>
                    </a:solidFill>
                  </a:tcPr>
                </a:tc>
                <a:tc>
                  <a:txBody>
                    <a:bodyPr/>
                    <a:lstStyle/>
                    <a:p>
                      <a:r>
                        <a:rPr lang="ja-JP" altLang="en-US" b="1" dirty="0"/>
                        <a:t>厳しい</a:t>
                      </a:r>
                      <a:endParaRPr lang="en-GB" b="1" dirty="0"/>
                    </a:p>
                  </a:txBody>
                  <a:tcPr>
                    <a:solidFill>
                      <a:schemeClr val="accent2">
                        <a:lumMod val="40000"/>
                        <a:lumOff val="60000"/>
                      </a:schemeClr>
                    </a:solidFill>
                  </a:tcPr>
                </a:tc>
                <a:extLst>
                  <a:ext uri="{0D108BD9-81ED-4DB2-BD59-A6C34878D82A}">
                    <a16:rowId xmlns:a16="http://schemas.microsoft.com/office/drawing/2014/main" val="1054099319"/>
                  </a:ext>
                </a:extLst>
              </a:tr>
              <a:tr h="370840">
                <a:tc>
                  <a:txBody>
                    <a:bodyPr/>
                    <a:lstStyle/>
                    <a:p>
                      <a:r>
                        <a:rPr lang="ja-JP" altLang="en-US" b="1" dirty="0"/>
                        <a:t>表現の柔軟性</a:t>
                      </a:r>
                      <a:endParaRPr lang="en-GB" b="1" dirty="0"/>
                    </a:p>
                  </a:txBody>
                  <a:tcPr/>
                </a:tc>
                <a:tc>
                  <a:txBody>
                    <a:bodyPr/>
                    <a:lstStyle/>
                    <a:p>
                      <a:r>
                        <a:rPr lang="ja-JP" altLang="en-US" b="1" dirty="0"/>
                        <a:t>非常に高い</a:t>
                      </a:r>
                      <a:endParaRPr lang="en-GB" b="1" dirty="0"/>
                    </a:p>
                  </a:txBody>
                  <a:tcPr>
                    <a:solidFill>
                      <a:schemeClr val="accent1">
                        <a:lumMod val="40000"/>
                        <a:lumOff val="60000"/>
                      </a:schemeClr>
                    </a:solidFill>
                  </a:tcPr>
                </a:tc>
                <a:tc>
                  <a:txBody>
                    <a:bodyPr/>
                    <a:lstStyle/>
                    <a:p>
                      <a:r>
                        <a:rPr lang="ja-JP" altLang="en-US" b="1" dirty="0"/>
                        <a:t>皆無</a:t>
                      </a:r>
                      <a:endParaRPr lang="en-GB" b="1" dirty="0"/>
                    </a:p>
                  </a:txBody>
                  <a:tcPr>
                    <a:solidFill>
                      <a:schemeClr val="accent2">
                        <a:lumMod val="40000"/>
                        <a:lumOff val="60000"/>
                      </a:schemeClr>
                    </a:solidFill>
                  </a:tcPr>
                </a:tc>
                <a:extLst>
                  <a:ext uri="{0D108BD9-81ED-4DB2-BD59-A6C34878D82A}">
                    <a16:rowId xmlns:a16="http://schemas.microsoft.com/office/drawing/2014/main" val="486511377"/>
                  </a:ext>
                </a:extLst>
              </a:tr>
              <a:tr h="370840">
                <a:tc>
                  <a:txBody>
                    <a:bodyPr/>
                    <a:lstStyle/>
                    <a:p>
                      <a:r>
                        <a:rPr lang="ja-JP" altLang="en-US" b="1" dirty="0"/>
                        <a:t>曖昧さ</a:t>
                      </a:r>
                      <a:endParaRPr lang="en-GB" b="1" dirty="0"/>
                    </a:p>
                  </a:txBody>
                  <a:tcPr/>
                </a:tc>
                <a:tc>
                  <a:txBody>
                    <a:bodyPr/>
                    <a:lstStyle/>
                    <a:p>
                      <a:r>
                        <a:rPr lang="ja-JP" altLang="en-US" b="1" dirty="0"/>
                        <a:t>少ない</a:t>
                      </a:r>
                      <a:endParaRPr lang="en-GB" b="1" dirty="0"/>
                    </a:p>
                  </a:txBody>
                  <a:tcPr>
                    <a:solidFill>
                      <a:schemeClr val="accent1">
                        <a:lumMod val="40000"/>
                        <a:lumOff val="60000"/>
                      </a:schemeClr>
                    </a:solidFill>
                  </a:tcPr>
                </a:tc>
                <a:tc>
                  <a:txBody>
                    <a:bodyPr/>
                    <a:lstStyle/>
                    <a:p>
                      <a:r>
                        <a:rPr lang="ja-JP" altLang="en-US" b="1" dirty="0"/>
                        <a:t>多い</a:t>
                      </a:r>
                      <a:endParaRPr lang="en-GB" b="1" dirty="0"/>
                    </a:p>
                  </a:txBody>
                  <a:tcPr>
                    <a:solidFill>
                      <a:schemeClr val="accent2">
                        <a:lumMod val="40000"/>
                        <a:lumOff val="60000"/>
                      </a:schemeClr>
                    </a:solidFill>
                  </a:tcPr>
                </a:tc>
                <a:extLst>
                  <a:ext uri="{0D108BD9-81ED-4DB2-BD59-A6C34878D82A}">
                    <a16:rowId xmlns:a16="http://schemas.microsoft.com/office/drawing/2014/main" val="3891510492"/>
                  </a:ext>
                </a:extLst>
              </a:tr>
              <a:tr h="370840">
                <a:tc>
                  <a:txBody>
                    <a:bodyPr/>
                    <a:lstStyle/>
                    <a:p>
                      <a:r>
                        <a:rPr lang="ja-JP" altLang="en-US" b="1" dirty="0"/>
                        <a:t>認知負荷</a:t>
                      </a:r>
                      <a:endParaRPr lang="en-GB" b="1" dirty="0"/>
                    </a:p>
                  </a:txBody>
                  <a:tcPr/>
                </a:tc>
                <a:tc>
                  <a:txBody>
                    <a:bodyPr/>
                    <a:lstStyle/>
                    <a:p>
                      <a:r>
                        <a:rPr lang="ja-JP" altLang="en-US" b="1" dirty="0"/>
                        <a:t>低い</a:t>
                      </a:r>
                      <a:r>
                        <a:rPr lang="en-US" altLang="ja-JP" b="1" dirty="0"/>
                        <a:t>(</a:t>
                      </a:r>
                      <a:r>
                        <a:rPr lang="ja-JP" altLang="en-US" b="1" dirty="0"/>
                        <a:t>ローコンテクスト</a:t>
                      </a:r>
                      <a:r>
                        <a:rPr lang="en-US" altLang="ja-JP" b="1" dirty="0"/>
                        <a:t>)</a:t>
                      </a:r>
                      <a:endParaRPr lang="en-GB" b="1" dirty="0"/>
                    </a:p>
                  </a:txBody>
                  <a:tcPr>
                    <a:solidFill>
                      <a:schemeClr val="accent1">
                        <a:lumMod val="40000"/>
                        <a:lumOff val="60000"/>
                      </a:schemeClr>
                    </a:solidFill>
                  </a:tcPr>
                </a:tc>
                <a:tc>
                  <a:txBody>
                    <a:bodyPr/>
                    <a:lstStyle/>
                    <a:p>
                      <a:r>
                        <a:rPr lang="ja-JP" altLang="en-US" b="1" dirty="0"/>
                        <a:t>高い</a:t>
                      </a:r>
                      <a:r>
                        <a:rPr lang="en-US" altLang="ja-JP" b="1" dirty="0"/>
                        <a:t>(</a:t>
                      </a:r>
                      <a:r>
                        <a:rPr lang="ja-JP" altLang="en-US" b="1" dirty="0"/>
                        <a:t>ハイコンテクスト</a:t>
                      </a:r>
                      <a:r>
                        <a:rPr lang="en-US" altLang="ja-JP" b="1" dirty="0"/>
                        <a:t>)</a:t>
                      </a:r>
                      <a:endParaRPr lang="en-GB" b="1" dirty="0"/>
                    </a:p>
                  </a:txBody>
                  <a:tcPr>
                    <a:solidFill>
                      <a:schemeClr val="accent2">
                        <a:lumMod val="40000"/>
                        <a:lumOff val="60000"/>
                      </a:schemeClr>
                    </a:solidFill>
                  </a:tcPr>
                </a:tc>
                <a:extLst>
                  <a:ext uri="{0D108BD9-81ED-4DB2-BD59-A6C34878D82A}">
                    <a16:rowId xmlns:a16="http://schemas.microsoft.com/office/drawing/2014/main" val="502369315"/>
                  </a:ext>
                </a:extLst>
              </a:tr>
              <a:tr h="370840">
                <a:tc>
                  <a:txBody>
                    <a:bodyPr/>
                    <a:lstStyle/>
                    <a:p>
                      <a:r>
                        <a:rPr lang="ja-JP" altLang="en-US" b="1" dirty="0"/>
                        <a:t>表現の合意形成</a:t>
                      </a:r>
                      <a:endParaRPr lang="en-GB" b="1" dirty="0"/>
                    </a:p>
                  </a:txBody>
                  <a:tcPr/>
                </a:tc>
                <a:tc>
                  <a:txBody>
                    <a:bodyPr/>
                    <a:lstStyle/>
                    <a:p>
                      <a:r>
                        <a:rPr lang="ja-JP" altLang="en-US" b="1" dirty="0"/>
                        <a:t>困難</a:t>
                      </a:r>
                      <a:endParaRPr lang="en-GB" b="1" dirty="0"/>
                    </a:p>
                  </a:txBody>
                  <a:tcPr>
                    <a:solidFill>
                      <a:schemeClr val="accent1">
                        <a:lumMod val="40000"/>
                        <a:lumOff val="60000"/>
                      </a:schemeClr>
                    </a:solidFill>
                  </a:tcPr>
                </a:tc>
                <a:tc>
                  <a:txBody>
                    <a:bodyPr/>
                    <a:lstStyle/>
                    <a:p>
                      <a:r>
                        <a:rPr lang="ja-JP" altLang="en-US" b="1" dirty="0"/>
                        <a:t>容易</a:t>
                      </a:r>
                      <a:endParaRPr lang="en-GB" b="1" dirty="0"/>
                    </a:p>
                  </a:txBody>
                  <a:tcPr>
                    <a:solidFill>
                      <a:schemeClr val="accent2">
                        <a:lumMod val="40000"/>
                        <a:lumOff val="60000"/>
                      </a:schemeClr>
                    </a:solidFill>
                  </a:tcPr>
                </a:tc>
                <a:extLst>
                  <a:ext uri="{0D108BD9-81ED-4DB2-BD59-A6C34878D82A}">
                    <a16:rowId xmlns:a16="http://schemas.microsoft.com/office/drawing/2014/main" val="682047934"/>
                  </a:ext>
                </a:extLst>
              </a:tr>
            </a:tbl>
          </a:graphicData>
        </a:graphic>
      </p:graphicFrame>
    </p:spTree>
    <p:extLst>
      <p:ext uri="{BB962C8B-B14F-4D97-AF65-F5344CB8AC3E}">
        <p14:creationId xmlns:p14="http://schemas.microsoft.com/office/powerpoint/2010/main" val="3378357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GB" altLang="ja-JP" sz="4000" b="1" dirty="0">
                <a:latin typeface="Calibri (Headings)"/>
              </a:rPr>
              <a:t>3. </a:t>
            </a:r>
            <a:r>
              <a:rPr lang="ja-JP" altLang="en-US" sz="4000" b="1" dirty="0">
                <a:latin typeface="Calibri (Headings)"/>
              </a:rPr>
              <a:t>プログラミング言語と人間の思考</a:t>
            </a:r>
            <a:endParaRPr lang="en-GB" sz="4000"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969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a:extLst>
            <a:ext uri="{FF2B5EF4-FFF2-40B4-BE49-F238E27FC236}">
              <a16:creationId xmlns:a16="http://schemas.microsoft.com/office/drawing/2014/main" id="{14FC3A42-1602-6346-C394-F3CA3D84D0BC}"/>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D0AFCAAA-78C6-108D-5A85-C14AE103278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1C0DC941-B727-959F-327D-C5B115D5B86B}"/>
              </a:ext>
            </a:extLst>
          </p:cNvPr>
          <p:cNvSpPr>
            <a:spLocks noGrp="1"/>
          </p:cNvSpPr>
          <p:nvPr>
            <p:ph idx="1"/>
          </p:nvPr>
        </p:nvSpPr>
        <p:spPr>
          <a:xfrm>
            <a:off x="838200" y="1825625"/>
            <a:ext cx="10515600" cy="4351338"/>
          </a:xfrm>
          <a:ln>
            <a:noFill/>
          </a:ln>
        </p:spPr>
        <p:txBody>
          <a:bodyPr>
            <a:normAutofit/>
          </a:bodyPr>
          <a:lstStyle/>
          <a:p>
            <a:pPr marL="12700" marR="5080" indent="0">
              <a:lnSpc>
                <a:spcPts val="2590"/>
              </a:lnSpc>
              <a:spcBef>
                <a:spcPts val="425"/>
              </a:spcBef>
              <a:buNone/>
              <a:defRPr/>
            </a:pPr>
            <a:r>
              <a:rPr lang="ja-JP" altLang="en-US" sz="2600" b="1" dirty="0"/>
              <a:t>プログラミング言語とコミュニケーション</a:t>
            </a:r>
            <a:endParaRPr lang="en-GB" sz="2600" b="1" dirty="0"/>
          </a:p>
          <a:p>
            <a:pPr marL="12700" marR="5080" indent="0">
              <a:lnSpc>
                <a:spcPts val="2590"/>
              </a:lnSpc>
              <a:spcBef>
                <a:spcPts val="425"/>
              </a:spcBef>
              <a:buNone/>
              <a:defRPr/>
            </a:pPr>
            <a:r>
              <a:rPr lang="ja-JP" altLang="en-US" sz="2400" dirty="0"/>
              <a:t>我々はプログラミング言語という </a:t>
            </a:r>
            <a:r>
              <a:rPr lang="en-GB" altLang="ja-JP" sz="2400" dirty="0"/>
              <a:t>I/F </a:t>
            </a:r>
            <a:r>
              <a:rPr lang="ja-JP" altLang="en-US" sz="2400" dirty="0"/>
              <a:t>を通して以下の活動を行う。</a:t>
            </a:r>
            <a:endParaRPr lang="en-GB" sz="2400" dirty="0"/>
          </a:p>
        </p:txBody>
      </p:sp>
      <p:sp>
        <p:nvSpPr>
          <p:cNvPr id="7" name="タイトル 1">
            <a:extLst>
              <a:ext uri="{FF2B5EF4-FFF2-40B4-BE49-F238E27FC236}">
                <a16:creationId xmlns:a16="http://schemas.microsoft.com/office/drawing/2014/main" id="{1D84198C-2EE2-093B-AD69-7145AA7F96AA}"/>
              </a:ext>
            </a:extLst>
          </p:cNvPr>
          <p:cNvSpPr>
            <a:spLocks noGrp="1"/>
          </p:cNvSpPr>
          <p:nvPr>
            <p:ph type="title"/>
          </p:nvPr>
        </p:nvSpPr>
        <p:spPr>
          <a:xfrm>
            <a:off x="838200" y="365125"/>
            <a:ext cx="10515600" cy="1325563"/>
          </a:xfrm>
        </p:spPr>
        <p:txBody>
          <a:bodyPr/>
          <a:lstStyle/>
          <a:p>
            <a:pPr algn="ctr"/>
            <a:r>
              <a:rPr lang="en-GB" altLang="ja-JP" b="1" dirty="0">
                <a:latin typeface="Calibri (Headings)"/>
              </a:rPr>
              <a:t>3. </a:t>
            </a:r>
            <a:r>
              <a:rPr lang="ja-JP" altLang="en-US" b="1" dirty="0">
                <a:latin typeface="Calibri (Headings)"/>
              </a:rPr>
              <a:t>プログラミング言語と人間の思考</a:t>
            </a:r>
            <a:endParaRPr lang="en-GB" b="1" dirty="0">
              <a:latin typeface="Calibri (Headings)"/>
            </a:endParaRPr>
          </a:p>
        </p:txBody>
      </p:sp>
      <p:graphicFrame>
        <p:nvGraphicFramePr>
          <p:cNvPr id="2" name="Table 1">
            <a:extLst>
              <a:ext uri="{FF2B5EF4-FFF2-40B4-BE49-F238E27FC236}">
                <a16:creationId xmlns:a16="http://schemas.microsoft.com/office/drawing/2014/main" id="{696912BC-FFF5-C477-7857-DCA964EACD35}"/>
              </a:ext>
            </a:extLst>
          </p:cNvPr>
          <p:cNvGraphicFramePr>
            <a:graphicFrameLocks noGrp="1"/>
          </p:cNvGraphicFramePr>
          <p:nvPr>
            <p:extLst>
              <p:ext uri="{D42A27DB-BD31-4B8C-83A1-F6EECF244321}">
                <p14:modId xmlns:p14="http://schemas.microsoft.com/office/powerpoint/2010/main" val="3647297250"/>
              </p:ext>
            </p:extLst>
          </p:nvPr>
        </p:nvGraphicFramePr>
        <p:xfrm>
          <a:off x="842394" y="2576911"/>
          <a:ext cx="10515601" cy="3751044"/>
        </p:xfrm>
        <a:graphic>
          <a:graphicData uri="http://schemas.openxmlformats.org/drawingml/2006/table">
            <a:tbl>
              <a:tblPr firstRow="1" bandRow="1">
                <a:tableStyleId>{5C22544A-7EE6-4342-B048-85BDC9FD1C3A}</a:tableStyleId>
              </a:tblPr>
              <a:tblGrid>
                <a:gridCol w="2978791">
                  <a:extLst>
                    <a:ext uri="{9D8B030D-6E8A-4147-A177-3AD203B41FA5}">
                      <a16:colId xmlns:a16="http://schemas.microsoft.com/office/drawing/2014/main" val="3019140161"/>
                    </a:ext>
                  </a:extLst>
                </a:gridCol>
                <a:gridCol w="4416803">
                  <a:extLst>
                    <a:ext uri="{9D8B030D-6E8A-4147-A177-3AD203B41FA5}">
                      <a16:colId xmlns:a16="http://schemas.microsoft.com/office/drawing/2014/main" val="1142388247"/>
                    </a:ext>
                  </a:extLst>
                </a:gridCol>
                <a:gridCol w="3120007">
                  <a:extLst>
                    <a:ext uri="{9D8B030D-6E8A-4147-A177-3AD203B41FA5}">
                      <a16:colId xmlns:a16="http://schemas.microsoft.com/office/drawing/2014/main" val="2260444570"/>
                    </a:ext>
                  </a:extLst>
                </a:gridCol>
              </a:tblGrid>
              <a:tr h="367764">
                <a:tc>
                  <a:txBody>
                    <a:bodyPr/>
                    <a:lstStyle/>
                    <a:p>
                      <a:pPr algn="ctr"/>
                      <a:r>
                        <a:rPr lang="ja-JP" altLang="en-US" sz="1800" dirty="0"/>
                        <a:t>コミュニケーションの分類</a:t>
                      </a:r>
                      <a:endParaRPr lang="en-GB" sz="1800" dirty="0"/>
                    </a:p>
                  </a:txBody>
                  <a:tcPr/>
                </a:tc>
                <a:tc>
                  <a:txBody>
                    <a:bodyPr/>
                    <a:lstStyle/>
                    <a:p>
                      <a:pPr algn="ctr"/>
                      <a:r>
                        <a:rPr lang="ja-JP" altLang="en-US" sz="1800" dirty="0"/>
                        <a:t>活動</a:t>
                      </a:r>
                      <a:endParaRPr lang="en-GB" sz="1800" dirty="0"/>
                    </a:p>
                  </a:txBody>
                  <a:tcPr/>
                </a:tc>
                <a:tc>
                  <a:txBody>
                    <a:bodyPr/>
                    <a:lstStyle/>
                    <a:p>
                      <a:pPr algn="ctr"/>
                      <a:r>
                        <a:rPr lang="ja-JP" altLang="en-US" sz="1800" dirty="0"/>
                        <a:t>行動</a:t>
                      </a:r>
                      <a:r>
                        <a:rPr lang="en-GB" altLang="ja-JP" sz="1800" dirty="0"/>
                        <a:t> / </a:t>
                      </a:r>
                      <a:r>
                        <a:rPr lang="ja-JP" altLang="en-US" sz="1800" dirty="0"/>
                        <a:t>要素</a:t>
                      </a:r>
                      <a:endParaRPr lang="en-GB" sz="1800" dirty="0"/>
                    </a:p>
                  </a:txBody>
                  <a:tcPr/>
                </a:tc>
                <a:extLst>
                  <a:ext uri="{0D108BD9-81ED-4DB2-BD59-A6C34878D82A}">
                    <a16:rowId xmlns:a16="http://schemas.microsoft.com/office/drawing/2014/main" val="4156401699"/>
                  </a:ext>
                </a:extLst>
              </a:tr>
              <a:tr h="617607">
                <a:tc rowSpan="2">
                  <a:txBody>
                    <a:bodyPr/>
                    <a:lstStyle/>
                    <a:p>
                      <a:r>
                        <a:rPr lang="ja-JP" altLang="en-US" sz="1800" b="1" dirty="0"/>
                        <a:t>外的コミュニケーション</a:t>
                      </a:r>
                      <a:endParaRPr lang="en-GB" altLang="ja-JP" sz="1800" b="1" dirty="0"/>
                    </a:p>
                    <a:p>
                      <a:r>
                        <a:rPr lang="en-GB" sz="1800" dirty="0"/>
                        <a:t>= </a:t>
                      </a:r>
                      <a:r>
                        <a:rPr lang="ja-JP" altLang="en-US" sz="1800" b="1" dirty="0"/>
                        <a:t>社会活動</a:t>
                      </a:r>
                      <a:endParaRPr lang="en-GB" sz="1800" b="1" dirty="0"/>
                    </a:p>
                  </a:txBody>
                  <a:tcPr>
                    <a:solidFill>
                      <a:schemeClr val="accent1">
                        <a:lumMod val="40000"/>
                        <a:lumOff val="60000"/>
                      </a:schemeClr>
                    </a:solidFill>
                  </a:tcPr>
                </a:tc>
                <a:tc>
                  <a:txBody>
                    <a:bodyPr/>
                    <a:lstStyle/>
                    <a:p>
                      <a:r>
                        <a:rPr lang="ja-JP" altLang="en-US" sz="1800" b="1" u="sng" dirty="0"/>
                        <a:t>他者との</a:t>
                      </a:r>
                      <a:r>
                        <a:rPr lang="ja-JP" altLang="en-US" sz="1800" b="1" dirty="0"/>
                        <a:t>情報交換</a:t>
                      </a:r>
                      <a:endParaRPr lang="en-GB" sz="1800" b="1" dirty="0"/>
                    </a:p>
                  </a:txBody>
                  <a:tcPr>
                    <a:solidFill>
                      <a:schemeClr val="accent1">
                        <a:lumMod val="40000"/>
                        <a:lumOff val="60000"/>
                      </a:schemeClr>
                    </a:solidFill>
                  </a:tcPr>
                </a:tc>
                <a:tc>
                  <a:txBody>
                    <a:bodyPr/>
                    <a:lstStyle/>
                    <a:p>
                      <a:pPr marL="180975" indent="-180975">
                        <a:buFont typeface="Arial" panose="020B0604020202020204" pitchFamily="34" charset="0"/>
                        <a:buChar char="•"/>
                      </a:pPr>
                      <a:r>
                        <a:rPr lang="ja-JP" altLang="en-US" sz="1800" dirty="0"/>
                        <a:t>質問する</a:t>
                      </a:r>
                      <a:endParaRPr lang="en-GB" sz="1800" dirty="0"/>
                    </a:p>
                    <a:p>
                      <a:pPr marL="180975" indent="-180975">
                        <a:buFont typeface="Arial" panose="020B0604020202020204" pitchFamily="34" charset="0"/>
                        <a:buChar char="•"/>
                      </a:pPr>
                      <a:r>
                        <a:rPr lang="ja-JP" altLang="en-US" sz="1800" dirty="0"/>
                        <a:t>主張する</a:t>
                      </a:r>
                      <a:endParaRPr lang="en-GB" sz="1800" dirty="0"/>
                    </a:p>
                  </a:txBody>
                  <a:tcPr>
                    <a:solidFill>
                      <a:schemeClr val="accent1">
                        <a:lumMod val="40000"/>
                        <a:lumOff val="60000"/>
                      </a:schemeClr>
                    </a:solidFill>
                  </a:tcPr>
                </a:tc>
                <a:extLst>
                  <a:ext uri="{0D108BD9-81ED-4DB2-BD59-A6C34878D82A}">
                    <a16:rowId xmlns:a16="http://schemas.microsoft.com/office/drawing/2014/main" val="4035499304"/>
                  </a:ext>
                </a:extLst>
              </a:tr>
              <a:tr h="1188720">
                <a:tc vMerge="1">
                  <a:txBody>
                    <a:bodyPr/>
                    <a:lstStyle/>
                    <a:p>
                      <a:endParaRPr lang="en-GB" dirty="0"/>
                    </a:p>
                  </a:txBody>
                  <a:tcPr>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b="1" u="sng" dirty="0"/>
                        <a:t>コンピューターと他者の</a:t>
                      </a:r>
                      <a:r>
                        <a:rPr lang="ja-JP" altLang="en-US" sz="1800" b="1" dirty="0"/>
                        <a:t>振舞いの制御と調整</a:t>
                      </a:r>
                      <a:endParaRPr lang="en-GB" sz="1800" b="1" dirty="0"/>
                    </a:p>
                  </a:txBody>
                  <a:tcPr>
                    <a:solidFill>
                      <a:schemeClr val="accent1">
                        <a:lumMod val="40000"/>
                        <a:lumOff val="60000"/>
                      </a:schemeClr>
                    </a:solidFill>
                  </a:tcPr>
                </a:tc>
                <a:tc>
                  <a:txBody>
                    <a:bodyPr/>
                    <a:lstStyle/>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800" dirty="0"/>
                        <a:t>要求する</a:t>
                      </a:r>
                      <a:endParaRPr lang="en-GB" altLang="ja-JP" sz="1800" dirty="0"/>
                    </a:p>
                    <a:p>
                      <a:pPr marL="180975" marR="0" lvl="0" indent="-180975"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800" dirty="0"/>
                        <a:t>命令する</a:t>
                      </a:r>
                      <a:endParaRPr lang="en-GB" sz="1800" dirty="0"/>
                    </a:p>
                    <a:p>
                      <a:pPr marL="180975" indent="-180975">
                        <a:buFont typeface="Arial" panose="020B0604020202020204" pitchFamily="34" charset="0"/>
                        <a:buChar char="•"/>
                      </a:pPr>
                      <a:r>
                        <a:rPr lang="ja-JP" altLang="en-US" sz="1800" dirty="0"/>
                        <a:t>提案する</a:t>
                      </a:r>
                      <a:endParaRPr lang="en-GB" altLang="ja-JP" sz="1800" dirty="0"/>
                    </a:p>
                    <a:p>
                      <a:pPr marL="180975" indent="-180975">
                        <a:buFont typeface="Arial" panose="020B0604020202020204" pitchFamily="34" charset="0"/>
                        <a:buChar char="•"/>
                      </a:pPr>
                      <a:r>
                        <a:rPr lang="ja-JP" altLang="en-US" sz="1800" dirty="0"/>
                        <a:t>約束する</a:t>
                      </a:r>
                      <a:endParaRPr lang="en-GB" sz="1800" dirty="0"/>
                    </a:p>
                  </a:txBody>
                  <a:tcPr>
                    <a:solidFill>
                      <a:schemeClr val="accent1">
                        <a:lumMod val="40000"/>
                        <a:lumOff val="60000"/>
                      </a:schemeClr>
                    </a:solidFill>
                  </a:tcPr>
                </a:tc>
                <a:extLst>
                  <a:ext uri="{0D108BD9-81ED-4DB2-BD59-A6C34878D82A}">
                    <a16:rowId xmlns:a16="http://schemas.microsoft.com/office/drawing/2014/main" val="272085232"/>
                  </a:ext>
                </a:extLst>
              </a:tr>
              <a:tr h="370840">
                <a:tc rowSpan="2">
                  <a:txBody>
                    <a:bodyPr/>
                    <a:lstStyle/>
                    <a:p>
                      <a:r>
                        <a:rPr lang="ja-JP" altLang="en-US" sz="1800" b="1" dirty="0"/>
                        <a:t>内的コミュニケーション</a:t>
                      </a:r>
                      <a:endParaRPr lang="en-GB" altLang="ja-JP" sz="1800" b="1" dirty="0"/>
                    </a:p>
                    <a:p>
                      <a:r>
                        <a:rPr lang="en-GB" sz="1800" dirty="0"/>
                        <a:t>= </a:t>
                      </a:r>
                      <a:r>
                        <a:rPr lang="ja-JP" altLang="en-US" sz="1800" b="1" dirty="0"/>
                        <a:t>知的活動</a:t>
                      </a:r>
                      <a:endParaRPr lang="en-GB" sz="1800" b="1" dirty="0"/>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b="1" u="sng" dirty="0"/>
                        <a:t>自分の</a:t>
                      </a:r>
                      <a:r>
                        <a:rPr lang="ja-JP" altLang="en-US" sz="1800" b="1" dirty="0"/>
                        <a:t>知識の整理と活用</a:t>
                      </a:r>
                      <a:endParaRPr lang="en-GB" altLang="ja-JP" sz="18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dirty="0"/>
                        <a:t>= </a:t>
                      </a:r>
                      <a:r>
                        <a:rPr lang="ja-JP" altLang="en-US" sz="1800" b="1" dirty="0"/>
                        <a:t>設計と実装</a:t>
                      </a:r>
                      <a:endParaRPr lang="en-GB" sz="1800" b="1" dirty="0"/>
                    </a:p>
                  </a:txBody>
                  <a:tcPr>
                    <a:solidFill>
                      <a:schemeClr val="accent2">
                        <a:lumMod val="40000"/>
                        <a:lumOff val="60000"/>
                      </a:schemeClr>
                    </a:solidFill>
                  </a:tcPr>
                </a:tc>
                <a:tc>
                  <a:txBody>
                    <a:bodyPr/>
                    <a:lstStyle/>
                    <a:p>
                      <a:pPr marL="180975" indent="-180975">
                        <a:buFont typeface="Arial" panose="020B0604020202020204" pitchFamily="34" charset="0"/>
                        <a:buChar char="•"/>
                      </a:pPr>
                      <a:r>
                        <a:rPr lang="ja-JP" altLang="en-US" sz="1800" dirty="0"/>
                        <a:t>コントローラーかモデルか</a:t>
                      </a:r>
                      <a:endParaRPr lang="en-GB" sz="1800" dirty="0"/>
                    </a:p>
                    <a:p>
                      <a:pPr marL="180975" indent="-180975">
                        <a:buFont typeface="Arial" panose="020B0604020202020204" pitchFamily="34" charset="0"/>
                        <a:buChar char="•"/>
                      </a:pPr>
                      <a:r>
                        <a:rPr lang="en-GB" sz="1800" dirty="0"/>
                        <a:t>ActiveRecord </a:t>
                      </a:r>
                      <a:r>
                        <a:rPr lang="ja-JP" altLang="en-US" sz="1800" dirty="0"/>
                        <a:t>か</a:t>
                      </a:r>
                      <a:r>
                        <a:rPr lang="en-GB" sz="1800" dirty="0"/>
                        <a:t> CQRS </a:t>
                      </a:r>
                      <a:r>
                        <a:rPr lang="ja-JP" altLang="en-US" sz="1800" dirty="0"/>
                        <a:t>か</a:t>
                      </a:r>
                      <a:endParaRPr lang="en-GB" sz="1800" dirty="0"/>
                    </a:p>
                    <a:p>
                      <a:pPr marL="180975" indent="-180975">
                        <a:buFont typeface="Arial" panose="020B0604020202020204" pitchFamily="34" charset="0"/>
                        <a:buChar char="•"/>
                      </a:pPr>
                      <a:r>
                        <a:rPr lang="en-GB" sz="1800" dirty="0"/>
                        <a:t>Monolith </a:t>
                      </a:r>
                      <a:r>
                        <a:rPr lang="ja-JP" altLang="en-US" sz="1800" dirty="0"/>
                        <a:t>か</a:t>
                      </a:r>
                      <a:r>
                        <a:rPr lang="en-GB" sz="1800" dirty="0"/>
                        <a:t> Microservice </a:t>
                      </a:r>
                      <a:r>
                        <a:rPr lang="ja-JP" altLang="en-US" sz="1800" dirty="0"/>
                        <a:t>か</a:t>
                      </a:r>
                      <a:endParaRPr lang="en-GB" sz="1800" dirty="0"/>
                    </a:p>
                  </a:txBody>
                  <a:tcPr>
                    <a:solidFill>
                      <a:schemeClr val="accent2">
                        <a:lumMod val="40000"/>
                        <a:lumOff val="60000"/>
                      </a:schemeClr>
                    </a:solidFill>
                  </a:tcPr>
                </a:tc>
                <a:extLst>
                  <a:ext uri="{0D108BD9-81ED-4DB2-BD59-A6C34878D82A}">
                    <a16:rowId xmlns:a16="http://schemas.microsoft.com/office/drawing/2014/main" val="1004079077"/>
                  </a:ext>
                </a:extLst>
              </a:tr>
              <a:tr h="370840">
                <a:tc vMerge="1">
                  <a:txBody>
                    <a:bodyPr/>
                    <a:lstStyle/>
                    <a:p>
                      <a:endParaRPr lang="en-GB"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800" b="1" u="sng" dirty="0"/>
                        <a:t>自分の中での</a:t>
                      </a:r>
                      <a:r>
                        <a:rPr lang="ja-JP" altLang="en-US" sz="1800" b="1" dirty="0"/>
                        <a:t>理由付けと類推</a:t>
                      </a:r>
                      <a:endParaRPr lang="en-GB" altLang="ja-JP" sz="18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dirty="0"/>
                        <a:t>= </a:t>
                      </a:r>
                      <a:r>
                        <a:rPr lang="ja-JP" altLang="en-US" sz="1800" b="1" dirty="0"/>
                        <a:t>コードの間を読む</a:t>
                      </a:r>
                      <a:endParaRPr lang="en-GB" sz="1800" b="1" dirty="0"/>
                    </a:p>
                  </a:txBody>
                  <a:tcPr>
                    <a:solidFill>
                      <a:schemeClr val="accent2">
                        <a:lumMod val="40000"/>
                        <a:lumOff val="60000"/>
                      </a:schemeClr>
                    </a:solidFill>
                  </a:tcPr>
                </a:tc>
                <a:tc>
                  <a:txBody>
                    <a:bodyPr/>
                    <a:lstStyle/>
                    <a:p>
                      <a:pPr marL="180975" indent="-180975">
                        <a:buFont typeface="Arial" panose="020B0604020202020204" pitchFamily="34" charset="0"/>
                        <a:buChar char="•"/>
                      </a:pPr>
                      <a:r>
                        <a:rPr lang="ja-JP" altLang="en-US" sz="1800" dirty="0"/>
                        <a:t>実装内容そのもの</a:t>
                      </a:r>
                      <a:endParaRPr lang="en-GB" altLang="ja-JP" sz="1800" dirty="0"/>
                    </a:p>
                    <a:p>
                      <a:pPr marL="180975" indent="-180975">
                        <a:buFont typeface="Arial" panose="020B0604020202020204" pitchFamily="34" charset="0"/>
                        <a:buChar char="•"/>
                      </a:pPr>
                      <a:r>
                        <a:rPr lang="ja-JP" altLang="en-US" sz="1800" dirty="0"/>
                        <a:t>実装から見える要件</a:t>
                      </a:r>
                      <a:endParaRPr lang="en-GB" altLang="ja-JP" sz="1800" dirty="0"/>
                    </a:p>
                  </a:txBody>
                  <a:tcPr>
                    <a:solidFill>
                      <a:schemeClr val="accent2">
                        <a:lumMod val="40000"/>
                        <a:lumOff val="60000"/>
                      </a:schemeClr>
                    </a:solidFill>
                  </a:tcPr>
                </a:tc>
                <a:extLst>
                  <a:ext uri="{0D108BD9-81ED-4DB2-BD59-A6C34878D82A}">
                    <a16:rowId xmlns:a16="http://schemas.microsoft.com/office/drawing/2014/main" val="2929657319"/>
                  </a:ext>
                </a:extLst>
              </a:tr>
            </a:tbl>
          </a:graphicData>
        </a:graphic>
      </p:graphicFrame>
    </p:spTree>
    <p:extLst>
      <p:ext uri="{BB962C8B-B14F-4D97-AF65-F5344CB8AC3E}">
        <p14:creationId xmlns:p14="http://schemas.microsoft.com/office/powerpoint/2010/main" val="2373587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a:extLst>
            <a:ext uri="{FF2B5EF4-FFF2-40B4-BE49-F238E27FC236}">
              <a16:creationId xmlns:a16="http://schemas.microsoft.com/office/drawing/2014/main" id="{259A5D3C-473F-6EDB-D509-C80A8C2C2285}"/>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268BA2D0-3484-1419-4E78-BE6577E19FA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74EEAA8A-C9F4-CA9F-BCBD-E078ED7B5BE2}"/>
              </a:ext>
            </a:extLst>
          </p:cNvPr>
          <p:cNvSpPr>
            <a:spLocks noGrp="1"/>
          </p:cNvSpPr>
          <p:nvPr>
            <p:ph idx="1"/>
          </p:nvPr>
        </p:nvSpPr>
        <p:spPr>
          <a:xfrm>
            <a:off x="838200" y="1825625"/>
            <a:ext cx="10515600" cy="4351338"/>
          </a:xfrm>
          <a:ln>
            <a:noFill/>
          </a:ln>
        </p:spPr>
        <p:txBody>
          <a:bodyPr>
            <a:normAutofit/>
          </a:bodyPr>
          <a:lstStyle/>
          <a:p>
            <a:pPr marL="12700" marR="5080" indent="0">
              <a:lnSpc>
                <a:spcPts val="2590"/>
              </a:lnSpc>
              <a:spcBef>
                <a:spcPts val="425"/>
              </a:spcBef>
              <a:buNone/>
              <a:defRPr/>
            </a:pPr>
            <a:r>
              <a:rPr lang="ja-JP" altLang="en-US" sz="2600" b="1" dirty="0"/>
              <a:t>まつもとゆきひろ氏</a:t>
            </a:r>
            <a:r>
              <a:rPr lang="en-GB" altLang="ja-JP" sz="2600" b="1" dirty="0"/>
              <a:t>(Matz)</a:t>
            </a:r>
            <a:r>
              <a:rPr lang="ja-JP" altLang="en-US" sz="2600" b="1" dirty="0"/>
              <a:t>作の</a:t>
            </a:r>
            <a:r>
              <a:rPr lang="en-GB" altLang="ja-JP" sz="2600" b="1" dirty="0"/>
              <a:t> Ruby</a:t>
            </a:r>
            <a:endParaRPr lang="en-GB" sz="2600" b="1" dirty="0"/>
          </a:p>
          <a:p>
            <a:pPr marL="12700" marR="5080" indent="0">
              <a:lnSpc>
                <a:spcPts val="2590"/>
              </a:lnSpc>
              <a:spcBef>
                <a:spcPts val="425"/>
              </a:spcBef>
              <a:buNone/>
              <a:defRPr/>
            </a:pPr>
            <a:r>
              <a:rPr lang="ja-JP" altLang="en-US" sz="2400" dirty="0"/>
              <a:t>大きな特長として</a:t>
            </a:r>
            <a:r>
              <a:rPr lang="en-GB" altLang="ja-JP" sz="2400" dirty="0"/>
              <a:t> Perl </a:t>
            </a:r>
            <a:r>
              <a:rPr lang="ja-JP" altLang="en-US" sz="2400" dirty="0"/>
              <a:t>に倣った</a:t>
            </a:r>
            <a:r>
              <a:rPr lang="ja-JP" altLang="en-US" sz="2400" b="1" dirty="0">
                <a:hlinkClick r:id="rId3"/>
              </a:rPr>
              <a:t>言語学・認知学的考慮</a:t>
            </a:r>
            <a:r>
              <a:rPr lang="ja-JP" altLang="en-US" sz="2400" dirty="0"/>
              <a:t>がある。</a:t>
            </a:r>
            <a:endParaRPr lang="en-GB" sz="2400" dirty="0"/>
          </a:p>
          <a:p>
            <a:pPr marL="12700" marR="5080" indent="0">
              <a:lnSpc>
                <a:spcPts val="2590"/>
              </a:lnSpc>
              <a:spcBef>
                <a:spcPts val="425"/>
              </a:spcBef>
              <a:buNone/>
              <a:defRPr/>
            </a:pPr>
            <a:r>
              <a:rPr lang="ja-JP" altLang="en-US" sz="2400" dirty="0"/>
              <a:t>そのおかげで、</a:t>
            </a:r>
            <a:r>
              <a:rPr lang="en-GB" sz="2400" dirty="0"/>
              <a:t>Rubyists </a:t>
            </a:r>
            <a:r>
              <a:rPr lang="ja-JP" altLang="en-US" sz="2400" dirty="0"/>
              <a:t>は素晴らしいコーディング体験を享受出来る。</a:t>
            </a:r>
            <a:endParaRPr lang="en-GB" sz="2400" dirty="0"/>
          </a:p>
          <a:p>
            <a:pPr marL="12700" marR="5080" indent="0">
              <a:lnSpc>
                <a:spcPts val="2590"/>
              </a:lnSpc>
              <a:spcBef>
                <a:spcPts val="425"/>
              </a:spcBef>
              <a:buNone/>
              <a:defRPr/>
            </a:pPr>
            <a:r>
              <a:rPr lang="ja-JP" altLang="en-US" sz="2400" dirty="0"/>
              <a:t>もう</a:t>
            </a:r>
            <a:r>
              <a:rPr lang="en-US" altLang="ja-JP" sz="2400" dirty="0"/>
              <a:t>1</a:t>
            </a:r>
            <a:r>
              <a:rPr lang="ja-JP" altLang="en-US" sz="2400" dirty="0"/>
              <a:t>つのオブジェクト指向言語の </a:t>
            </a:r>
            <a:r>
              <a:rPr lang="en-GB" altLang="ja-JP" sz="2400" dirty="0"/>
              <a:t>Python </a:t>
            </a:r>
            <a:r>
              <a:rPr lang="ja-JP" altLang="en-US" sz="2400" dirty="0"/>
              <a:t>との差分を検証してみよう。</a:t>
            </a:r>
            <a:endParaRPr lang="en-GB" sz="2400" dirty="0"/>
          </a:p>
        </p:txBody>
      </p:sp>
      <p:sp>
        <p:nvSpPr>
          <p:cNvPr id="7" name="タイトル 1">
            <a:extLst>
              <a:ext uri="{FF2B5EF4-FFF2-40B4-BE49-F238E27FC236}">
                <a16:creationId xmlns:a16="http://schemas.microsoft.com/office/drawing/2014/main" id="{ACF0688D-601A-4111-773F-38A2779E9D28}"/>
              </a:ext>
            </a:extLst>
          </p:cNvPr>
          <p:cNvSpPr>
            <a:spLocks noGrp="1"/>
          </p:cNvSpPr>
          <p:nvPr>
            <p:ph type="title"/>
          </p:nvPr>
        </p:nvSpPr>
        <p:spPr>
          <a:xfrm>
            <a:off x="838200" y="365125"/>
            <a:ext cx="10515600" cy="1325563"/>
          </a:xfrm>
        </p:spPr>
        <p:txBody>
          <a:bodyPr/>
          <a:lstStyle/>
          <a:p>
            <a:pPr algn="ctr"/>
            <a:r>
              <a:rPr lang="en-GB" altLang="ja-JP" b="1" dirty="0">
                <a:latin typeface="Calibri (Headings)"/>
              </a:rPr>
              <a:t>3. </a:t>
            </a:r>
            <a:r>
              <a:rPr lang="ja-JP" altLang="en-US" b="1" dirty="0">
                <a:latin typeface="Calibri (Headings)"/>
              </a:rPr>
              <a:t>プログラミング言語と人間の思考</a:t>
            </a:r>
            <a:endParaRPr lang="en-GB" b="1" dirty="0">
              <a:latin typeface="Calibri (Headings)"/>
            </a:endParaRPr>
          </a:p>
        </p:txBody>
      </p:sp>
      <p:graphicFrame>
        <p:nvGraphicFramePr>
          <p:cNvPr id="6" name="Table 5">
            <a:extLst>
              <a:ext uri="{FF2B5EF4-FFF2-40B4-BE49-F238E27FC236}">
                <a16:creationId xmlns:a16="http://schemas.microsoft.com/office/drawing/2014/main" id="{E3393DC4-FEED-38EB-E2C3-EF2CBB907D28}"/>
              </a:ext>
            </a:extLst>
          </p:cNvPr>
          <p:cNvGraphicFramePr>
            <a:graphicFrameLocks noGrp="1"/>
          </p:cNvGraphicFramePr>
          <p:nvPr>
            <p:extLst>
              <p:ext uri="{D42A27DB-BD31-4B8C-83A1-F6EECF244321}">
                <p14:modId xmlns:p14="http://schemas.microsoft.com/office/powerpoint/2010/main" val="3202724713"/>
              </p:ext>
            </p:extLst>
          </p:nvPr>
        </p:nvGraphicFramePr>
        <p:xfrm>
          <a:off x="825618" y="3303400"/>
          <a:ext cx="10528182" cy="2595880"/>
        </p:xfrm>
        <a:graphic>
          <a:graphicData uri="http://schemas.openxmlformats.org/drawingml/2006/table">
            <a:tbl>
              <a:tblPr firstRow="1" bandRow="1">
                <a:tableStyleId>{5C22544A-7EE6-4342-B048-85BDC9FD1C3A}</a:tableStyleId>
              </a:tblPr>
              <a:tblGrid>
                <a:gridCol w="3235943">
                  <a:extLst>
                    <a:ext uri="{9D8B030D-6E8A-4147-A177-3AD203B41FA5}">
                      <a16:colId xmlns:a16="http://schemas.microsoft.com/office/drawing/2014/main" val="2626384933"/>
                    </a:ext>
                  </a:extLst>
                </a:gridCol>
                <a:gridCol w="3626002">
                  <a:extLst>
                    <a:ext uri="{9D8B030D-6E8A-4147-A177-3AD203B41FA5}">
                      <a16:colId xmlns:a16="http://schemas.microsoft.com/office/drawing/2014/main" val="476515329"/>
                    </a:ext>
                  </a:extLst>
                </a:gridCol>
                <a:gridCol w="3666237">
                  <a:extLst>
                    <a:ext uri="{9D8B030D-6E8A-4147-A177-3AD203B41FA5}">
                      <a16:colId xmlns:a16="http://schemas.microsoft.com/office/drawing/2014/main" val="3189895592"/>
                    </a:ext>
                  </a:extLst>
                </a:gridCol>
              </a:tblGrid>
              <a:tr h="370840">
                <a:tc>
                  <a:txBody>
                    <a:bodyPr/>
                    <a:lstStyle/>
                    <a:p>
                      <a:pPr algn="ctr"/>
                      <a:r>
                        <a:rPr lang="ja-JP" altLang="en-US" dirty="0"/>
                        <a:t>属性</a:t>
                      </a:r>
                      <a:endParaRPr lang="en-GB" dirty="0"/>
                    </a:p>
                  </a:txBody>
                  <a:tcPr/>
                </a:tc>
                <a:tc>
                  <a:txBody>
                    <a:bodyPr/>
                    <a:lstStyle/>
                    <a:p>
                      <a:pPr algn="ctr"/>
                      <a:r>
                        <a:rPr lang="en-GB" dirty="0"/>
                        <a:t>Ruby</a:t>
                      </a:r>
                    </a:p>
                  </a:txBody>
                  <a:tcPr/>
                </a:tc>
                <a:tc>
                  <a:txBody>
                    <a:bodyPr/>
                    <a:lstStyle/>
                    <a:p>
                      <a:pPr algn="ctr"/>
                      <a:r>
                        <a:rPr lang="en-GB" dirty="0"/>
                        <a:t>Python</a:t>
                      </a:r>
                    </a:p>
                  </a:txBody>
                  <a:tcPr/>
                </a:tc>
                <a:extLst>
                  <a:ext uri="{0D108BD9-81ED-4DB2-BD59-A6C34878D82A}">
                    <a16:rowId xmlns:a16="http://schemas.microsoft.com/office/drawing/2014/main" val="3829108762"/>
                  </a:ext>
                </a:extLst>
              </a:tr>
              <a:tr h="370840">
                <a:tc>
                  <a:txBody>
                    <a:bodyPr/>
                    <a:lstStyle/>
                    <a:p>
                      <a:r>
                        <a:rPr lang="ja-JP" altLang="en-US" b="1" dirty="0"/>
                        <a:t>語彙と表現</a:t>
                      </a:r>
                      <a:endParaRPr lang="en-GB" b="1" dirty="0"/>
                    </a:p>
                  </a:txBody>
                  <a:tcPr/>
                </a:tc>
                <a:tc>
                  <a:txBody>
                    <a:bodyPr/>
                    <a:lstStyle/>
                    <a:p>
                      <a:r>
                        <a:rPr lang="ja-JP" altLang="en-US" b="1" dirty="0"/>
                        <a:t>豊か</a:t>
                      </a:r>
                      <a:endParaRPr lang="en-GB" dirty="0"/>
                    </a:p>
                  </a:txBody>
                  <a:tcPr>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1" dirty="0"/>
                        <a:t>限定的</a:t>
                      </a:r>
                      <a:endParaRPr lang="en-GB" b="1" dirty="0"/>
                    </a:p>
                  </a:txBody>
                  <a:tcPr>
                    <a:solidFill>
                      <a:schemeClr val="accent2">
                        <a:lumMod val="40000"/>
                        <a:lumOff val="60000"/>
                      </a:schemeClr>
                    </a:solidFill>
                  </a:tcPr>
                </a:tc>
                <a:extLst>
                  <a:ext uri="{0D108BD9-81ED-4DB2-BD59-A6C34878D82A}">
                    <a16:rowId xmlns:a16="http://schemas.microsoft.com/office/drawing/2014/main" val="3036156972"/>
                  </a:ext>
                </a:extLst>
              </a:tr>
              <a:tr h="370840">
                <a:tc>
                  <a:txBody>
                    <a:bodyPr/>
                    <a:lstStyle/>
                    <a:p>
                      <a:r>
                        <a:rPr lang="ja-JP" altLang="en-US" b="1" dirty="0"/>
                        <a:t>人間の思考の統制</a:t>
                      </a:r>
                      <a:endParaRPr lang="en-GB"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1" dirty="0"/>
                        <a:t>緩い</a:t>
                      </a:r>
                      <a:endParaRPr lang="en-GB" b="1" dirty="0"/>
                    </a:p>
                  </a:txBody>
                  <a:tcPr>
                    <a:solidFill>
                      <a:schemeClr val="accent1">
                        <a:lumMod val="40000"/>
                        <a:lumOff val="60000"/>
                      </a:schemeClr>
                    </a:solidFill>
                  </a:tcPr>
                </a:tc>
                <a:tc>
                  <a:txBody>
                    <a:bodyPr/>
                    <a:lstStyle/>
                    <a:p>
                      <a:r>
                        <a:rPr lang="ja-JP" altLang="en-US" b="1" dirty="0"/>
                        <a:t>厳しい</a:t>
                      </a:r>
                      <a:endParaRPr lang="en-GB" b="1" dirty="0"/>
                    </a:p>
                  </a:txBody>
                  <a:tcPr>
                    <a:solidFill>
                      <a:schemeClr val="accent2">
                        <a:lumMod val="40000"/>
                        <a:lumOff val="60000"/>
                      </a:schemeClr>
                    </a:solidFill>
                  </a:tcPr>
                </a:tc>
                <a:extLst>
                  <a:ext uri="{0D108BD9-81ED-4DB2-BD59-A6C34878D82A}">
                    <a16:rowId xmlns:a16="http://schemas.microsoft.com/office/drawing/2014/main" val="1054099319"/>
                  </a:ext>
                </a:extLst>
              </a:tr>
              <a:tr h="370840">
                <a:tc>
                  <a:txBody>
                    <a:bodyPr/>
                    <a:lstStyle/>
                    <a:p>
                      <a:r>
                        <a:rPr lang="ja-JP" altLang="en-US" b="1" dirty="0"/>
                        <a:t>表現の柔軟性</a:t>
                      </a:r>
                      <a:endParaRPr lang="en-GB" b="1" dirty="0"/>
                    </a:p>
                  </a:txBody>
                  <a:tcPr/>
                </a:tc>
                <a:tc>
                  <a:txBody>
                    <a:bodyPr/>
                    <a:lstStyle/>
                    <a:p>
                      <a:r>
                        <a:rPr lang="ja-JP" altLang="en-US" b="1" dirty="0"/>
                        <a:t>高い</a:t>
                      </a:r>
                      <a:endParaRPr lang="en-GB" b="1" dirty="0"/>
                    </a:p>
                  </a:txBody>
                  <a:tcPr>
                    <a:solidFill>
                      <a:schemeClr val="accent1">
                        <a:lumMod val="40000"/>
                        <a:lumOff val="60000"/>
                      </a:schemeClr>
                    </a:solidFill>
                  </a:tcPr>
                </a:tc>
                <a:tc>
                  <a:txBody>
                    <a:bodyPr/>
                    <a:lstStyle/>
                    <a:p>
                      <a:r>
                        <a:rPr lang="ja-JP" altLang="en-US" b="1" dirty="0"/>
                        <a:t>低い</a:t>
                      </a:r>
                      <a:endParaRPr lang="en-GB" b="1" dirty="0"/>
                    </a:p>
                  </a:txBody>
                  <a:tcPr>
                    <a:solidFill>
                      <a:schemeClr val="accent2">
                        <a:lumMod val="40000"/>
                        <a:lumOff val="60000"/>
                      </a:schemeClr>
                    </a:solidFill>
                  </a:tcPr>
                </a:tc>
                <a:extLst>
                  <a:ext uri="{0D108BD9-81ED-4DB2-BD59-A6C34878D82A}">
                    <a16:rowId xmlns:a16="http://schemas.microsoft.com/office/drawing/2014/main" val="486511377"/>
                  </a:ext>
                </a:extLst>
              </a:tr>
              <a:tr h="370840">
                <a:tc>
                  <a:txBody>
                    <a:bodyPr/>
                    <a:lstStyle/>
                    <a:p>
                      <a:r>
                        <a:rPr lang="ja-JP" altLang="en-US" b="1" dirty="0"/>
                        <a:t>曖昧さ</a:t>
                      </a:r>
                      <a:endParaRPr lang="en-GB" b="1" dirty="0"/>
                    </a:p>
                  </a:txBody>
                  <a:tcPr/>
                </a:tc>
                <a:tc>
                  <a:txBody>
                    <a:bodyPr/>
                    <a:lstStyle/>
                    <a:p>
                      <a:r>
                        <a:rPr lang="ja-JP" altLang="en-US" b="1" dirty="0"/>
                        <a:t>少ない</a:t>
                      </a:r>
                      <a:r>
                        <a:rPr lang="en-GB" altLang="ja-JP" b="1" dirty="0"/>
                        <a:t>(</a:t>
                      </a:r>
                      <a:r>
                        <a:rPr lang="ja-JP" altLang="en-US" b="1" dirty="0"/>
                        <a:t>名前重要の規約</a:t>
                      </a:r>
                      <a:r>
                        <a:rPr lang="en-GB" altLang="ja-JP" b="1" dirty="0"/>
                        <a:t>)</a:t>
                      </a:r>
                      <a:endParaRPr lang="en-GB" b="1" dirty="0"/>
                    </a:p>
                  </a:txBody>
                  <a:tcPr>
                    <a:solidFill>
                      <a:schemeClr val="accent1">
                        <a:lumMod val="40000"/>
                        <a:lumOff val="60000"/>
                      </a:schemeClr>
                    </a:solidFill>
                  </a:tcPr>
                </a:tc>
                <a:tc>
                  <a:txBody>
                    <a:bodyPr/>
                    <a:lstStyle/>
                    <a:p>
                      <a:r>
                        <a:rPr lang="ja-JP" altLang="en-US" b="1" dirty="0"/>
                        <a:t>少ない</a:t>
                      </a:r>
                      <a:r>
                        <a:rPr lang="en-GB" altLang="ja-JP" b="1" dirty="0"/>
                        <a:t>(</a:t>
                      </a:r>
                      <a:r>
                        <a:rPr lang="ja-JP" altLang="en-US" b="1" dirty="0"/>
                        <a:t>言語設計</a:t>
                      </a:r>
                      <a:r>
                        <a:rPr lang="en-GB" altLang="ja-JP" b="1" dirty="0"/>
                        <a:t>)</a:t>
                      </a:r>
                      <a:endParaRPr lang="en-GB" b="1" dirty="0"/>
                    </a:p>
                  </a:txBody>
                  <a:tcPr>
                    <a:solidFill>
                      <a:schemeClr val="accent2">
                        <a:lumMod val="40000"/>
                        <a:lumOff val="60000"/>
                      </a:schemeClr>
                    </a:solidFill>
                  </a:tcPr>
                </a:tc>
                <a:extLst>
                  <a:ext uri="{0D108BD9-81ED-4DB2-BD59-A6C34878D82A}">
                    <a16:rowId xmlns:a16="http://schemas.microsoft.com/office/drawing/2014/main" val="2487130123"/>
                  </a:ext>
                </a:extLst>
              </a:tr>
              <a:tr h="370840">
                <a:tc>
                  <a:txBody>
                    <a:bodyPr/>
                    <a:lstStyle/>
                    <a:p>
                      <a:r>
                        <a:rPr lang="ja-JP" altLang="en-US" b="1" dirty="0"/>
                        <a:t>認知負荷</a:t>
                      </a:r>
                      <a:endParaRPr lang="en-GB" b="1" dirty="0"/>
                    </a:p>
                  </a:txBody>
                  <a:tcPr/>
                </a:tc>
                <a:tc>
                  <a:txBody>
                    <a:bodyPr/>
                    <a:lstStyle/>
                    <a:p>
                      <a:r>
                        <a:rPr lang="ja-JP" altLang="en-US" b="1" dirty="0"/>
                        <a:t>評価困難</a:t>
                      </a:r>
                      <a:r>
                        <a:rPr lang="en-GB" altLang="ja-JP" b="1" dirty="0"/>
                        <a:t>(</a:t>
                      </a:r>
                      <a:r>
                        <a:rPr lang="ja-JP" altLang="en-US" b="1" dirty="0"/>
                        <a:t>高くも低くもある</a:t>
                      </a:r>
                      <a:r>
                        <a:rPr lang="en-GB" altLang="ja-JP" b="1" dirty="0"/>
                        <a:t>)</a:t>
                      </a:r>
                      <a:endParaRPr lang="en-GB" b="1" dirty="0"/>
                    </a:p>
                  </a:txBody>
                  <a:tcPr>
                    <a:solidFill>
                      <a:schemeClr val="accent1">
                        <a:lumMod val="40000"/>
                        <a:lumOff val="60000"/>
                      </a:schemeClr>
                    </a:solidFill>
                  </a:tcPr>
                </a:tc>
                <a:tc>
                  <a:txBody>
                    <a:bodyPr/>
                    <a:lstStyle/>
                    <a:p>
                      <a:r>
                        <a:rPr lang="ja-JP" altLang="en-US" b="1" dirty="0"/>
                        <a:t>評価困難</a:t>
                      </a:r>
                      <a:r>
                        <a:rPr lang="en-GB" altLang="ja-JP" b="1" dirty="0"/>
                        <a:t>(</a:t>
                      </a:r>
                      <a:r>
                        <a:rPr lang="ja-JP" altLang="en-US" b="1" dirty="0"/>
                        <a:t>高くも低くもある</a:t>
                      </a:r>
                      <a:r>
                        <a:rPr lang="en-GB" altLang="ja-JP" b="1" dirty="0"/>
                        <a:t>)</a:t>
                      </a:r>
                      <a:endParaRPr lang="en-GB" b="1" dirty="0"/>
                    </a:p>
                  </a:txBody>
                  <a:tcPr>
                    <a:solidFill>
                      <a:schemeClr val="accent2">
                        <a:lumMod val="40000"/>
                        <a:lumOff val="60000"/>
                      </a:schemeClr>
                    </a:solidFill>
                  </a:tcPr>
                </a:tc>
                <a:extLst>
                  <a:ext uri="{0D108BD9-81ED-4DB2-BD59-A6C34878D82A}">
                    <a16:rowId xmlns:a16="http://schemas.microsoft.com/office/drawing/2014/main" val="502369315"/>
                  </a:ext>
                </a:extLst>
              </a:tr>
              <a:tr h="370840">
                <a:tc>
                  <a:txBody>
                    <a:bodyPr/>
                    <a:lstStyle/>
                    <a:p>
                      <a:r>
                        <a:rPr lang="ja-JP" altLang="en-US" b="1" dirty="0"/>
                        <a:t>表現の合意形成</a:t>
                      </a:r>
                      <a:endParaRPr lang="en-GB" b="1" dirty="0"/>
                    </a:p>
                  </a:txBody>
                  <a:tcPr/>
                </a:tc>
                <a:tc>
                  <a:txBody>
                    <a:bodyPr/>
                    <a:lstStyle/>
                    <a:p>
                      <a:r>
                        <a:rPr lang="ja-JP" altLang="en-US" b="1" dirty="0"/>
                        <a:t>困難</a:t>
                      </a:r>
                      <a:r>
                        <a:rPr lang="en-GB" b="1" dirty="0"/>
                        <a:t>(</a:t>
                      </a:r>
                      <a:r>
                        <a:rPr lang="ja-JP" altLang="en-US" b="1" dirty="0"/>
                        <a:t>ツール導入で緩和可能</a:t>
                      </a:r>
                      <a:r>
                        <a:rPr lang="en-GB" b="1" dirty="0"/>
                        <a:t>)</a:t>
                      </a:r>
                    </a:p>
                  </a:txBody>
                  <a:tcPr>
                    <a:solidFill>
                      <a:schemeClr val="accent1">
                        <a:lumMod val="40000"/>
                        <a:lumOff val="60000"/>
                      </a:schemeClr>
                    </a:solidFill>
                  </a:tcPr>
                </a:tc>
                <a:tc>
                  <a:txBody>
                    <a:bodyPr/>
                    <a:lstStyle/>
                    <a:p>
                      <a:r>
                        <a:rPr lang="ja-JP" altLang="en-US" b="1" dirty="0"/>
                        <a:t>容易</a:t>
                      </a:r>
                      <a:endParaRPr lang="en-GB" b="1" dirty="0"/>
                    </a:p>
                  </a:txBody>
                  <a:tcPr>
                    <a:solidFill>
                      <a:schemeClr val="accent2">
                        <a:lumMod val="40000"/>
                        <a:lumOff val="60000"/>
                      </a:schemeClr>
                    </a:solidFill>
                  </a:tcPr>
                </a:tc>
                <a:extLst>
                  <a:ext uri="{0D108BD9-81ED-4DB2-BD59-A6C34878D82A}">
                    <a16:rowId xmlns:a16="http://schemas.microsoft.com/office/drawing/2014/main" val="682047934"/>
                  </a:ext>
                </a:extLst>
              </a:tr>
            </a:tbl>
          </a:graphicData>
        </a:graphic>
      </p:graphicFrame>
    </p:spTree>
    <p:extLst>
      <p:ext uri="{BB962C8B-B14F-4D97-AF65-F5344CB8AC3E}">
        <p14:creationId xmlns:p14="http://schemas.microsoft.com/office/powerpoint/2010/main" val="195059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US" altLang="ja-JP" b="1" dirty="0">
                <a:latin typeface="Calibri (Headings)"/>
              </a:rPr>
              <a:t>4. </a:t>
            </a:r>
            <a:r>
              <a:rPr lang="en-GB" altLang="ja-JP" b="1" dirty="0">
                <a:latin typeface="Calibri (Headings)"/>
                <a:sym typeface="Arial"/>
              </a:rPr>
              <a:t>Ruby vs. Xxxspeak</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1154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4. </a:t>
            </a:r>
            <a:r>
              <a:rPr lang="en-GB" altLang="ja-JP" b="1" dirty="0">
                <a:latin typeface="Calibri (Headings)"/>
                <a:sym typeface="Arial"/>
              </a:rPr>
              <a:t>Ruby vs. Xxxspeak</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a:ln>
            <a:noFill/>
          </a:ln>
        </p:spPr>
        <p:txBody>
          <a:bodyPr>
            <a:normAutofit/>
          </a:bodyPr>
          <a:lstStyle/>
          <a:p>
            <a:pPr marL="12700" marR="5080" indent="0">
              <a:lnSpc>
                <a:spcPts val="2590"/>
              </a:lnSpc>
              <a:spcBef>
                <a:spcPts val="425"/>
              </a:spcBef>
              <a:buNone/>
              <a:defRPr/>
            </a:pPr>
            <a:r>
              <a:rPr lang="en-GB" sz="2600" b="1" dirty="0">
                <a:solidFill>
                  <a:prstClr val="black"/>
                </a:solidFill>
                <a:cs typeface="Calibri"/>
              </a:rPr>
              <a:t>Ruby vs. Newspeak</a:t>
            </a:r>
          </a:p>
          <a:p>
            <a:pPr marL="12700" marR="5080" indent="0">
              <a:lnSpc>
                <a:spcPts val="2590"/>
              </a:lnSpc>
              <a:spcBef>
                <a:spcPts val="425"/>
              </a:spcBef>
              <a:buNone/>
              <a:defRPr/>
            </a:pPr>
            <a:r>
              <a:rPr lang="ja-JP" altLang="en-US" sz="2400" dirty="0">
                <a:solidFill>
                  <a:prstClr val="black"/>
                </a:solidFill>
                <a:cs typeface="Calibri"/>
              </a:rPr>
              <a:t>以下の比較においては共通点が少ない。</a:t>
            </a:r>
            <a:endParaRPr lang="en-GB" sz="2400" dirty="0">
              <a:solidFill>
                <a:prstClr val="black"/>
              </a:solidFill>
              <a:cs typeface="Calibri"/>
            </a:endParaRPr>
          </a:p>
        </p:txBody>
      </p:sp>
      <p:graphicFrame>
        <p:nvGraphicFramePr>
          <p:cNvPr id="3" name="Table 2">
            <a:extLst>
              <a:ext uri="{FF2B5EF4-FFF2-40B4-BE49-F238E27FC236}">
                <a16:creationId xmlns:a16="http://schemas.microsoft.com/office/drawing/2014/main" id="{6D41E2EB-562E-40CF-7482-633D8F26D773}"/>
              </a:ext>
            </a:extLst>
          </p:cNvPr>
          <p:cNvGraphicFramePr>
            <a:graphicFrameLocks noGrp="1"/>
          </p:cNvGraphicFramePr>
          <p:nvPr>
            <p:extLst>
              <p:ext uri="{D42A27DB-BD31-4B8C-83A1-F6EECF244321}">
                <p14:modId xmlns:p14="http://schemas.microsoft.com/office/powerpoint/2010/main" val="3661867522"/>
              </p:ext>
            </p:extLst>
          </p:nvPr>
        </p:nvGraphicFramePr>
        <p:xfrm>
          <a:off x="825618" y="2972039"/>
          <a:ext cx="10528182" cy="2595880"/>
        </p:xfrm>
        <a:graphic>
          <a:graphicData uri="http://schemas.openxmlformats.org/drawingml/2006/table">
            <a:tbl>
              <a:tblPr firstRow="1" bandRow="1">
                <a:tableStyleId>{5C22544A-7EE6-4342-B048-85BDC9FD1C3A}</a:tableStyleId>
              </a:tblPr>
              <a:tblGrid>
                <a:gridCol w="3235943">
                  <a:extLst>
                    <a:ext uri="{9D8B030D-6E8A-4147-A177-3AD203B41FA5}">
                      <a16:colId xmlns:a16="http://schemas.microsoft.com/office/drawing/2014/main" val="2626384933"/>
                    </a:ext>
                  </a:extLst>
                </a:gridCol>
                <a:gridCol w="3626002">
                  <a:extLst>
                    <a:ext uri="{9D8B030D-6E8A-4147-A177-3AD203B41FA5}">
                      <a16:colId xmlns:a16="http://schemas.microsoft.com/office/drawing/2014/main" val="476515329"/>
                    </a:ext>
                  </a:extLst>
                </a:gridCol>
                <a:gridCol w="3666237">
                  <a:extLst>
                    <a:ext uri="{9D8B030D-6E8A-4147-A177-3AD203B41FA5}">
                      <a16:colId xmlns:a16="http://schemas.microsoft.com/office/drawing/2014/main" val="3189895592"/>
                    </a:ext>
                  </a:extLst>
                </a:gridCol>
              </a:tblGrid>
              <a:tr h="370840">
                <a:tc>
                  <a:txBody>
                    <a:bodyPr/>
                    <a:lstStyle/>
                    <a:p>
                      <a:pPr algn="ctr"/>
                      <a:r>
                        <a:rPr lang="ja-JP" altLang="en-US" dirty="0"/>
                        <a:t>属性</a:t>
                      </a:r>
                      <a:endParaRPr lang="en-GB" dirty="0"/>
                    </a:p>
                  </a:txBody>
                  <a:tcPr/>
                </a:tc>
                <a:tc>
                  <a:txBody>
                    <a:bodyPr/>
                    <a:lstStyle/>
                    <a:p>
                      <a:pPr algn="ctr"/>
                      <a:r>
                        <a:rPr lang="en-GB" dirty="0"/>
                        <a:t>Ruby</a:t>
                      </a:r>
                    </a:p>
                  </a:txBody>
                  <a:tcPr/>
                </a:tc>
                <a:tc>
                  <a:txBody>
                    <a:bodyPr/>
                    <a:lstStyle/>
                    <a:p>
                      <a:pPr algn="ctr"/>
                      <a:r>
                        <a:rPr lang="en-GB" dirty="0"/>
                        <a:t>Newspeak</a:t>
                      </a:r>
                    </a:p>
                  </a:txBody>
                  <a:tcPr/>
                </a:tc>
                <a:extLst>
                  <a:ext uri="{0D108BD9-81ED-4DB2-BD59-A6C34878D82A}">
                    <a16:rowId xmlns:a16="http://schemas.microsoft.com/office/drawing/2014/main" val="3829108762"/>
                  </a:ext>
                </a:extLst>
              </a:tr>
              <a:tr h="370840">
                <a:tc>
                  <a:txBody>
                    <a:bodyPr/>
                    <a:lstStyle/>
                    <a:p>
                      <a:r>
                        <a:rPr lang="ja-JP" altLang="en-US" b="1" dirty="0"/>
                        <a:t>語彙と表現</a:t>
                      </a:r>
                      <a:endParaRPr lang="en-GB" b="1" dirty="0"/>
                    </a:p>
                  </a:txBody>
                  <a:tcPr/>
                </a:tc>
                <a:tc>
                  <a:txBody>
                    <a:bodyPr/>
                    <a:lstStyle/>
                    <a:p>
                      <a:r>
                        <a:rPr lang="ja-JP" altLang="en-US" b="1" dirty="0"/>
                        <a:t>豊か</a:t>
                      </a:r>
                      <a:endParaRPr lang="en-GB" dirty="0"/>
                    </a:p>
                  </a:txBody>
                  <a:tcPr>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0" dirty="0"/>
                        <a:t>毎年</a:t>
                      </a:r>
                      <a:r>
                        <a:rPr lang="ja-JP" altLang="en-US" b="1" dirty="0"/>
                        <a:t>貧弱に</a:t>
                      </a:r>
                      <a:endParaRPr lang="en-GB" b="1" dirty="0"/>
                    </a:p>
                  </a:txBody>
                  <a:tcPr>
                    <a:solidFill>
                      <a:schemeClr val="accent2">
                        <a:lumMod val="40000"/>
                        <a:lumOff val="60000"/>
                      </a:schemeClr>
                    </a:solidFill>
                  </a:tcPr>
                </a:tc>
                <a:extLst>
                  <a:ext uri="{0D108BD9-81ED-4DB2-BD59-A6C34878D82A}">
                    <a16:rowId xmlns:a16="http://schemas.microsoft.com/office/drawing/2014/main" val="3036156972"/>
                  </a:ext>
                </a:extLst>
              </a:tr>
              <a:tr h="370840">
                <a:tc>
                  <a:txBody>
                    <a:bodyPr/>
                    <a:lstStyle/>
                    <a:p>
                      <a:r>
                        <a:rPr lang="ja-JP" altLang="en-US" b="1" dirty="0"/>
                        <a:t>人間の思考の統制</a:t>
                      </a:r>
                      <a:endParaRPr lang="en-GB"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1" dirty="0"/>
                        <a:t>緩い</a:t>
                      </a:r>
                      <a:endParaRPr lang="en-GB" b="1" dirty="0"/>
                    </a:p>
                  </a:txBody>
                  <a:tcPr>
                    <a:solidFill>
                      <a:schemeClr val="accent1">
                        <a:lumMod val="40000"/>
                        <a:lumOff val="60000"/>
                      </a:schemeClr>
                    </a:solidFill>
                  </a:tcPr>
                </a:tc>
                <a:tc>
                  <a:txBody>
                    <a:bodyPr/>
                    <a:lstStyle/>
                    <a:p>
                      <a:r>
                        <a:rPr lang="ja-JP" altLang="en-US" b="1" dirty="0"/>
                        <a:t>厳しい</a:t>
                      </a:r>
                      <a:endParaRPr lang="en-GB" b="1" dirty="0"/>
                    </a:p>
                  </a:txBody>
                  <a:tcPr>
                    <a:solidFill>
                      <a:schemeClr val="accent2">
                        <a:lumMod val="40000"/>
                        <a:lumOff val="60000"/>
                      </a:schemeClr>
                    </a:solidFill>
                  </a:tcPr>
                </a:tc>
                <a:extLst>
                  <a:ext uri="{0D108BD9-81ED-4DB2-BD59-A6C34878D82A}">
                    <a16:rowId xmlns:a16="http://schemas.microsoft.com/office/drawing/2014/main" val="1054099319"/>
                  </a:ext>
                </a:extLst>
              </a:tr>
              <a:tr h="370840">
                <a:tc>
                  <a:txBody>
                    <a:bodyPr/>
                    <a:lstStyle/>
                    <a:p>
                      <a:r>
                        <a:rPr lang="ja-JP" altLang="en-US" b="1" dirty="0"/>
                        <a:t>表現の柔軟性</a:t>
                      </a:r>
                      <a:endParaRPr lang="en-GB" b="1" dirty="0"/>
                    </a:p>
                  </a:txBody>
                  <a:tcPr/>
                </a:tc>
                <a:tc>
                  <a:txBody>
                    <a:bodyPr/>
                    <a:lstStyle/>
                    <a:p>
                      <a:r>
                        <a:rPr lang="ja-JP" altLang="en-US" b="1" dirty="0"/>
                        <a:t>高い</a:t>
                      </a:r>
                      <a:endParaRPr lang="en-GB" b="1" dirty="0"/>
                    </a:p>
                  </a:txBody>
                  <a:tcPr>
                    <a:solidFill>
                      <a:schemeClr val="accent1">
                        <a:lumMod val="40000"/>
                        <a:lumOff val="60000"/>
                      </a:schemeClr>
                    </a:solidFill>
                  </a:tcPr>
                </a:tc>
                <a:tc>
                  <a:txBody>
                    <a:bodyPr/>
                    <a:lstStyle/>
                    <a:p>
                      <a:r>
                        <a:rPr lang="ja-JP" altLang="en-US" b="1" dirty="0"/>
                        <a:t>皆無</a:t>
                      </a:r>
                      <a:endParaRPr lang="en-GB" b="1" dirty="0"/>
                    </a:p>
                  </a:txBody>
                  <a:tcPr>
                    <a:solidFill>
                      <a:schemeClr val="accent2">
                        <a:lumMod val="40000"/>
                        <a:lumOff val="60000"/>
                      </a:schemeClr>
                    </a:solidFill>
                  </a:tcPr>
                </a:tc>
                <a:extLst>
                  <a:ext uri="{0D108BD9-81ED-4DB2-BD59-A6C34878D82A}">
                    <a16:rowId xmlns:a16="http://schemas.microsoft.com/office/drawing/2014/main" val="486511377"/>
                  </a:ext>
                </a:extLst>
              </a:tr>
              <a:tr h="370840">
                <a:tc>
                  <a:txBody>
                    <a:bodyPr/>
                    <a:lstStyle/>
                    <a:p>
                      <a:r>
                        <a:rPr lang="ja-JP" altLang="en-US" b="1" dirty="0"/>
                        <a:t>曖昧さ</a:t>
                      </a:r>
                      <a:endParaRPr lang="en-GB" b="1" dirty="0"/>
                    </a:p>
                  </a:txBody>
                  <a:tcPr/>
                </a:tc>
                <a:tc>
                  <a:txBody>
                    <a:bodyPr/>
                    <a:lstStyle/>
                    <a:p>
                      <a:r>
                        <a:rPr lang="ja-JP" altLang="en-US" b="1" dirty="0"/>
                        <a:t>少ない</a:t>
                      </a:r>
                      <a:r>
                        <a:rPr lang="en-GB" altLang="ja-JP" b="1" dirty="0"/>
                        <a:t>(</a:t>
                      </a:r>
                      <a:r>
                        <a:rPr lang="ja-JP" altLang="en-US" b="1" dirty="0"/>
                        <a:t>名前重要の規約</a:t>
                      </a:r>
                      <a:r>
                        <a:rPr lang="en-GB" altLang="ja-JP" b="1" dirty="0"/>
                        <a:t>)</a:t>
                      </a:r>
                      <a:endParaRPr lang="en-GB" b="1" dirty="0"/>
                    </a:p>
                  </a:txBody>
                  <a:tcPr>
                    <a:solidFill>
                      <a:schemeClr val="accent1">
                        <a:lumMod val="40000"/>
                        <a:lumOff val="60000"/>
                      </a:schemeClr>
                    </a:solidFill>
                  </a:tcPr>
                </a:tc>
                <a:tc>
                  <a:txBody>
                    <a:bodyPr/>
                    <a:lstStyle/>
                    <a:p>
                      <a:r>
                        <a:rPr lang="ja-JP" altLang="en-US" b="1" dirty="0"/>
                        <a:t>多い</a:t>
                      </a:r>
                      <a:endParaRPr lang="en-GB" b="1" dirty="0"/>
                    </a:p>
                  </a:txBody>
                  <a:tcPr>
                    <a:solidFill>
                      <a:schemeClr val="accent2">
                        <a:lumMod val="40000"/>
                        <a:lumOff val="60000"/>
                      </a:schemeClr>
                    </a:solidFill>
                  </a:tcPr>
                </a:tc>
                <a:extLst>
                  <a:ext uri="{0D108BD9-81ED-4DB2-BD59-A6C34878D82A}">
                    <a16:rowId xmlns:a16="http://schemas.microsoft.com/office/drawing/2014/main" val="2487130123"/>
                  </a:ext>
                </a:extLst>
              </a:tr>
              <a:tr h="370840">
                <a:tc>
                  <a:txBody>
                    <a:bodyPr/>
                    <a:lstStyle/>
                    <a:p>
                      <a:r>
                        <a:rPr lang="ja-JP" altLang="en-US" b="1" dirty="0"/>
                        <a:t>認知負荷</a:t>
                      </a:r>
                      <a:endParaRPr lang="en-GB" b="1" dirty="0"/>
                    </a:p>
                  </a:txBody>
                  <a:tcPr/>
                </a:tc>
                <a:tc>
                  <a:txBody>
                    <a:bodyPr/>
                    <a:lstStyle/>
                    <a:p>
                      <a:r>
                        <a:rPr lang="ja-JP" altLang="en-US" b="1" dirty="0"/>
                        <a:t>評価困難</a:t>
                      </a:r>
                      <a:r>
                        <a:rPr lang="en-GB" altLang="ja-JP" b="1" dirty="0"/>
                        <a:t>(</a:t>
                      </a:r>
                      <a:r>
                        <a:rPr lang="ja-JP" altLang="en-US" b="1" dirty="0"/>
                        <a:t>高くも低くもある</a:t>
                      </a:r>
                      <a:r>
                        <a:rPr lang="en-GB" altLang="ja-JP" b="1" dirty="0"/>
                        <a:t>)</a:t>
                      </a:r>
                      <a:endParaRPr lang="en-GB" b="1" dirty="0"/>
                    </a:p>
                  </a:txBody>
                  <a:tcPr>
                    <a:solidFill>
                      <a:schemeClr val="accent1">
                        <a:lumMod val="40000"/>
                        <a:lumOff val="60000"/>
                      </a:schemeClr>
                    </a:solidFill>
                  </a:tcPr>
                </a:tc>
                <a:tc>
                  <a:txBody>
                    <a:bodyPr/>
                    <a:lstStyle/>
                    <a:p>
                      <a:r>
                        <a:rPr lang="ja-JP" altLang="en-US" b="1" dirty="0"/>
                        <a:t>高い</a:t>
                      </a:r>
                      <a:r>
                        <a:rPr lang="en-US" altLang="ja-JP" b="1" dirty="0"/>
                        <a:t>(</a:t>
                      </a:r>
                      <a:r>
                        <a:rPr lang="ja-JP" altLang="en-US" b="1" dirty="0"/>
                        <a:t>ハイコンテクスト</a:t>
                      </a:r>
                      <a:r>
                        <a:rPr lang="en-US" altLang="ja-JP" b="1" dirty="0"/>
                        <a:t>)</a:t>
                      </a:r>
                      <a:endParaRPr lang="en-GB" b="1" dirty="0"/>
                    </a:p>
                  </a:txBody>
                  <a:tcPr>
                    <a:solidFill>
                      <a:schemeClr val="accent2">
                        <a:lumMod val="40000"/>
                        <a:lumOff val="60000"/>
                      </a:schemeClr>
                    </a:solidFill>
                  </a:tcPr>
                </a:tc>
                <a:extLst>
                  <a:ext uri="{0D108BD9-81ED-4DB2-BD59-A6C34878D82A}">
                    <a16:rowId xmlns:a16="http://schemas.microsoft.com/office/drawing/2014/main" val="502369315"/>
                  </a:ext>
                </a:extLst>
              </a:tr>
              <a:tr h="370840">
                <a:tc>
                  <a:txBody>
                    <a:bodyPr/>
                    <a:lstStyle/>
                    <a:p>
                      <a:r>
                        <a:rPr lang="ja-JP" altLang="en-US" b="1" dirty="0"/>
                        <a:t>表現の合意形成</a:t>
                      </a:r>
                      <a:endParaRPr lang="en-GB" b="1" dirty="0"/>
                    </a:p>
                  </a:txBody>
                  <a:tcPr/>
                </a:tc>
                <a:tc>
                  <a:txBody>
                    <a:bodyPr/>
                    <a:lstStyle/>
                    <a:p>
                      <a:r>
                        <a:rPr lang="ja-JP" altLang="en-US" b="1" dirty="0"/>
                        <a:t>困難</a:t>
                      </a:r>
                      <a:r>
                        <a:rPr lang="en-GB" b="1" dirty="0"/>
                        <a:t>(</a:t>
                      </a:r>
                      <a:r>
                        <a:rPr lang="ja-JP" altLang="en-US" b="1" dirty="0"/>
                        <a:t>ツール導入で緩和可能</a:t>
                      </a:r>
                      <a:r>
                        <a:rPr lang="en-GB" b="1" dirty="0"/>
                        <a:t>)</a:t>
                      </a:r>
                    </a:p>
                  </a:txBody>
                  <a:tcPr>
                    <a:solidFill>
                      <a:schemeClr val="accent1">
                        <a:lumMod val="40000"/>
                        <a:lumOff val="60000"/>
                      </a:schemeClr>
                    </a:solidFill>
                  </a:tcPr>
                </a:tc>
                <a:tc>
                  <a:txBody>
                    <a:bodyPr/>
                    <a:lstStyle/>
                    <a:p>
                      <a:r>
                        <a:rPr lang="ja-JP" altLang="en-US" b="1" dirty="0"/>
                        <a:t>容易</a:t>
                      </a:r>
                      <a:endParaRPr lang="en-GB" b="1" dirty="0"/>
                    </a:p>
                  </a:txBody>
                  <a:tcPr>
                    <a:solidFill>
                      <a:schemeClr val="accent2">
                        <a:lumMod val="40000"/>
                        <a:lumOff val="60000"/>
                      </a:schemeClr>
                    </a:solidFill>
                  </a:tcPr>
                </a:tc>
                <a:extLst>
                  <a:ext uri="{0D108BD9-81ED-4DB2-BD59-A6C34878D82A}">
                    <a16:rowId xmlns:a16="http://schemas.microsoft.com/office/drawing/2014/main" val="682047934"/>
                  </a:ext>
                </a:extLst>
              </a:tr>
            </a:tbl>
          </a:graphicData>
        </a:graphic>
      </p:graphicFrame>
    </p:spTree>
    <p:extLst>
      <p:ext uri="{BB962C8B-B14F-4D97-AF65-F5344CB8AC3E}">
        <p14:creationId xmlns:p14="http://schemas.microsoft.com/office/powerpoint/2010/main" val="12350125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a:extLst>
            <a:ext uri="{FF2B5EF4-FFF2-40B4-BE49-F238E27FC236}">
              <a16:creationId xmlns:a16="http://schemas.microsoft.com/office/drawing/2014/main" id="{9C80F61E-D8CE-C53E-C044-C0B96646C64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B0EF5A-DDEF-C51D-6092-60D3B8F31794}"/>
              </a:ext>
            </a:extLst>
          </p:cNvPr>
          <p:cNvSpPr>
            <a:spLocks noGrp="1"/>
          </p:cNvSpPr>
          <p:nvPr>
            <p:ph type="title"/>
          </p:nvPr>
        </p:nvSpPr>
        <p:spPr/>
        <p:txBody>
          <a:bodyPr>
            <a:normAutofit/>
          </a:bodyPr>
          <a:lstStyle/>
          <a:p>
            <a:pPr algn="ctr"/>
            <a:r>
              <a:rPr lang="en-US" altLang="ja-JP" b="1" dirty="0">
                <a:latin typeface="Calibri (Headings)"/>
              </a:rPr>
              <a:t>4. </a:t>
            </a:r>
            <a:r>
              <a:rPr lang="en-GB" altLang="ja-JP" b="1" dirty="0">
                <a:latin typeface="Calibri (Headings)"/>
                <a:sym typeface="Arial"/>
              </a:rPr>
              <a:t>Ruby vs. Xxxspeak</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4A8E1732-3274-25CA-4073-E88B206295A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FAA1A9E1-046E-1535-2C71-1AE5CCAE595B}"/>
              </a:ext>
            </a:extLst>
          </p:cNvPr>
          <p:cNvSpPr>
            <a:spLocks noGrp="1"/>
          </p:cNvSpPr>
          <p:nvPr>
            <p:ph idx="1"/>
          </p:nvPr>
        </p:nvSpPr>
        <p:spPr>
          <a:xfrm>
            <a:off x="838200" y="1825625"/>
            <a:ext cx="10515600" cy="4351338"/>
          </a:xfrm>
          <a:ln>
            <a:noFill/>
          </a:ln>
        </p:spPr>
        <p:txBody>
          <a:bodyPr>
            <a:normAutofit/>
          </a:bodyPr>
          <a:lstStyle/>
          <a:p>
            <a:pPr marL="12700" marR="5080" indent="0">
              <a:lnSpc>
                <a:spcPts val="2590"/>
              </a:lnSpc>
              <a:spcBef>
                <a:spcPts val="425"/>
              </a:spcBef>
              <a:buNone/>
              <a:defRPr/>
            </a:pPr>
            <a:r>
              <a:rPr lang="en-GB" sz="2600" b="1" dirty="0">
                <a:solidFill>
                  <a:prstClr val="black"/>
                </a:solidFill>
                <a:cs typeface="Calibri"/>
              </a:rPr>
              <a:t>Ruby vs. Oldspeak</a:t>
            </a:r>
          </a:p>
          <a:p>
            <a:pPr marL="12700" marR="5080" indent="0">
              <a:lnSpc>
                <a:spcPts val="2590"/>
              </a:lnSpc>
              <a:spcBef>
                <a:spcPts val="425"/>
              </a:spcBef>
              <a:buNone/>
              <a:defRPr/>
            </a:pPr>
            <a:r>
              <a:rPr lang="ja-JP" altLang="en-US" sz="2400" dirty="0">
                <a:solidFill>
                  <a:prstClr val="black"/>
                </a:solidFill>
                <a:cs typeface="Calibri"/>
              </a:rPr>
              <a:t>以下の比較においては、どちらも「設定より</a:t>
            </a:r>
            <a:r>
              <a:rPr lang="ja-JP" altLang="en-US" sz="2400" b="1" dirty="0">
                <a:solidFill>
                  <a:prstClr val="black"/>
                </a:solidFill>
                <a:cs typeface="Calibri"/>
              </a:rPr>
              <a:t>規約</a:t>
            </a:r>
            <a:r>
              <a:rPr lang="ja-JP" altLang="en-US" sz="2400" dirty="0">
                <a:solidFill>
                  <a:prstClr val="black"/>
                </a:solidFill>
                <a:cs typeface="Calibri"/>
              </a:rPr>
              <a:t>」を重視しているため、共通点が多い。</a:t>
            </a:r>
            <a:endParaRPr lang="en-GB" sz="2400" dirty="0">
              <a:solidFill>
                <a:prstClr val="black"/>
              </a:solidFill>
              <a:cs typeface="Calibri"/>
            </a:endParaRPr>
          </a:p>
        </p:txBody>
      </p:sp>
      <p:graphicFrame>
        <p:nvGraphicFramePr>
          <p:cNvPr id="3" name="Table 2">
            <a:extLst>
              <a:ext uri="{FF2B5EF4-FFF2-40B4-BE49-F238E27FC236}">
                <a16:creationId xmlns:a16="http://schemas.microsoft.com/office/drawing/2014/main" id="{DD20CABE-506D-E3EE-E6C1-583EDD45EDED}"/>
              </a:ext>
            </a:extLst>
          </p:cNvPr>
          <p:cNvGraphicFramePr>
            <a:graphicFrameLocks noGrp="1"/>
          </p:cNvGraphicFramePr>
          <p:nvPr>
            <p:extLst>
              <p:ext uri="{D42A27DB-BD31-4B8C-83A1-F6EECF244321}">
                <p14:modId xmlns:p14="http://schemas.microsoft.com/office/powerpoint/2010/main" val="3077465390"/>
              </p:ext>
            </p:extLst>
          </p:nvPr>
        </p:nvGraphicFramePr>
        <p:xfrm>
          <a:off x="825618" y="2972044"/>
          <a:ext cx="10528182" cy="2595880"/>
        </p:xfrm>
        <a:graphic>
          <a:graphicData uri="http://schemas.openxmlformats.org/drawingml/2006/table">
            <a:tbl>
              <a:tblPr firstRow="1" bandRow="1">
                <a:tableStyleId>{5C22544A-7EE6-4342-B048-85BDC9FD1C3A}</a:tableStyleId>
              </a:tblPr>
              <a:tblGrid>
                <a:gridCol w="3235943">
                  <a:extLst>
                    <a:ext uri="{9D8B030D-6E8A-4147-A177-3AD203B41FA5}">
                      <a16:colId xmlns:a16="http://schemas.microsoft.com/office/drawing/2014/main" val="2626384933"/>
                    </a:ext>
                  </a:extLst>
                </a:gridCol>
                <a:gridCol w="3626002">
                  <a:extLst>
                    <a:ext uri="{9D8B030D-6E8A-4147-A177-3AD203B41FA5}">
                      <a16:colId xmlns:a16="http://schemas.microsoft.com/office/drawing/2014/main" val="476515329"/>
                    </a:ext>
                  </a:extLst>
                </a:gridCol>
                <a:gridCol w="3666237">
                  <a:extLst>
                    <a:ext uri="{9D8B030D-6E8A-4147-A177-3AD203B41FA5}">
                      <a16:colId xmlns:a16="http://schemas.microsoft.com/office/drawing/2014/main" val="3189895592"/>
                    </a:ext>
                  </a:extLst>
                </a:gridCol>
              </a:tblGrid>
              <a:tr h="370840">
                <a:tc>
                  <a:txBody>
                    <a:bodyPr/>
                    <a:lstStyle/>
                    <a:p>
                      <a:pPr algn="ctr"/>
                      <a:r>
                        <a:rPr lang="ja-JP" altLang="en-US" dirty="0"/>
                        <a:t>属性</a:t>
                      </a:r>
                      <a:endParaRPr lang="en-GB" dirty="0"/>
                    </a:p>
                  </a:txBody>
                  <a:tcPr/>
                </a:tc>
                <a:tc>
                  <a:txBody>
                    <a:bodyPr/>
                    <a:lstStyle/>
                    <a:p>
                      <a:pPr algn="ctr"/>
                      <a:r>
                        <a:rPr lang="en-GB" dirty="0"/>
                        <a:t>Ruby</a:t>
                      </a:r>
                    </a:p>
                  </a:txBody>
                  <a:tcPr/>
                </a:tc>
                <a:tc>
                  <a:txBody>
                    <a:bodyPr/>
                    <a:lstStyle/>
                    <a:p>
                      <a:pPr algn="ctr"/>
                      <a:r>
                        <a:rPr lang="en-GB" dirty="0"/>
                        <a:t>Oldspeak(</a:t>
                      </a:r>
                      <a:r>
                        <a:rPr lang="ja-JP" altLang="en-US" dirty="0"/>
                        <a:t>現代英語</a:t>
                      </a:r>
                      <a:r>
                        <a:rPr lang="en-GB" dirty="0"/>
                        <a:t>)</a:t>
                      </a:r>
                    </a:p>
                  </a:txBody>
                  <a:tcPr/>
                </a:tc>
                <a:extLst>
                  <a:ext uri="{0D108BD9-81ED-4DB2-BD59-A6C34878D82A}">
                    <a16:rowId xmlns:a16="http://schemas.microsoft.com/office/drawing/2014/main" val="3829108762"/>
                  </a:ext>
                </a:extLst>
              </a:tr>
              <a:tr h="370840">
                <a:tc>
                  <a:txBody>
                    <a:bodyPr/>
                    <a:lstStyle/>
                    <a:p>
                      <a:r>
                        <a:rPr lang="ja-JP" altLang="en-US" b="1" dirty="0"/>
                        <a:t>語彙と表現</a:t>
                      </a:r>
                      <a:endParaRPr lang="en-GB" b="1" dirty="0"/>
                    </a:p>
                  </a:txBody>
                  <a:tcPr/>
                </a:tc>
                <a:tc>
                  <a:txBody>
                    <a:bodyPr/>
                    <a:lstStyle/>
                    <a:p>
                      <a:r>
                        <a:rPr lang="ja-JP" altLang="en-US" b="1" dirty="0"/>
                        <a:t>豊か</a:t>
                      </a:r>
                      <a:endParaRPr lang="en-GB" dirty="0"/>
                    </a:p>
                  </a:txBody>
                  <a:tcPr>
                    <a:solidFill>
                      <a:schemeClr val="accent1">
                        <a:lumMod val="40000"/>
                        <a:lumOff val="60000"/>
                      </a:schemeClr>
                    </a:solidFill>
                  </a:tcPr>
                </a:tc>
                <a:tc>
                  <a:txBody>
                    <a:bodyPr/>
                    <a:lstStyle/>
                    <a:p>
                      <a:r>
                        <a:rPr lang="ja-JP" altLang="en-US" b="0" dirty="0"/>
                        <a:t>毎秒</a:t>
                      </a:r>
                      <a:r>
                        <a:rPr lang="ja-JP" altLang="en-US" b="1" dirty="0"/>
                        <a:t>豊かに</a:t>
                      </a:r>
                      <a:endParaRPr lang="en-GB" b="0" dirty="0"/>
                    </a:p>
                  </a:txBody>
                  <a:tcPr>
                    <a:solidFill>
                      <a:schemeClr val="accent2">
                        <a:lumMod val="40000"/>
                        <a:lumOff val="60000"/>
                      </a:schemeClr>
                    </a:solidFill>
                  </a:tcPr>
                </a:tc>
                <a:extLst>
                  <a:ext uri="{0D108BD9-81ED-4DB2-BD59-A6C34878D82A}">
                    <a16:rowId xmlns:a16="http://schemas.microsoft.com/office/drawing/2014/main" val="3036156972"/>
                  </a:ext>
                </a:extLst>
              </a:tr>
              <a:tr h="370840">
                <a:tc>
                  <a:txBody>
                    <a:bodyPr/>
                    <a:lstStyle/>
                    <a:p>
                      <a:r>
                        <a:rPr lang="ja-JP" altLang="en-US" b="1" dirty="0"/>
                        <a:t>人間の思考の統制</a:t>
                      </a:r>
                      <a:endParaRPr lang="en-GB"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1" dirty="0"/>
                        <a:t>緩い</a:t>
                      </a:r>
                      <a:endParaRPr lang="en-GB" b="1" dirty="0"/>
                    </a:p>
                  </a:txBody>
                  <a:tcPr>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1" dirty="0"/>
                        <a:t>緩い</a:t>
                      </a:r>
                      <a:endParaRPr lang="en-GB" b="1" dirty="0"/>
                    </a:p>
                  </a:txBody>
                  <a:tcPr>
                    <a:solidFill>
                      <a:schemeClr val="accent2">
                        <a:lumMod val="40000"/>
                        <a:lumOff val="60000"/>
                      </a:schemeClr>
                    </a:solidFill>
                  </a:tcPr>
                </a:tc>
                <a:extLst>
                  <a:ext uri="{0D108BD9-81ED-4DB2-BD59-A6C34878D82A}">
                    <a16:rowId xmlns:a16="http://schemas.microsoft.com/office/drawing/2014/main" val="1054099319"/>
                  </a:ext>
                </a:extLst>
              </a:tr>
              <a:tr h="370840">
                <a:tc>
                  <a:txBody>
                    <a:bodyPr/>
                    <a:lstStyle/>
                    <a:p>
                      <a:r>
                        <a:rPr lang="ja-JP" altLang="en-US" b="1" dirty="0"/>
                        <a:t>表現の柔軟性</a:t>
                      </a:r>
                      <a:endParaRPr lang="en-GB" b="1" dirty="0"/>
                    </a:p>
                  </a:txBody>
                  <a:tcPr/>
                </a:tc>
                <a:tc>
                  <a:txBody>
                    <a:bodyPr/>
                    <a:lstStyle/>
                    <a:p>
                      <a:r>
                        <a:rPr lang="ja-JP" altLang="en-US" b="1" dirty="0"/>
                        <a:t>高い</a:t>
                      </a:r>
                      <a:endParaRPr lang="en-GB" b="1" dirty="0"/>
                    </a:p>
                  </a:txBody>
                  <a:tcPr>
                    <a:solidFill>
                      <a:schemeClr val="accent1">
                        <a:lumMod val="40000"/>
                        <a:lumOff val="60000"/>
                      </a:schemeClr>
                    </a:solidFill>
                  </a:tcPr>
                </a:tc>
                <a:tc>
                  <a:txBody>
                    <a:bodyPr/>
                    <a:lstStyle/>
                    <a:p>
                      <a:r>
                        <a:rPr lang="ja-JP" altLang="en-US" b="1" dirty="0"/>
                        <a:t>非常に高い</a:t>
                      </a:r>
                      <a:endParaRPr lang="en-GB" b="1" dirty="0"/>
                    </a:p>
                  </a:txBody>
                  <a:tcPr>
                    <a:solidFill>
                      <a:schemeClr val="accent2">
                        <a:lumMod val="40000"/>
                        <a:lumOff val="60000"/>
                      </a:schemeClr>
                    </a:solidFill>
                  </a:tcPr>
                </a:tc>
                <a:extLst>
                  <a:ext uri="{0D108BD9-81ED-4DB2-BD59-A6C34878D82A}">
                    <a16:rowId xmlns:a16="http://schemas.microsoft.com/office/drawing/2014/main" val="486511377"/>
                  </a:ext>
                </a:extLst>
              </a:tr>
              <a:tr h="370840">
                <a:tc>
                  <a:txBody>
                    <a:bodyPr/>
                    <a:lstStyle/>
                    <a:p>
                      <a:r>
                        <a:rPr lang="ja-JP" altLang="en-US" b="1" dirty="0"/>
                        <a:t>曖昧さ</a:t>
                      </a:r>
                      <a:endParaRPr lang="en-GB" b="1" dirty="0"/>
                    </a:p>
                  </a:txBody>
                  <a:tcPr/>
                </a:tc>
                <a:tc>
                  <a:txBody>
                    <a:bodyPr/>
                    <a:lstStyle/>
                    <a:p>
                      <a:r>
                        <a:rPr lang="ja-JP" altLang="en-US" b="1" dirty="0"/>
                        <a:t>少ない</a:t>
                      </a:r>
                      <a:r>
                        <a:rPr lang="en-GB" altLang="ja-JP" b="1" dirty="0"/>
                        <a:t>(</a:t>
                      </a:r>
                      <a:r>
                        <a:rPr lang="ja-JP" altLang="en-US" b="1" dirty="0"/>
                        <a:t>名前重要の規約</a:t>
                      </a:r>
                      <a:r>
                        <a:rPr lang="en-GB" altLang="ja-JP" b="1" dirty="0"/>
                        <a:t>)</a:t>
                      </a:r>
                      <a:endParaRPr lang="en-GB" b="1" dirty="0"/>
                    </a:p>
                  </a:txBody>
                  <a:tcPr>
                    <a:solidFill>
                      <a:schemeClr val="accent1">
                        <a:lumMod val="40000"/>
                        <a:lumOff val="60000"/>
                      </a:schemeClr>
                    </a:solidFill>
                  </a:tcPr>
                </a:tc>
                <a:tc>
                  <a:txBody>
                    <a:bodyPr/>
                    <a:lstStyle/>
                    <a:p>
                      <a:r>
                        <a:rPr lang="ja-JP" altLang="en-US" b="1" dirty="0"/>
                        <a:t>少ない</a:t>
                      </a:r>
                      <a:endParaRPr lang="en-GB" b="1" dirty="0"/>
                    </a:p>
                  </a:txBody>
                  <a:tcPr>
                    <a:solidFill>
                      <a:schemeClr val="accent2">
                        <a:lumMod val="40000"/>
                        <a:lumOff val="60000"/>
                      </a:schemeClr>
                    </a:solidFill>
                  </a:tcPr>
                </a:tc>
                <a:extLst>
                  <a:ext uri="{0D108BD9-81ED-4DB2-BD59-A6C34878D82A}">
                    <a16:rowId xmlns:a16="http://schemas.microsoft.com/office/drawing/2014/main" val="2487130123"/>
                  </a:ext>
                </a:extLst>
              </a:tr>
              <a:tr h="370840">
                <a:tc>
                  <a:txBody>
                    <a:bodyPr/>
                    <a:lstStyle/>
                    <a:p>
                      <a:r>
                        <a:rPr lang="ja-JP" altLang="en-US" b="1" dirty="0"/>
                        <a:t>認知負荷</a:t>
                      </a:r>
                      <a:endParaRPr lang="en-GB" b="1" dirty="0"/>
                    </a:p>
                  </a:txBody>
                  <a:tcPr/>
                </a:tc>
                <a:tc>
                  <a:txBody>
                    <a:bodyPr/>
                    <a:lstStyle/>
                    <a:p>
                      <a:r>
                        <a:rPr lang="ja-JP" altLang="en-US" b="1" dirty="0"/>
                        <a:t>評価困難</a:t>
                      </a:r>
                      <a:r>
                        <a:rPr lang="en-GB" altLang="ja-JP" b="1" dirty="0"/>
                        <a:t>(</a:t>
                      </a:r>
                      <a:r>
                        <a:rPr lang="ja-JP" altLang="en-US" b="1" dirty="0"/>
                        <a:t>高くも低くもある</a:t>
                      </a:r>
                      <a:r>
                        <a:rPr lang="en-GB" altLang="ja-JP" b="1" dirty="0"/>
                        <a:t>)</a:t>
                      </a:r>
                      <a:endParaRPr lang="en-GB" b="1" dirty="0"/>
                    </a:p>
                  </a:txBody>
                  <a:tcPr>
                    <a:solidFill>
                      <a:schemeClr val="accent1">
                        <a:lumMod val="40000"/>
                        <a:lumOff val="60000"/>
                      </a:schemeClr>
                    </a:solidFill>
                  </a:tcPr>
                </a:tc>
                <a:tc>
                  <a:txBody>
                    <a:bodyPr/>
                    <a:lstStyle/>
                    <a:p>
                      <a:r>
                        <a:rPr lang="ja-JP" altLang="en-US" b="1" dirty="0"/>
                        <a:t>低い</a:t>
                      </a:r>
                      <a:r>
                        <a:rPr lang="en-US" altLang="ja-JP" b="1" dirty="0"/>
                        <a:t>(</a:t>
                      </a:r>
                      <a:r>
                        <a:rPr lang="ja-JP" altLang="en-US" b="1" dirty="0"/>
                        <a:t>ローコンテクスト</a:t>
                      </a:r>
                      <a:r>
                        <a:rPr lang="en-US" altLang="ja-JP" b="1" dirty="0"/>
                        <a:t>)</a:t>
                      </a:r>
                      <a:endParaRPr lang="en-GB" b="1" dirty="0"/>
                    </a:p>
                  </a:txBody>
                  <a:tcPr>
                    <a:solidFill>
                      <a:schemeClr val="accent2">
                        <a:lumMod val="40000"/>
                        <a:lumOff val="60000"/>
                      </a:schemeClr>
                    </a:solidFill>
                  </a:tcPr>
                </a:tc>
                <a:extLst>
                  <a:ext uri="{0D108BD9-81ED-4DB2-BD59-A6C34878D82A}">
                    <a16:rowId xmlns:a16="http://schemas.microsoft.com/office/drawing/2014/main" val="502369315"/>
                  </a:ext>
                </a:extLst>
              </a:tr>
              <a:tr h="370840">
                <a:tc>
                  <a:txBody>
                    <a:bodyPr/>
                    <a:lstStyle/>
                    <a:p>
                      <a:r>
                        <a:rPr lang="ja-JP" altLang="en-US" b="1" dirty="0"/>
                        <a:t>表現の合意形成</a:t>
                      </a:r>
                      <a:endParaRPr lang="en-GB" b="1" dirty="0"/>
                    </a:p>
                  </a:txBody>
                  <a:tcPr/>
                </a:tc>
                <a:tc>
                  <a:txBody>
                    <a:bodyPr/>
                    <a:lstStyle/>
                    <a:p>
                      <a:r>
                        <a:rPr lang="ja-JP" altLang="en-US" b="1" dirty="0"/>
                        <a:t>困難</a:t>
                      </a:r>
                      <a:r>
                        <a:rPr lang="en-GB" b="1" dirty="0"/>
                        <a:t>(</a:t>
                      </a:r>
                      <a:r>
                        <a:rPr lang="ja-JP" altLang="en-US" b="1" dirty="0"/>
                        <a:t>ツール導入で緩和可能</a:t>
                      </a:r>
                      <a:r>
                        <a:rPr lang="en-GB" b="1" dirty="0"/>
                        <a:t>)</a:t>
                      </a:r>
                    </a:p>
                  </a:txBody>
                  <a:tcPr>
                    <a:solidFill>
                      <a:schemeClr val="accent1">
                        <a:lumMod val="40000"/>
                        <a:lumOff val="60000"/>
                      </a:schemeClr>
                    </a:solidFill>
                  </a:tcPr>
                </a:tc>
                <a:tc>
                  <a:txBody>
                    <a:bodyPr/>
                    <a:lstStyle/>
                    <a:p>
                      <a:r>
                        <a:rPr lang="ja-JP" altLang="en-US" b="1" dirty="0"/>
                        <a:t>困難</a:t>
                      </a:r>
                      <a:endParaRPr lang="en-GB" b="1" dirty="0"/>
                    </a:p>
                  </a:txBody>
                  <a:tcPr>
                    <a:solidFill>
                      <a:schemeClr val="accent2">
                        <a:lumMod val="40000"/>
                        <a:lumOff val="60000"/>
                      </a:schemeClr>
                    </a:solidFill>
                  </a:tcPr>
                </a:tc>
                <a:extLst>
                  <a:ext uri="{0D108BD9-81ED-4DB2-BD59-A6C34878D82A}">
                    <a16:rowId xmlns:a16="http://schemas.microsoft.com/office/drawing/2014/main" val="682047934"/>
                  </a:ext>
                </a:extLst>
              </a:tr>
            </a:tbl>
          </a:graphicData>
        </a:graphic>
      </p:graphicFrame>
    </p:spTree>
    <p:extLst>
      <p:ext uri="{BB962C8B-B14F-4D97-AF65-F5344CB8AC3E}">
        <p14:creationId xmlns:p14="http://schemas.microsoft.com/office/powerpoint/2010/main" val="42439922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a:extLst>
            <a:ext uri="{FF2B5EF4-FFF2-40B4-BE49-F238E27FC236}">
              <a16:creationId xmlns:a16="http://schemas.microsoft.com/office/drawing/2014/main" id="{A34A827D-69EF-EA34-8713-7B862404FDD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CF0F510-EE4A-1948-FA42-76F85535417B}"/>
              </a:ext>
            </a:extLst>
          </p:cNvPr>
          <p:cNvSpPr>
            <a:spLocks noGrp="1"/>
          </p:cNvSpPr>
          <p:nvPr>
            <p:ph type="title"/>
          </p:nvPr>
        </p:nvSpPr>
        <p:spPr/>
        <p:txBody>
          <a:bodyPr>
            <a:normAutofit/>
          </a:bodyPr>
          <a:lstStyle/>
          <a:p>
            <a:pPr algn="ctr"/>
            <a:r>
              <a:rPr lang="en-US" altLang="ja-JP" b="1" dirty="0">
                <a:latin typeface="Calibri (Headings)"/>
              </a:rPr>
              <a:t>4. </a:t>
            </a:r>
            <a:r>
              <a:rPr lang="en-GB" altLang="ja-JP" b="1" dirty="0">
                <a:latin typeface="Calibri (Headings)"/>
                <a:sym typeface="Arial"/>
              </a:rPr>
              <a:t>Ruby vs. Xxxspeak</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09944904-09A9-8660-995E-71A69C879A8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79148677-F3DB-A540-1907-4AF1A0F0ADEF}"/>
              </a:ext>
            </a:extLst>
          </p:cNvPr>
          <p:cNvSpPr>
            <a:spLocks noGrp="1"/>
          </p:cNvSpPr>
          <p:nvPr>
            <p:ph idx="1"/>
          </p:nvPr>
        </p:nvSpPr>
        <p:spPr>
          <a:xfrm>
            <a:off x="838200" y="1825625"/>
            <a:ext cx="10515600" cy="4351338"/>
          </a:xfrm>
          <a:ln>
            <a:noFill/>
          </a:ln>
        </p:spPr>
        <p:txBody>
          <a:bodyPr>
            <a:normAutofit/>
          </a:bodyPr>
          <a:lstStyle/>
          <a:p>
            <a:pPr marL="12700" marR="5080" indent="0">
              <a:lnSpc>
                <a:spcPts val="2590"/>
              </a:lnSpc>
              <a:spcBef>
                <a:spcPts val="425"/>
              </a:spcBef>
              <a:buNone/>
              <a:defRPr/>
            </a:pPr>
            <a:r>
              <a:rPr lang="en-GB" b="1" dirty="0"/>
              <a:t>[</a:t>
            </a:r>
            <a:r>
              <a:rPr lang="ja-JP" altLang="en-US" b="1" dirty="0"/>
              <a:t>おまけ</a:t>
            </a:r>
            <a:r>
              <a:rPr lang="en-GB" b="1" dirty="0"/>
              <a:t>]</a:t>
            </a:r>
            <a:r>
              <a:rPr lang="en-GB" sz="2600" b="1" dirty="0">
                <a:solidFill>
                  <a:prstClr val="black"/>
                </a:solidFill>
                <a:cs typeface="Calibri"/>
              </a:rPr>
              <a:t> Python vs. Newspeak</a:t>
            </a:r>
          </a:p>
          <a:p>
            <a:pPr marL="12700" marR="5080" indent="0">
              <a:lnSpc>
                <a:spcPts val="2590"/>
              </a:lnSpc>
              <a:spcBef>
                <a:spcPts val="425"/>
              </a:spcBef>
              <a:buNone/>
              <a:defRPr/>
            </a:pPr>
            <a:r>
              <a:rPr lang="ja-JP" altLang="en-US" sz="2400" dirty="0">
                <a:solidFill>
                  <a:prstClr val="black"/>
                </a:solidFill>
                <a:cs typeface="Calibri"/>
              </a:rPr>
              <a:t>以下の比較においては、どちらも「規約より</a:t>
            </a:r>
            <a:r>
              <a:rPr lang="ja-JP" altLang="en-US" sz="2400" b="1" dirty="0">
                <a:solidFill>
                  <a:prstClr val="black"/>
                </a:solidFill>
                <a:cs typeface="Calibri"/>
              </a:rPr>
              <a:t>設定</a:t>
            </a:r>
            <a:r>
              <a:rPr lang="ja-JP" altLang="en-US" sz="2400" dirty="0">
                <a:solidFill>
                  <a:prstClr val="black"/>
                </a:solidFill>
                <a:cs typeface="Calibri"/>
              </a:rPr>
              <a:t>」を重視しているため、共通点が多い。</a:t>
            </a:r>
            <a:endParaRPr lang="en-GB" sz="2400" dirty="0">
              <a:solidFill>
                <a:prstClr val="black"/>
              </a:solidFill>
              <a:cs typeface="Calibri"/>
            </a:endParaRPr>
          </a:p>
        </p:txBody>
      </p:sp>
      <p:graphicFrame>
        <p:nvGraphicFramePr>
          <p:cNvPr id="3" name="Table 2">
            <a:extLst>
              <a:ext uri="{FF2B5EF4-FFF2-40B4-BE49-F238E27FC236}">
                <a16:creationId xmlns:a16="http://schemas.microsoft.com/office/drawing/2014/main" id="{CB68E623-046E-FCB3-BF10-81CCC1E4F9FE}"/>
              </a:ext>
            </a:extLst>
          </p:cNvPr>
          <p:cNvGraphicFramePr>
            <a:graphicFrameLocks noGrp="1"/>
          </p:cNvGraphicFramePr>
          <p:nvPr>
            <p:extLst>
              <p:ext uri="{D42A27DB-BD31-4B8C-83A1-F6EECF244321}">
                <p14:modId xmlns:p14="http://schemas.microsoft.com/office/powerpoint/2010/main" val="193951198"/>
              </p:ext>
            </p:extLst>
          </p:nvPr>
        </p:nvGraphicFramePr>
        <p:xfrm>
          <a:off x="825618" y="2967847"/>
          <a:ext cx="10528182" cy="2595880"/>
        </p:xfrm>
        <a:graphic>
          <a:graphicData uri="http://schemas.openxmlformats.org/drawingml/2006/table">
            <a:tbl>
              <a:tblPr firstRow="1" bandRow="1">
                <a:tableStyleId>{5C22544A-7EE6-4342-B048-85BDC9FD1C3A}</a:tableStyleId>
              </a:tblPr>
              <a:tblGrid>
                <a:gridCol w="3235943">
                  <a:extLst>
                    <a:ext uri="{9D8B030D-6E8A-4147-A177-3AD203B41FA5}">
                      <a16:colId xmlns:a16="http://schemas.microsoft.com/office/drawing/2014/main" val="2626384933"/>
                    </a:ext>
                  </a:extLst>
                </a:gridCol>
                <a:gridCol w="3626002">
                  <a:extLst>
                    <a:ext uri="{9D8B030D-6E8A-4147-A177-3AD203B41FA5}">
                      <a16:colId xmlns:a16="http://schemas.microsoft.com/office/drawing/2014/main" val="476515329"/>
                    </a:ext>
                  </a:extLst>
                </a:gridCol>
                <a:gridCol w="3666237">
                  <a:extLst>
                    <a:ext uri="{9D8B030D-6E8A-4147-A177-3AD203B41FA5}">
                      <a16:colId xmlns:a16="http://schemas.microsoft.com/office/drawing/2014/main" val="3189895592"/>
                    </a:ext>
                  </a:extLst>
                </a:gridCol>
              </a:tblGrid>
              <a:tr h="370840">
                <a:tc>
                  <a:txBody>
                    <a:bodyPr/>
                    <a:lstStyle/>
                    <a:p>
                      <a:pPr algn="ctr"/>
                      <a:r>
                        <a:rPr lang="ja-JP" altLang="en-US" dirty="0"/>
                        <a:t>属性</a:t>
                      </a:r>
                      <a:endParaRPr lang="en-GB" dirty="0"/>
                    </a:p>
                  </a:txBody>
                  <a:tcPr/>
                </a:tc>
                <a:tc>
                  <a:txBody>
                    <a:bodyPr/>
                    <a:lstStyle/>
                    <a:p>
                      <a:pPr algn="ctr"/>
                      <a:r>
                        <a:rPr lang="en-GB" dirty="0"/>
                        <a:t>Python</a:t>
                      </a:r>
                    </a:p>
                  </a:txBody>
                  <a:tcPr/>
                </a:tc>
                <a:tc>
                  <a:txBody>
                    <a:bodyPr/>
                    <a:lstStyle/>
                    <a:p>
                      <a:pPr algn="ctr"/>
                      <a:r>
                        <a:rPr lang="en-GB" dirty="0"/>
                        <a:t>Newspeak</a:t>
                      </a:r>
                    </a:p>
                  </a:txBody>
                  <a:tcPr/>
                </a:tc>
                <a:extLst>
                  <a:ext uri="{0D108BD9-81ED-4DB2-BD59-A6C34878D82A}">
                    <a16:rowId xmlns:a16="http://schemas.microsoft.com/office/drawing/2014/main" val="3829108762"/>
                  </a:ext>
                </a:extLst>
              </a:tr>
              <a:tr h="370840">
                <a:tc>
                  <a:txBody>
                    <a:bodyPr/>
                    <a:lstStyle/>
                    <a:p>
                      <a:r>
                        <a:rPr lang="ja-JP" altLang="en-US" b="1" dirty="0"/>
                        <a:t>語彙と表現</a:t>
                      </a:r>
                      <a:endParaRPr lang="en-GB" b="1"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1" dirty="0"/>
                        <a:t>限定的</a:t>
                      </a:r>
                      <a:endParaRPr lang="en-GB" b="1" dirty="0"/>
                    </a:p>
                  </a:txBody>
                  <a:tcPr>
                    <a:solidFill>
                      <a:schemeClr val="accent1">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b="0" dirty="0"/>
                        <a:t>毎年</a:t>
                      </a:r>
                      <a:r>
                        <a:rPr lang="ja-JP" altLang="en-US" b="1" dirty="0"/>
                        <a:t>貧相に</a:t>
                      </a:r>
                      <a:endParaRPr lang="en-GB" b="1" dirty="0"/>
                    </a:p>
                  </a:txBody>
                  <a:tcPr>
                    <a:solidFill>
                      <a:schemeClr val="accent2">
                        <a:lumMod val="40000"/>
                        <a:lumOff val="60000"/>
                      </a:schemeClr>
                    </a:solidFill>
                  </a:tcPr>
                </a:tc>
                <a:extLst>
                  <a:ext uri="{0D108BD9-81ED-4DB2-BD59-A6C34878D82A}">
                    <a16:rowId xmlns:a16="http://schemas.microsoft.com/office/drawing/2014/main" val="3036156972"/>
                  </a:ext>
                </a:extLst>
              </a:tr>
              <a:tr h="370840">
                <a:tc>
                  <a:txBody>
                    <a:bodyPr/>
                    <a:lstStyle/>
                    <a:p>
                      <a:r>
                        <a:rPr lang="ja-JP" altLang="en-US" b="1" dirty="0"/>
                        <a:t>人間の思考の統制</a:t>
                      </a:r>
                      <a:endParaRPr lang="en-GB" b="1" dirty="0"/>
                    </a:p>
                  </a:txBody>
                  <a:tcPr/>
                </a:tc>
                <a:tc>
                  <a:txBody>
                    <a:bodyPr/>
                    <a:lstStyle/>
                    <a:p>
                      <a:r>
                        <a:rPr lang="ja-JP" altLang="en-US" b="1" dirty="0"/>
                        <a:t>厳しい</a:t>
                      </a:r>
                      <a:endParaRPr lang="en-GB" b="1" dirty="0"/>
                    </a:p>
                  </a:txBody>
                  <a:tcPr>
                    <a:solidFill>
                      <a:schemeClr val="accent1">
                        <a:lumMod val="40000"/>
                        <a:lumOff val="60000"/>
                      </a:schemeClr>
                    </a:solidFill>
                  </a:tcPr>
                </a:tc>
                <a:tc>
                  <a:txBody>
                    <a:bodyPr/>
                    <a:lstStyle/>
                    <a:p>
                      <a:r>
                        <a:rPr lang="ja-JP" altLang="en-US" b="1" dirty="0"/>
                        <a:t>厳しい</a:t>
                      </a:r>
                      <a:endParaRPr lang="en-GB" b="1" dirty="0"/>
                    </a:p>
                  </a:txBody>
                  <a:tcPr>
                    <a:solidFill>
                      <a:schemeClr val="accent2">
                        <a:lumMod val="40000"/>
                        <a:lumOff val="60000"/>
                      </a:schemeClr>
                    </a:solidFill>
                  </a:tcPr>
                </a:tc>
                <a:extLst>
                  <a:ext uri="{0D108BD9-81ED-4DB2-BD59-A6C34878D82A}">
                    <a16:rowId xmlns:a16="http://schemas.microsoft.com/office/drawing/2014/main" val="1054099319"/>
                  </a:ext>
                </a:extLst>
              </a:tr>
              <a:tr h="370840">
                <a:tc>
                  <a:txBody>
                    <a:bodyPr/>
                    <a:lstStyle/>
                    <a:p>
                      <a:r>
                        <a:rPr lang="ja-JP" altLang="en-US" b="1" dirty="0"/>
                        <a:t>表現の柔軟性</a:t>
                      </a:r>
                      <a:endParaRPr lang="en-GB" b="1" dirty="0"/>
                    </a:p>
                  </a:txBody>
                  <a:tcPr/>
                </a:tc>
                <a:tc>
                  <a:txBody>
                    <a:bodyPr/>
                    <a:lstStyle/>
                    <a:p>
                      <a:r>
                        <a:rPr lang="ja-JP" altLang="en-US" b="1" dirty="0"/>
                        <a:t>低い</a:t>
                      </a:r>
                      <a:endParaRPr lang="en-GB" b="1" dirty="0"/>
                    </a:p>
                  </a:txBody>
                  <a:tcPr>
                    <a:solidFill>
                      <a:schemeClr val="accent1">
                        <a:lumMod val="40000"/>
                        <a:lumOff val="60000"/>
                      </a:schemeClr>
                    </a:solidFill>
                  </a:tcPr>
                </a:tc>
                <a:tc>
                  <a:txBody>
                    <a:bodyPr/>
                    <a:lstStyle/>
                    <a:p>
                      <a:r>
                        <a:rPr lang="ja-JP" altLang="en-US" b="1" dirty="0"/>
                        <a:t>皆無</a:t>
                      </a:r>
                      <a:endParaRPr lang="en-GB" b="1" dirty="0"/>
                    </a:p>
                  </a:txBody>
                  <a:tcPr>
                    <a:solidFill>
                      <a:schemeClr val="accent2">
                        <a:lumMod val="40000"/>
                        <a:lumOff val="60000"/>
                      </a:schemeClr>
                    </a:solidFill>
                  </a:tcPr>
                </a:tc>
                <a:extLst>
                  <a:ext uri="{0D108BD9-81ED-4DB2-BD59-A6C34878D82A}">
                    <a16:rowId xmlns:a16="http://schemas.microsoft.com/office/drawing/2014/main" val="486511377"/>
                  </a:ext>
                </a:extLst>
              </a:tr>
              <a:tr h="370840">
                <a:tc>
                  <a:txBody>
                    <a:bodyPr/>
                    <a:lstStyle/>
                    <a:p>
                      <a:r>
                        <a:rPr lang="ja-JP" altLang="en-US" b="1" dirty="0"/>
                        <a:t>曖昧さ</a:t>
                      </a:r>
                      <a:endParaRPr lang="en-GB" b="1" dirty="0"/>
                    </a:p>
                  </a:txBody>
                  <a:tcPr/>
                </a:tc>
                <a:tc>
                  <a:txBody>
                    <a:bodyPr/>
                    <a:lstStyle/>
                    <a:p>
                      <a:r>
                        <a:rPr lang="ja-JP" altLang="en-US" b="1" dirty="0"/>
                        <a:t>少ない</a:t>
                      </a:r>
                      <a:r>
                        <a:rPr lang="en-GB" altLang="ja-JP" b="1" dirty="0"/>
                        <a:t>(</a:t>
                      </a:r>
                      <a:r>
                        <a:rPr lang="ja-JP" altLang="en-US" b="1" dirty="0"/>
                        <a:t>言語設計</a:t>
                      </a:r>
                      <a:r>
                        <a:rPr lang="en-GB" altLang="ja-JP" b="1" dirty="0"/>
                        <a:t>)</a:t>
                      </a:r>
                      <a:endParaRPr lang="en-GB" b="1" dirty="0"/>
                    </a:p>
                  </a:txBody>
                  <a:tcPr>
                    <a:solidFill>
                      <a:schemeClr val="accent1">
                        <a:lumMod val="40000"/>
                        <a:lumOff val="60000"/>
                      </a:schemeClr>
                    </a:solidFill>
                  </a:tcPr>
                </a:tc>
                <a:tc>
                  <a:txBody>
                    <a:bodyPr/>
                    <a:lstStyle/>
                    <a:p>
                      <a:r>
                        <a:rPr lang="ja-JP" altLang="en-US" b="1" dirty="0"/>
                        <a:t>多い</a:t>
                      </a:r>
                      <a:endParaRPr lang="en-GB" b="1" dirty="0"/>
                    </a:p>
                  </a:txBody>
                  <a:tcPr>
                    <a:solidFill>
                      <a:schemeClr val="accent2">
                        <a:lumMod val="40000"/>
                        <a:lumOff val="60000"/>
                      </a:schemeClr>
                    </a:solidFill>
                  </a:tcPr>
                </a:tc>
                <a:extLst>
                  <a:ext uri="{0D108BD9-81ED-4DB2-BD59-A6C34878D82A}">
                    <a16:rowId xmlns:a16="http://schemas.microsoft.com/office/drawing/2014/main" val="2487130123"/>
                  </a:ext>
                </a:extLst>
              </a:tr>
              <a:tr h="370840">
                <a:tc>
                  <a:txBody>
                    <a:bodyPr/>
                    <a:lstStyle/>
                    <a:p>
                      <a:r>
                        <a:rPr lang="ja-JP" altLang="en-US" b="1" dirty="0"/>
                        <a:t>認知負荷</a:t>
                      </a:r>
                      <a:endParaRPr lang="en-GB" b="1" dirty="0"/>
                    </a:p>
                  </a:txBody>
                  <a:tcPr/>
                </a:tc>
                <a:tc>
                  <a:txBody>
                    <a:bodyPr/>
                    <a:lstStyle/>
                    <a:p>
                      <a:r>
                        <a:rPr lang="ja-JP" altLang="en-US" b="1" dirty="0"/>
                        <a:t>評価困難</a:t>
                      </a:r>
                      <a:r>
                        <a:rPr lang="en-GB" altLang="ja-JP" b="1" dirty="0"/>
                        <a:t>(</a:t>
                      </a:r>
                      <a:r>
                        <a:rPr lang="ja-JP" altLang="en-US" b="1" dirty="0"/>
                        <a:t>高くも低くもある</a:t>
                      </a:r>
                      <a:r>
                        <a:rPr lang="en-GB" altLang="ja-JP" b="1" dirty="0"/>
                        <a:t>)</a:t>
                      </a:r>
                      <a:endParaRPr lang="en-GB" b="1" dirty="0"/>
                    </a:p>
                  </a:txBody>
                  <a:tcPr>
                    <a:solidFill>
                      <a:schemeClr val="accent1">
                        <a:lumMod val="40000"/>
                        <a:lumOff val="60000"/>
                      </a:schemeClr>
                    </a:solidFill>
                  </a:tcPr>
                </a:tc>
                <a:tc>
                  <a:txBody>
                    <a:bodyPr/>
                    <a:lstStyle/>
                    <a:p>
                      <a:r>
                        <a:rPr lang="ja-JP" altLang="en-US" b="1" dirty="0"/>
                        <a:t>高い</a:t>
                      </a:r>
                      <a:r>
                        <a:rPr lang="en-US" altLang="ja-JP" b="1" dirty="0"/>
                        <a:t>(</a:t>
                      </a:r>
                      <a:r>
                        <a:rPr lang="ja-JP" altLang="en-US" b="1" dirty="0"/>
                        <a:t>ハイコンテクスト</a:t>
                      </a:r>
                      <a:r>
                        <a:rPr lang="en-US" altLang="ja-JP" b="1" dirty="0"/>
                        <a:t>)</a:t>
                      </a:r>
                      <a:endParaRPr lang="en-GB" b="1" dirty="0"/>
                    </a:p>
                  </a:txBody>
                  <a:tcPr>
                    <a:solidFill>
                      <a:schemeClr val="accent2">
                        <a:lumMod val="40000"/>
                        <a:lumOff val="60000"/>
                      </a:schemeClr>
                    </a:solidFill>
                  </a:tcPr>
                </a:tc>
                <a:extLst>
                  <a:ext uri="{0D108BD9-81ED-4DB2-BD59-A6C34878D82A}">
                    <a16:rowId xmlns:a16="http://schemas.microsoft.com/office/drawing/2014/main" val="502369315"/>
                  </a:ext>
                </a:extLst>
              </a:tr>
              <a:tr h="370840">
                <a:tc>
                  <a:txBody>
                    <a:bodyPr/>
                    <a:lstStyle/>
                    <a:p>
                      <a:r>
                        <a:rPr lang="ja-JP" altLang="en-US" b="1" dirty="0"/>
                        <a:t>表現の合意形成</a:t>
                      </a:r>
                      <a:endParaRPr lang="en-GB" b="1" dirty="0"/>
                    </a:p>
                  </a:txBody>
                  <a:tcPr/>
                </a:tc>
                <a:tc>
                  <a:txBody>
                    <a:bodyPr/>
                    <a:lstStyle/>
                    <a:p>
                      <a:r>
                        <a:rPr lang="ja-JP" altLang="en-US" b="1" dirty="0"/>
                        <a:t>容易</a:t>
                      </a:r>
                      <a:endParaRPr lang="en-GB" b="1" dirty="0"/>
                    </a:p>
                  </a:txBody>
                  <a:tcPr>
                    <a:solidFill>
                      <a:schemeClr val="accent1">
                        <a:lumMod val="40000"/>
                        <a:lumOff val="60000"/>
                      </a:schemeClr>
                    </a:solidFill>
                  </a:tcPr>
                </a:tc>
                <a:tc>
                  <a:txBody>
                    <a:bodyPr/>
                    <a:lstStyle/>
                    <a:p>
                      <a:r>
                        <a:rPr lang="ja-JP" altLang="en-US" b="1" dirty="0"/>
                        <a:t>容易</a:t>
                      </a:r>
                      <a:endParaRPr lang="en-GB" b="1" dirty="0"/>
                    </a:p>
                  </a:txBody>
                  <a:tcPr>
                    <a:solidFill>
                      <a:schemeClr val="accent2">
                        <a:lumMod val="40000"/>
                        <a:lumOff val="60000"/>
                      </a:schemeClr>
                    </a:solidFill>
                  </a:tcPr>
                </a:tc>
                <a:extLst>
                  <a:ext uri="{0D108BD9-81ED-4DB2-BD59-A6C34878D82A}">
                    <a16:rowId xmlns:a16="http://schemas.microsoft.com/office/drawing/2014/main" val="682047934"/>
                  </a:ext>
                </a:extLst>
              </a:tr>
            </a:tbl>
          </a:graphicData>
        </a:graphic>
      </p:graphicFrame>
    </p:spTree>
    <p:extLst>
      <p:ext uri="{BB962C8B-B14F-4D97-AF65-F5344CB8AC3E}">
        <p14:creationId xmlns:p14="http://schemas.microsoft.com/office/powerpoint/2010/main" val="3134569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GB" altLang="ja-JP" b="1" dirty="0">
                <a:solidFill>
                  <a:prstClr val="black"/>
                </a:solidFill>
                <a:latin typeface="Calibri (Headings)"/>
                <a:ea typeface="游ゴシック Light" panose="020B0300000000000000" pitchFamily="50" charset="-128"/>
              </a:rPr>
              <a:t>5</a:t>
            </a:r>
            <a:r>
              <a:rPr kumimoji="0" lang="en-GB" altLang="ja-JP"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 </a:t>
            </a:r>
            <a:r>
              <a:rPr kumimoji="0" lang="ja-JP" altLang="en-US" b="1" i="0" u="none" strike="noStrike" kern="1200" cap="none" spc="0" normalizeH="0" baseline="0" noProof="0" dirty="0">
                <a:ln>
                  <a:noFill/>
                </a:ln>
                <a:solidFill>
                  <a:prstClr val="black"/>
                </a:solidFill>
                <a:effectLst/>
                <a:uLnTx/>
                <a:uFillTx/>
                <a:latin typeface="Calibri (Headings)"/>
                <a:ea typeface="游ゴシック Light" panose="020B0300000000000000" pitchFamily="50" charset="-128"/>
                <a:cs typeface="+mj-cs"/>
              </a:rPr>
              <a:t>まとめ</a:t>
            </a:r>
            <a:endParaRPr lang="en-GB" sz="5400"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2852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a:extLst>
            <a:ext uri="{FF2B5EF4-FFF2-40B4-BE49-F238E27FC236}">
              <a16:creationId xmlns:a16="http://schemas.microsoft.com/office/drawing/2014/main" id="{D856E432-C9B5-66DB-B638-640FB795E11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DA19957-3B83-129A-1B09-F1D8A2E5E80D}"/>
              </a:ext>
            </a:extLst>
          </p:cNvPr>
          <p:cNvSpPr>
            <a:spLocks noGrp="1"/>
          </p:cNvSpPr>
          <p:nvPr>
            <p:ph type="title"/>
          </p:nvPr>
        </p:nvSpPr>
        <p:spPr/>
        <p:txBody>
          <a:bodyPr>
            <a:normAutofit/>
          </a:bodyPr>
          <a:lstStyle/>
          <a:p>
            <a:pPr algn="ctr"/>
            <a:r>
              <a:rPr lang="en-GB" altLang="ja-JP" b="1" dirty="0">
                <a:solidFill>
                  <a:prstClr val="black"/>
                </a:solidFill>
                <a:latin typeface="Calibri (Headings)"/>
              </a:rPr>
              <a:t>5. </a:t>
            </a:r>
            <a:r>
              <a:rPr lang="ja-JP" altLang="en-US" b="1" dirty="0">
                <a:solidFill>
                  <a:prstClr val="black"/>
                </a:solidFill>
                <a:latin typeface="Calibri (Headings)"/>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FB5B2448-A61C-7610-F283-1FFB69B65DB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6AC9904E-BC34-517D-EA0C-0D05DF2278CE}"/>
              </a:ext>
            </a:extLst>
          </p:cNvPr>
          <p:cNvSpPr>
            <a:spLocks noGrp="1"/>
          </p:cNvSpPr>
          <p:nvPr>
            <p:ph idx="1"/>
          </p:nvPr>
        </p:nvSpPr>
        <p:spPr>
          <a:xfrm>
            <a:off x="838200" y="1825625"/>
            <a:ext cx="10515600" cy="4351338"/>
          </a:xfrm>
        </p:spPr>
        <p:txBody>
          <a:bodyPr>
            <a:normAutofit/>
          </a:bodyPr>
          <a:lstStyle/>
          <a:p>
            <a:pPr marL="12700" marR="5080" indent="0">
              <a:lnSpc>
                <a:spcPts val="2590"/>
              </a:lnSpc>
              <a:spcBef>
                <a:spcPts val="425"/>
              </a:spcBef>
              <a:buNone/>
              <a:defRPr/>
            </a:pPr>
            <a:r>
              <a:rPr lang="ja-JP" altLang="en-US" sz="2400" dirty="0">
                <a:solidFill>
                  <a:prstClr val="black"/>
                </a:solidFill>
                <a:cs typeface="Calibri"/>
              </a:rPr>
              <a:t>以下の原理は自然言語・プログラミング言語のどちらにも適用される。</a:t>
            </a:r>
            <a:endParaRPr lang="en-GB" sz="2400" dirty="0">
              <a:solidFill>
                <a:prstClr val="black"/>
              </a:solidFill>
              <a:cs typeface="Calibri"/>
            </a:endParaRPr>
          </a:p>
          <a:p>
            <a:pPr marL="12700" marR="5080" indent="0">
              <a:lnSpc>
                <a:spcPts val="2590"/>
              </a:lnSpc>
              <a:spcBef>
                <a:spcPts val="425"/>
              </a:spcBef>
              <a:buNone/>
              <a:defRPr/>
            </a:pPr>
            <a:endParaRPr lang="en-GB" sz="2400" dirty="0">
              <a:solidFill>
                <a:prstClr val="black"/>
              </a:solidFill>
              <a:cs typeface="Calibri"/>
            </a:endParaRPr>
          </a:p>
          <a:p>
            <a:pPr marL="360363" marR="5080" indent="-347663">
              <a:lnSpc>
                <a:spcPts val="2590"/>
              </a:lnSpc>
              <a:spcBef>
                <a:spcPts val="425"/>
              </a:spcBef>
              <a:buFont typeface="+mj-lt"/>
              <a:buAutoNum type="arabicPeriod"/>
              <a:defRPr/>
            </a:pPr>
            <a:r>
              <a:rPr lang="ja-JP" altLang="en-US" sz="2400" b="1" dirty="0">
                <a:solidFill>
                  <a:prstClr val="black"/>
                </a:solidFill>
                <a:cs typeface="Calibri"/>
              </a:rPr>
              <a:t>豊かな</a:t>
            </a:r>
            <a:r>
              <a:rPr lang="ja-JP" altLang="en-US" sz="2400" dirty="0">
                <a:solidFill>
                  <a:prstClr val="black"/>
                </a:solidFill>
                <a:cs typeface="Calibri"/>
              </a:rPr>
              <a:t>語彙はコミュニケーションの</a:t>
            </a:r>
            <a:r>
              <a:rPr lang="en-GB" altLang="ja-JP" sz="2400" dirty="0">
                <a:solidFill>
                  <a:prstClr val="black"/>
                </a:solidFill>
                <a:cs typeface="Calibri"/>
              </a:rPr>
              <a:t> I/F </a:t>
            </a:r>
            <a:r>
              <a:rPr lang="ja-JP" altLang="en-US" sz="2400" dirty="0">
                <a:solidFill>
                  <a:prstClr val="black"/>
                </a:solidFill>
                <a:cs typeface="Calibri"/>
              </a:rPr>
              <a:t>の観点で</a:t>
            </a:r>
            <a:endParaRPr lang="en-GB" sz="2400" dirty="0">
              <a:solidFill>
                <a:prstClr val="black"/>
              </a:solidFill>
              <a:cs typeface="Calibri"/>
            </a:endParaRPr>
          </a:p>
          <a:p>
            <a:pPr marR="5080" lvl="1">
              <a:lnSpc>
                <a:spcPts val="2590"/>
              </a:lnSpc>
              <a:spcBef>
                <a:spcPts val="425"/>
              </a:spcBef>
              <a:defRPr/>
            </a:pPr>
            <a:r>
              <a:rPr lang="ja-JP" altLang="en-US" sz="2000" dirty="0">
                <a:solidFill>
                  <a:prstClr val="black"/>
                </a:solidFill>
                <a:cs typeface="Calibri"/>
              </a:rPr>
              <a:t>人間の思考の統制が</a:t>
            </a:r>
            <a:r>
              <a:rPr lang="ja-JP" altLang="en-US" sz="2000" b="1" dirty="0">
                <a:solidFill>
                  <a:prstClr val="black"/>
                </a:solidFill>
                <a:cs typeface="Calibri"/>
              </a:rPr>
              <a:t>緩い</a:t>
            </a:r>
            <a:r>
              <a:rPr lang="ja-JP" altLang="en-US" sz="2000" dirty="0">
                <a:solidFill>
                  <a:prstClr val="black"/>
                </a:solidFill>
                <a:cs typeface="Calibri"/>
              </a:rPr>
              <a:t>おかげで表現の柔軟性が</a:t>
            </a:r>
            <a:r>
              <a:rPr lang="ja-JP" altLang="en-US" sz="2000" b="1" dirty="0">
                <a:solidFill>
                  <a:prstClr val="black"/>
                </a:solidFill>
                <a:cs typeface="Calibri"/>
              </a:rPr>
              <a:t>高い</a:t>
            </a:r>
            <a:endParaRPr lang="en-GB" altLang="ja-JP" sz="2000" b="1" dirty="0">
              <a:solidFill>
                <a:prstClr val="black"/>
              </a:solidFill>
              <a:cs typeface="Calibri"/>
            </a:endParaRPr>
          </a:p>
          <a:p>
            <a:pPr marR="5080" lvl="1">
              <a:lnSpc>
                <a:spcPts val="2590"/>
              </a:lnSpc>
              <a:spcBef>
                <a:spcPts val="425"/>
              </a:spcBef>
              <a:defRPr/>
            </a:pPr>
            <a:r>
              <a:rPr lang="ja-JP" altLang="en-US" sz="2000" dirty="0">
                <a:solidFill>
                  <a:prstClr val="black"/>
                </a:solidFill>
                <a:cs typeface="Calibri"/>
              </a:rPr>
              <a:t>慣用表現が</a:t>
            </a:r>
            <a:r>
              <a:rPr lang="ja-JP" altLang="en-US" sz="2000" b="1" dirty="0">
                <a:solidFill>
                  <a:prstClr val="black"/>
                </a:solidFill>
                <a:cs typeface="Calibri"/>
              </a:rPr>
              <a:t>豊か</a:t>
            </a:r>
            <a:r>
              <a:rPr lang="ja-JP" altLang="en-US" sz="2000" dirty="0">
                <a:solidFill>
                  <a:prstClr val="black"/>
                </a:solidFill>
                <a:cs typeface="Calibri"/>
              </a:rPr>
              <a:t>過ぎて適切に扱うのが難しく認知負荷が</a:t>
            </a:r>
            <a:r>
              <a:rPr lang="ja-JP" altLang="en-US" sz="2000" b="1" dirty="0">
                <a:solidFill>
                  <a:prstClr val="black"/>
                </a:solidFill>
                <a:cs typeface="Calibri"/>
              </a:rPr>
              <a:t>高い</a:t>
            </a:r>
            <a:endParaRPr lang="en-GB" sz="2000" dirty="0">
              <a:solidFill>
                <a:prstClr val="black"/>
              </a:solidFill>
              <a:cs typeface="Calibri"/>
            </a:endParaRPr>
          </a:p>
          <a:p>
            <a:pPr marR="5080" lvl="1">
              <a:lnSpc>
                <a:spcPts val="2590"/>
              </a:lnSpc>
              <a:spcBef>
                <a:spcPts val="425"/>
              </a:spcBef>
              <a:defRPr/>
            </a:pPr>
            <a:r>
              <a:rPr lang="ja-JP" altLang="en-US" sz="2000" dirty="0">
                <a:solidFill>
                  <a:prstClr val="black"/>
                </a:solidFill>
                <a:cs typeface="Calibri"/>
              </a:rPr>
              <a:t>同じコミュニティ内で使う共通表現の定義について合意形成コストが</a:t>
            </a:r>
            <a:r>
              <a:rPr lang="ja-JP" altLang="en-US" sz="2000" b="1" dirty="0">
                <a:solidFill>
                  <a:prstClr val="black"/>
                </a:solidFill>
                <a:cs typeface="Calibri"/>
              </a:rPr>
              <a:t>高い</a:t>
            </a:r>
            <a:endParaRPr lang="en-GB" sz="2000" dirty="0">
              <a:solidFill>
                <a:prstClr val="black"/>
              </a:solidFill>
              <a:cs typeface="Calibri"/>
            </a:endParaRPr>
          </a:p>
          <a:p>
            <a:pPr marL="360363" marR="5080" indent="-347663">
              <a:lnSpc>
                <a:spcPts val="2590"/>
              </a:lnSpc>
              <a:spcBef>
                <a:spcPts val="425"/>
              </a:spcBef>
              <a:buFont typeface="+mj-lt"/>
              <a:buAutoNum type="arabicPeriod"/>
              <a:defRPr/>
            </a:pPr>
            <a:r>
              <a:rPr lang="ja-JP" altLang="en-US" sz="2400" b="1" dirty="0">
                <a:solidFill>
                  <a:prstClr val="black"/>
                </a:solidFill>
                <a:cs typeface="Calibri"/>
              </a:rPr>
              <a:t>貧弱な</a:t>
            </a:r>
            <a:r>
              <a:rPr lang="ja-JP" altLang="en-US" sz="2400" dirty="0">
                <a:solidFill>
                  <a:prstClr val="black"/>
                </a:solidFill>
                <a:cs typeface="Calibri"/>
              </a:rPr>
              <a:t>語彙はコミュニケーションの</a:t>
            </a:r>
            <a:r>
              <a:rPr lang="en-GB" altLang="ja-JP" sz="2400" dirty="0">
                <a:solidFill>
                  <a:prstClr val="black"/>
                </a:solidFill>
                <a:cs typeface="Calibri"/>
              </a:rPr>
              <a:t> I/F </a:t>
            </a:r>
            <a:r>
              <a:rPr lang="ja-JP" altLang="en-US" sz="2400" dirty="0">
                <a:solidFill>
                  <a:prstClr val="black"/>
                </a:solidFill>
                <a:cs typeface="Calibri"/>
              </a:rPr>
              <a:t>の観点で</a:t>
            </a:r>
            <a:endParaRPr lang="en-GB" sz="2400" dirty="0">
              <a:solidFill>
                <a:prstClr val="black"/>
              </a:solidFill>
              <a:cs typeface="Calibri"/>
            </a:endParaRPr>
          </a:p>
          <a:p>
            <a:pPr marR="5080" lvl="1">
              <a:lnSpc>
                <a:spcPts val="2590"/>
              </a:lnSpc>
              <a:spcBef>
                <a:spcPts val="425"/>
              </a:spcBef>
              <a:defRPr/>
            </a:pPr>
            <a:r>
              <a:rPr lang="ja-JP" altLang="en-US" sz="2000" dirty="0">
                <a:solidFill>
                  <a:prstClr val="black"/>
                </a:solidFill>
                <a:cs typeface="Calibri"/>
              </a:rPr>
              <a:t>人間の思考の統制が</a:t>
            </a:r>
            <a:r>
              <a:rPr lang="ja-JP" altLang="en-US" sz="2000" b="1" dirty="0">
                <a:solidFill>
                  <a:prstClr val="black"/>
                </a:solidFill>
                <a:cs typeface="Calibri"/>
              </a:rPr>
              <a:t>厳しい</a:t>
            </a:r>
            <a:r>
              <a:rPr lang="ja-JP" altLang="en-US" sz="2000" dirty="0">
                <a:solidFill>
                  <a:prstClr val="black"/>
                </a:solidFill>
                <a:cs typeface="Calibri"/>
              </a:rPr>
              <a:t>せいで表現の柔軟性が</a:t>
            </a:r>
            <a:r>
              <a:rPr lang="ja-JP" altLang="en-US" sz="2000" b="1" dirty="0">
                <a:solidFill>
                  <a:prstClr val="black"/>
                </a:solidFill>
                <a:cs typeface="Calibri"/>
              </a:rPr>
              <a:t>低い</a:t>
            </a:r>
            <a:endParaRPr lang="en-GB" altLang="ja-JP" sz="2000" b="1" dirty="0">
              <a:solidFill>
                <a:prstClr val="black"/>
              </a:solidFill>
              <a:cs typeface="Calibri"/>
            </a:endParaRPr>
          </a:p>
          <a:p>
            <a:pPr marR="5080" lvl="1">
              <a:lnSpc>
                <a:spcPts val="2590"/>
              </a:lnSpc>
              <a:spcBef>
                <a:spcPts val="425"/>
              </a:spcBef>
              <a:defRPr/>
            </a:pPr>
            <a:r>
              <a:rPr lang="ja-JP" altLang="en-US" sz="2000" dirty="0">
                <a:solidFill>
                  <a:prstClr val="black"/>
                </a:solidFill>
                <a:cs typeface="Calibri"/>
              </a:rPr>
              <a:t>慣用表現の</a:t>
            </a:r>
            <a:r>
              <a:rPr lang="ja-JP" altLang="en-US" sz="2000" b="1" dirty="0">
                <a:solidFill>
                  <a:prstClr val="black"/>
                </a:solidFill>
                <a:cs typeface="Calibri"/>
              </a:rPr>
              <a:t>数が少ない</a:t>
            </a:r>
            <a:r>
              <a:rPr lang="ja-JP" altLang="en-US" sz="2000" dirty="0">
                <a:solidFill>
                  <a:prstClr val="black"/>
                </a:solidFill>
                <a:cs typeface="Calibri"/>
              </a:rPr>
              <a:t>ので認知負荷が</a:t>
            </a:r>
            <a:r>
              <a:rPr lang="ja-JP" altLang="en-US" sz="2000" b="1" dirty="0">
                <a:solidFill>
                  <a:prstClr val="black"/>
                </a:solidFill>
                <a:cs typeface="Calibri"/>
              </a:rPr>
              <a:t>低い</a:t>
            </a:r>
            <a:endParaRPr lang="en-GB" sz="2000" b="1" dirty="0">
              <a:solidFill>
                <a:prstClr val="black"/>
              </a:solidFill>
              <a:cs typeface="Calibri"/>
            </a:endParaRPr>
          </a:p>
          <a:p>
            <a:pPr marR="5080" lvl="1">
              <a:lnSpc>
                <a:spcPts val="2590"/>
              </a:lnSpc>
              <a:spcBef>
                <a:spcPts val="425"/>
              </a:spcBef>
              <a:defRPr/>
            </a:pPr>
            <a:r>
              <a:rPr lang="ja-JP" altLang="en-US" sz="2000" dirty="0">
                <a:solidFill>
                  <a:prstClr val="black"/>
                </a:solidFill>
                <a:cs typeface="Calibri"/>
              </a:rPr>
              <a:t>同じコミュニティ内で使う共通表現の定義について合意形成コストが</a:t>
            </a:r>
            <a:r>
              <a:rPr lang="ja-JP" altLang="en-US" sz="2000" b="1" dirty="0">
                <a:solidFill>
                  <a:prstClr val="black"/>
                </a:solidFill>
                <a:cs typeface="Calibri"/>
              </a:rPr>
              <a:t>低い</a:t>
            </a:r>
            <a:endParaRPr lang="en-GB" sz="2000" dirty="0">
              <a:solidFill>
                <a:prstClr val="black"/>
              </a:solidFill>
              <a:cs typeface="Calibri"/>
            </a:endParaRPr>
          </a:p>
        </p:txBody>
      </p:sp>
    </p:spTree>
    <p:extLst>
      <p:ext uri="{BB962C8B-B14F-4D97-AF65-F5344CB8AC3E}">
        <p14:creationId xmlns:p14="http://schemas.microsoft.com/office/powerpoint/2010/main" val="735216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6. </a:t>
            </a:r>
            <a:r>
              <a:rPr lang="ja-JP" altLang="en-US" b="1" dirty="0">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89575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a:extLst>
            <a:ext uri="{FF2B5EF4-FFF2-40B4-BE49-F238E27FC236}">
              <a16:creationId xmlns:a16="http://schemas.microsoft.com/office/drawing/2014/main" id="{BEDEFCC8-C327-0157-7F06-C40B35C1794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87BFE2-44A1-9CB5-2C43-EFD2CFBF360D}"/>
              </a:ext>
            </a:extLst>
          </p:cNvPr>
          <p:cNvSpPr>
            <a:spLocks noGrp="1"/>
          </p:cNvSpPr>
          <p:nvPr>
            <p:ph type="title"/>
          </p:nvPr>
        </p:nvSpPr>
        <p:spPr/>
        <p:txBody>
          <a:bodyPr/>
          <a:lstStyle/>
          <a:p>
            <a:pPr algn="ctr"/>
            <a:r>
              <a:rPr lang="en-GB" altLang="ja-JP" b="1" dirty="0">
                <a:latin typeface="Calibri (Headings)"/>
              </a:rPr>
              <a:t>6. </a:t>
            </a:r>
            <a:r>
              <a:rPr lang="ja-JP" altLang="en-US" b="1" dirty="0">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B6E4E6A4-3FC2-B98A-EDE8-D53E3371C5B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6">
            <a:extLst>
              <a:ext uri="{FF2B5EF4-FFF2-40B4-BE49-F238E27FC236}">
                <a16:creationId xmlns:a16="http://schemas.microsoft.com/office/drawing/2014/main" id="{112C8B48-A2DD-250A-DDCF-6002436CFB75}"/>
              </a:ext>
            </a:extLst>
          </p:cNvPr>
          <p:cNvSpPr>
            <a:spLocks noGrp="1"/>
          </p:cNvSpPr>
          <p:nvPr>
            <p:ph idx="1"/>
          </p:nvPr>
        </p:nvSpPr>
        <p:spPr/>
        <p:txBody>
          <a:bodyPr>
            <a:normAutofit/>
          </a:bodyPr>
          <a:lstStyle/>
          <a:p>
            <a:pPr marL="268288" lvl="1" indent="-268288">
              <a:spcBef>
                <a:spcPts val="0"/>
              </a:spcBef>
              <a:buClr>
                <a:schemeClr val="dk1"/>
              </a:buClr>
              <a:buSzPts val="2800"/>
            </a:pPr>
            <a:r>
              <a:rPr lang="en-GB" altLang="ja-JP" dirty="0"/>
              <a:t>Michael L. Geis, </a:t>
            </a:r>
            <a:r>
              <a:rPr lang="en-GB" altLang="ja-JP" i="1" dirty="0"/>
              <a:t>Language and Communication</a:t>
            </a:r>
            <a:r>
              <a:rPr lang="en-GB" altLang="ja-JP" dirty="0"/>
              <a:t>, Oxford, OUP, 2001</a:t>
            </a:r>
          </a:p>
          <a:p>
            <a:pPr marL="268288" lvl="1" indent="-268288">
              <a:spcBef>
                <a:spcPts val="0"/>
              </a:spcBef>
              <a:buClr>
                <a:schemeClr val="dk1"/>
              </a:buClr>
              <a:buSzPts val="2800"/>
            </a:pPr>
            <a:r>
              <a:rPr lang="en-GB" altLang="ja-JP" dirty="0"/>
              <a:t>George Orwell, </a:t>
            </a:r>
            <a:r>
              <a:rPr lang="en-GB" altLang="ja-JP" i="1" dirty="0"/>
              <a:t>Nineteen Eighty-Four</a:t>
            </a:r>
            <a:r>
              <a:rPr lang="en-GB" altLang="ja-JP" dirty="0"/>
              <a:t>, the United Kingdom, Harvill Secker, 1949</a:t>
            </a:r>
          </a:p>
          <a:p>
            <a:pPr marL="268288" lvl="1" indent="-268288">
              <a:spcBef>
                <a:spcPts val="0"/>
              </a:spcBef>
              <a:buClr>
                <a:schemeClr val="dk1"/>
              </a:buClr>
              <a:buSzPts val="2800"/>
            </a:pPr>
            <a:r>
              <a:rPr lang="en-GB" altLang="ja-JP" dirty="0"/>
              <a:t>Xiaohui Zou, </a:t>
            </a:r>
            <a:r>
              <a:rPr lang="en-GB" altLang="ja-JP" i="1" dirty="0">
                <a:hlinkClick r:id="rId3"/>
              </a:rPr>
              <a:t>The Cognitive Features of Programming Language and Natural Language</a:t>
            </a:r>
            <a:r>
              <a:rPr lang="en-GB" altLang="ja-JP" dirty="0"/>
              <a:t>, Switzerland, Springer, Cham, 2018</a:t>
            </a:r>
          </a:p>
          <a:p>
            <a:pPr marL="268288" lvl="1" indent="-268288">
              <a:spcBef>
                <a:spcPts val="0"/>
              </a:spcBef>
              <a:buClr>
                <a:schemeClr val="dk1"/>
              </a:buClr>
              <a:buSzPts val="2800"/>
            </a:pPr>
            <a:r>
              <a:rPr lang="en-US" altLang="ja-JP" dirty="0"/>
              <a:t>Evelina Fedorenko, Anna Ivanova, Riva </a:t>
            </a:r>
            <a:r>
              <a:rPr lang="en-US" altLang="ja-JP" dirty="0" err="1"/>
              <a:t>Dhamal</a:t>
            </a:r>
            <a:r>
              <a:rPr lang="en-US" altLang="ja-JP" dirty="0"/>
              <a:t>, Marina </a:t>
            </a:r>
            <a:r>
              <a:rPr lang="en-US" altLang="ja-JP" dirty="0" err="1"/>
              <a:t>Umaschi</a:t>
            </a:r>
            <a:r>
              <a:rPr lang="en-US" altLang="ja-JP" dirty="0"/>
              <a:t> Bers, </a:t>
            </a:r>
            <a:r>
              <a:rPr lang="en-GB" altLang="ja-JP" i="1" dirty="0">
                <a:hlinkClick r:id="rId4"/>
              </a:rPr>
              <a:t>The Language of Programming: A Cognitive Perspective</a:t>
            </a:r>
            <a:r>
              <a:rPr lang="en-GB" altLang="ja-JP" dirty="0"/>
              <a:t>, Amsterdam, 2019</a:t>
            </a:r>
          </a:p>
          <a:p>
            <a:pPr marL="268288" lvl="1" indent="-268288">
              <a:spcBef>
                <a:spcPts val="0"/>
              </a:spcBef>
              <a:buClr>
                <a:schemeClr val="dk1"/>
              </a:buClr>
              <a:buSzPts val="2800"/>
            </a:pPr>
            <a:r>
              <a:rPr lang="en-GB" altLang="ja-JP" dirty="0"/>
              <a:t>Colin S. Gordon</a:t>
            </a:r>
            <a:r>
              <a:rPr lang="en-US" altLang="ja-JP" dirty="0"/>
              <a:t>, </a:t>
            </a:r>
            <a:r>
              <a:rPr lang="en-US" altLang="ja-JP" i="1" dirty="0">
                <a:hlinkClick r:id="rId5"/>
              </a:rPr>
              <a:t>The Linguistics of Programming</a:t>
            </a:r>
            <a:r>
              <a:rPr lang="en-US" altLang="ja-JP" dirty="0"/>
              <a:t>, Philadelphia, Drexel University, 2024</a:t>
            </a:r>
          </a:p>
        </p:txBody>
      </p:sp>
    </p:spTree>
    <p:extLst>
      <p:ext uri="{BB962C8B-B14F-4D97-AF65-F5344CB8AC3E}">
        <p14:creationId xmlns:p14="http://schemas.microsoft.com/office/powerpoint/2010/main" val="33299329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a:extLst>
            <a:ext uri="{FF2B5EF4-FFF2-40B4-BE49-F238E27FC236}">
              <a16:creationId xmlns:a16="http://schemas.microsoft.com/office/drawing/2014/main" id="{9696E253-2A52-2D6B-EFA1-D1EA8B06423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44C4A0E-C98E-7758-9EC9-93C629006845}"/>
              </a:ext>
            </a:extLst>
          </p:cNvPr>
          <p:cNvSpPr>
            <a:spLocks noGrp="1"/>
          </p:cNvSpPr>
          <p:nvPr>
            <p:ph type="title"/>
          </p:nvPr>
        </p:nvSpPr>
        <p:spPr/>
        <p:txBody>
          <a:bodyPr/>
          <a:lstStyle/>
          <a:p>
            <a:pPr algn="ctr"/>
            <a:r>
              <a:rPr lang="en-GB" altLang="ja-JP" b="1" dirty="0">
                <a:latin typeface="Calibri (Headings)"/>
              </a:rPr>
              <a:t>6. </a:t>
            </a:r>
            <a:r>
              <a:rPr lang="ja-JP" altLang="en-US" b="1" dirty="0">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A9E0A272-0CCF-1AC7-DD51-EC8DED3A100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6">
            <a:extLst>
              <a:ext uri="{FF2B5EF4-FFF2-40B4-BE49-F238E27FC236}">
                <a16:creationId xmlns:a16="http://schemas.microsoft.com/office/drawing/2014/main" id="{E12DCBE3-3334-97A9-7C53-97BD0BB1C682}"/>
              </a:ext>
            </a:extLst>
          </p:cNvPr>
          <p:cNvSpPr>
            <a:spLocks noGrp="1"/>
          </p:cNvSpPr>
          <p:nvPr>
            <p:ph idx="1"/>
          </p:nvPr>
        </p:nvSpPr>
        <p:spPr/>
        <p:txBody>
          <a:bodyPr>
            <a:normAutofit/>
          </a:bodyPr>
          <a:lstStyle/>
          <a:p>
            <a:pPr marL="268288" lvl="1" indent="-268288">
              <a:spcBef>
                <a:spcPts val="0"/>
              </a:spcBef>
              <a:buClr>
                <a:schemeClr val="dk1"/>
              </a:buClr>
              <a:buSzPts val="2800"/>
            </a:pPr>
            <a:r>
              <a:rPr lang="ja-JP" altLang="en-US" dirty="0"/>
              <a:t>石田隼人、</a:t>
            </a:r>
            <a:r>
              <a:rPr lang="en-US" altLang="ja-JP" dirty="0"/>
              <a:t>『</a:t>
            </a:r>
            <a:r>
              <a:rPr lang="ja-JP" altLang="en-US" dirty="0"/>
              <a:t> </a:t>
            </a:r>
            <a:r>
              <a:rPr lang="ja-JP" altLang="en-US" dirty="0">
                <a:hlinkClick r:id="rId3"/>
              </a:rPr>
              <a:t>現代英語を知ろう </a:t>
            </a:r>
            <a:r>
              <a:rPr lang="en-US" altLang="ja-JP" dirty="0">
                <a:hlinkClick r:id="rId3"/>
              </a:rPr>
              <a:t>Vol.1 -</a:t>
            </a:r>
            <a:r>
              <a:rPr lang="ja-JP" altLang="en-US" dirty="0">
                <a:hlinkClick r:id="rId3"/>
              </a:rPr>
              <a:t>英語という言語</a:t>
            </a:r>
            <a:r>
              <a:rPr lang="en-US" altLang="ja-JP" dirty="0">
                <a:hlinkClick r:id="rId3"/>
              </a:rPr>
              <a:t>- </a:t>
            </a:r>
            <a:r>
              <a:rPr lang="en-US" altLang="ja-JP" dirty="0"/>
              <a:t>』</a:t>
            </a:r>
            <a:r>
              <a:rPr lang="ja-JP" altLang="en-US" dirty="0"/>
              <a:t>、東京、</a:t>
            </a:r>
            <a:r>
              <a:rPr lang="en-US" altLang="ja-JP" dirty="0"/>
              <a:t>2024</a:t>
            </a:r>
            <a:r>
              <a:rPr lang="ja-JP" altLang="en-US" dirty="0"/>
              <a:t>年</a:t>
            </a:r>
            <a:endParaRPr lang="en-GB" altLang="ja-JP" dirty="0"/>
          </a:p>
          <a:p>
            <a:pPr marL="268288" lvl="1" indent="-268288">
              <a:spcBef>
                <a:spcPts val="0"/>
              </a:spcBef>
              <a:buClr>
                <a:schemeClr val="dk1"/>
              </a:buClr>
              <a:buSzPts val="2800"/>
            </a:pPr>
            <a:r>
              <a:rPr lang="ja-JP" altLang="en-US" dirty="0"/>
              <a:t>石田隼人、</a:t>
            </a:r>
            <a:r>
              <a:rPr lang="en-US" altLang="ja-JP" dirty="0"/>
              <a:t>『 </a:t>
            </a:r>
            <a:r>
              <a:rPr lang="en-US" altLang="ja-JP" dirty="0">
                <a:hlinkClick r:id="rId4"/>
              </a:rPr>
              <a:t>Economy of Efforts -</a:t>
            </a:r>
            <a:r>
              <a:rPr lang="ja-JP" altLang="en-US" dirty="0">
                <a:hlinkClick r:id="rId4"/>
              </a:rPr>
              <a:t>労力の節約原理</a:t>
            </a:r>
            <a:r>
              <a:rPr lang="en-US" altLang="ja-JP" dirty="0">
                <a:hlinkClick r:id="rId4"/>
              </a:rPr>
              <a:t>- </a:t>
            </a:r>
            <a:r>
              <a:rPr lang="en-US" altLang="ja-JP" dirty="0"/>
              <a:t>』</a:t>
            </a:r>
            <a:r>
              <a:rPr lang="ja-JP" altLang="en-US" dirty="0"/>
              <a:t>、東京、</a:t>
            </a:r>
            <a:r>
              <a:rPr lang="en-GB" altLang="ja-JP" dirty="0"/>
              <a:t>2025</a:t>
            </a:r>
            <a:r>
              <a:rPr lang="ja-JP" altLang="en-US" dirty="0"/>
              <a:t>年</a:t>
            </a:r>
            <a:endParaRPr lang="en-US" altLang="ja-JP" dirty="0"/>
          </a:p>
          <a:p>
            <a:pPr marL="268288" lvl="1" indent="-268288">
              <a:spcBef>
                <a:spcPts val="0"/>
              </a:spcBef>
              <a:buClr>
                <a:schemeClr val="dk1"/>
              </a:buClr>
              <a:buSzPts val="2800"/>
            </a:pPr>
            <a:r>
              <a:rPr lang="ja-JP" altLang="en-US" dirty="0"/>
              <a:t>石田隼人、</a:t>
            </a:r>
            <a:r>
              <a:rPr lang="en-US" altLang="ja-JP" dirty="0"/>
              <a:t>『</a:t>
            </a:r>
            <a:r>
              <a:rPr lang="ja-JP" altLang="en-US" dirty="0"/>
              <a:t> </a:t>
            </a:r>
            <a:r>
              <a:rPr lang="ja-JP" altLang="en-US" dirty="0">
                <a:hlinkClick r:id="rId5"/>
              </a:rPr>
              <a:t>比較言語学のススメ </a:t>
            </a:r>
            <a:r>
              <a:rPr lang="en-US" altLang="ja-JP" dirty="0">
                <a:hlinkClick r:id="rId5"/>
              </a:rPr>
              <a:t>-Ruby vs. Python </a:t>
            </a:r>
            <a:r>
              <a:rPr lang="ja-JP" altLang="en-US" dirty="0">
                <a:hlinkClick r:id="rId5"/>
              </a:rPr>
              <a:t>に学ぶ言語のアイデンティティ</a:t>
            </a:r>
            <a:r>
              <a:rPr lang="en-US" altLang="ja-JP" dirty="0">
                <a:hlinkClick r:id="rId5"/>
              </a:rPr>
              <a:t>- </a:t>
            </a:r>
            <a:r>
              <a:rPr lang="en-US" altLang="ja-JP" dirty="0"/>
              <a:t>』</a:t>
            </a:r>
            <a:r>
              <a:rPr lang="ja-JP" altLang="en-US" dirty="0"/>
              <a:t>、東京、</a:t>
            </a:r>
            <a:r>
              <a:rPr lang="en-US" altLang="ja-JP" dirty="0"/>
              <a:t>202</a:t>
            </a:r>
            <a:r>
              <a:rPr lang="en-GB" altLang="ja-JP" dirty="0"/>
              <a:t>5</a:t>
            </a:r>
            <a:r>
              <a:rPr lang="ja-JP" altLang="en-US" dirty="0"/>
              <a:t>年</a:t>
            </a:r>
            <a:endParaRPr lang="en-US" altLang="ja-JP" dirty="0"/>
          </a:p>
          <a:p>
            <a:pPr marL="268288" lvl="1" indent="-268288">
              <a:spcBef>
                <a:spcPts val="0"/>
              </a:spcBef>
              <a:buClr>
                <a:schemeClr val="dk1"/>
              </a:buClr>
              <a:buSzPts val="2800"/>
            </a:pPr>
            <a:r>
              <a:rPr lang="ja-JP" altLang="en-US" dirty="0"/>
              <a:t>石田隼人、</a:t>
            </a:r>
            <a:r>
              <a:rPr lang="en-US" altLang="ja-JP" dirty="0"/>
              <a:t>『</a:t>
            </a:r>
            <a:r>
              <a:rPr lang="en-GB" altLang="ja-JP" dirty="0">
                <a:hlinkClick r:id="rId6"/>
              </a:rPr>
              <a:t>Road to Ruby for A Linguistics Nerd</a:t>
            </a:r>
            <a:r>
              <a:rPr lang="en-US" altLang="ja-JP" dirty="0"/>
              <a:t>』</a:t>
            </a:r>
            <a:r>
              <a:rPr lang="ja-JP" altLang="en-US" dirty="0"/>
              <a:t>、東京、</a:t>
            </a:r>
            <a:r>
              <a:rPr lang="en-US" altLang="ja-JP" dirty="0"/>
              <a:t>202</a:t>
            </a:r>
            <a:r>
              <a:rPr lang="en-GB" altLang="ja-JP" dirty="0"/>
              <a:t>5</a:t>
            </a:r>
            <a:r>
              <a:rPr lang="ja-JP" altLang="en-US" dirty="0"/>
              <a:t>年</a:t>
            </a:r>
            <a:endParaRPr lang="en-GB" altLang="ja-JP" dirty="0"/>
          </a:p>
          <a:p>
            <a:pPr marL="268288" lvl="1" indent="-268288">
              <a:spcBef>
                <a:spcPts val="0"/>
              </a:spcBef>
              <a:buClr>
                <a:schemeClr val="dk1"/>
              </a:buClr>
              <a:buSzPts val="2800"/>
            </a:pPr>
            <a:r>
              <a:rPr lang="ja-JP" altLang="en-US" dirty="0"/>
              <a:t>石田隼人、</a:t>
            </a:r>
            <a:r>
              <a:rPr lang="en-US" altLang="ja-JP" dirty="0"/>
              <a:t>『</a:t>
            </a:r>
            <a:r>
              <a:rPr lang="en-US" altLang="ja-JP" dirty="0">
                <a:hlinkClick r:id="rId7"/>
              </a:rPr>
              <a:t>AI </a:t>
            </a:r>
            <a:r>
              <a:rPr lang="ja-JP" altLang="en-US" dirty="0">
                <a:hlinkClick r:id="rId7"/>
              </a:rPr>
              <a:t>時代の高級言語の意義 </a:t>
            </a:r>
            <a:r>
              <a:rPr lang="en-US" altLang="ja-JP" dirty="0">
                <a:hlinkClick r:id="rId7"/>
              </a:rPr>
              <a:t>-</a:t>
            </a:r>
            <a:r>
              <a:rPr lang="ja-JP" altLang="en-US" dirty="0">
                <a:hlinkClick r:id="rId7"/>
              </a:rPr>
              <a:t>人間の思考・表現の観点から</a:t>
            </a:r>
            <a:r>
              <a:rPr lang="en-US" altLang="ja-JP" dirty="0">
                <a:hlinkClick r:id="rId7"/>
              </a:rPr>
              <a:t>-</a:t>
            </a:r>
            <a:r>
              <a:rPr lang="en-US" altLang="ja-JP" dirty="0"/>
              <a:t>』</a:t>
            </a:r>
            <a:r>
              <a:rPr lang="ja-JP" altLang="en-US" dirty="0"/>
              <a:t>、東京、</a:t>
            </a:r>
            <a:r>
              <a:rPr lang="en-US" altLang="ja-JP" dirty="0"/>
              <a:t>202</a:t>
            </a:r>
            <a:r>
              <a:rPr lang="en-GB" altLang="ja-JP" dirty="0"/>
              <a:t>5</a:t>
            </a:r>
            <a:r>
              <a:rPr lang="ja-JP" altLang="en-US" dirty="0"/>
              <a:t>年</a:t>
            </a:r>
            <a:endParaRPr lang="en-US" altLang="ja-JP" dirty="0"/>
          </a:p>
        </p:txBody>
      </p:sp>
    </p:spTree>
    <p:extLst>
      <p:ext uri="{BB962C8B-B14F-4D97-AF65-F5344CB8AC3E}">
        <p14:creationId xmlns:p14="http://schemas.microsoft.com/office/powerpoint/2010/main" val="2656942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blip>
          <a:srcRect/>
          <a:stretch>
            <a:fillRect t="-9000" b="-9000"/>
          </a:stretch>
        </a:blipFill>
        <a:effectLst/>
      </p:bgPr>
    </p:bg>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BE6BD63-86C0-4411-B65D-4080E9A95274}"/>
              </a:ext>
            </a:extLst>
          </p:cNvPr>
          <p:cNvSpPr>
            <a:spLocks noGrp="1"/>
          </p:cNvSpPr>
          <p:nvPr>
            <p:ph idx="1"/>
          </p:nvPr>
        </p:nvSpPr>
        <p:spPr/>
        <p:txBody>
          <a:bodyPr>
            <a:normAutofit/>
          </a:bodyPr>
          <a:lstStyle/>
          <a:p>
            <a:pPr marL="0" indent="0" algn="ctr">
              <a:buNone/>
            </a:pPr>
            <a:endParaRPr lang="en-GB" sz="5400" b="1" dirty="0"/>
          </a:p>
          <a:p>
            <a:pPr marL="0" indent="0" algn="ctr">
              <a:buNone/>
            </a:pPr>
            <a:r>
              <a:rPr lang="en-GB" sz="5400" b="1" dirty="0"/>
              <a:t>EOD</a:t>
            </a:r>
          </a:p>
        </p:txBody>
      </p:sp>
      <p:sp>
        <p:nvSpPr>
          <p:cNvPr id="4" name="スライド番号プレースホルダー 3">
            <a:extLst>
              <a:ext uri="{FF2B5EF4-FFF2-40B4-BE49-F238E27FC236}">
                <a16:creationId xmlns:a16="http://schemas.microsoft.com/office/drawing/2014/main" id="{B2458194-12B8-434A-8D6D-E01520C89A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13576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3974</TotalTime>
  <Words>3033</Words>
  <Application>Microsoft Office PowerPoint</Application>
  <PresentationFormat>Widescreen</PresentationFormat>
  <Paragraphs>358</Paragraphs>
  <Slides>26</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26</vt:i4>
      </vt:variant>
    </vt:vector>
  </HeadingPairs>
  <TitlesOfParts>
    <vt:vector size="33" baseType="lpstr">
      <vt:lpstr>-apple-system</vt:lpstr>
      <vt:lpstr>Calibri (Headings)</vt:lpstr>
      <vt:lpstr>Arial</vt:lpstr>
      <vt:lpstr>Calibri</vt:lpstr>
      <vt:lpstr>Calibri Light</vt:lpstr>
      <vt:lpstr>Office テーマ</vt:lpstr>
      <vt:lpstr>1_Office テーマ</vt:lpstr>
      <vt:lpstr>言語設計が人間の 思考に与える影響</vt:lpstr>
      <vt:lpstr>自己紹介</vt:lpstr>
      <vt:lpstr>免許 / 資格</vt:lpstr>
      <vt:lpstr>スキルスタック</vt:lpstr>
      <vt:lpstr>職歴</vt:lpstr>
      <vt:lpstr>職歴</vt:lpstr>
      <vt:lpstr>国際交流活動</vt:lpstr>
      <vt:lpstr>目次</vt:lpstr>
      <vt:lpstr>1. 本日のテーマ</vt:lpstr>
      <vt:lpstr>1. 本日のテーマ</vt:lpstr>
      <vt:lpstr>2. 自然言語と人間の思考</vt:lpstr>
      <vt:lpstr>2. 自然言語と人間の思考</vt:lpstr>
      <vt:lpstr>2. 自然言語と人間の思考</vt:lpstr>
      <vt:lpstr>3. プログラミング言語と人間の思考</vt:lpstr>
      <vt:lpstr>3. プログラミング言語と人間の思考</vt:lpstr>
      <vt:lpstr>3. プログラミング言語と人間の思考</vt:lpstr>
      <vt:lpstr>4. Ruby vs. Xxxspeak</vt:lpstr>
      <vt:lpstr>4. Ruby vs. Xxxspeak</vt:lpstr>
      <vt:lpstr>4. Ruby vs. Xxxspeak</vt:lpstr>
      <vt:lpstr>4. Ruby vs. Xxxspeak</vt:lpstr>
      <vt:lpstr>5. まとめ</vt:lpstr>
      <vt:lpstr>5. まとめ</vt:lpstr>
      <vt:lpstr>6. 参考文献</vt:lpstr>
      <vt:lpstr>6. 参考文献</vt:lpstr>
      <vt:lpstr>6. 参考文献</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Hayato Ishida</dc:creator>
  <cp:lastModifiedBy>Hayato Ishida</cp:lastModifiedBy>
  <cp:revision>214</cp:revision>
  <dcterms:modified xsi:type="dcterms:W3CDTF">2025-09-01T03:27:09Z</dcterms:modified>
</cp:coreProperties>
</file>