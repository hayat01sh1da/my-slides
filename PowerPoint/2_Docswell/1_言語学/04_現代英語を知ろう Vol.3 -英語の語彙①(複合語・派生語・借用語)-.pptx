
<file path=[Content_Types].xml><?xml version="1.0" encoding="utf-8"?>
<Types xmlns="http://schemas.openxmlformats.org/package/2006/content-types">
  <Default Extension="jpeg" ContentType="image/jpeg"/>
  <Default Extension="jpg" ContentType="image/jpeg"/>
  <Default Extension="rels" ContentType="application/vnd.openxmlformats-package.relationships+xml"/>
  <Default Extension="xml" ContentType="application/xml"/>
  <Override PartName="/ppt/presentation.xml" ContentType="application/vnd.openxmlformats-officedocument.presentationml.presentation.main+xml"/>
  <Override PartName="/ppt/slideMasters/slideMaster1.xml" ContentType="application/vnd.openxmlformats-officedocument.presentationml.slideMaster+xml"/>
  <Override PartName="/ppt/slides/slide1.xml" ContentType="application/vnd.openxmlformats-officedocument.presentationml.slide+xml"/>
  <Override PartName="/ppt/slides/slide2.xml" ContentType="application/vnd.openxmlformats-officedocument.presentationml.slide+xml"/>
  <Override PartName="/ppt/slides/slide3.xml" ContentType="application/vnd.openxmlformats-officedocument.presentationml.slide+xml"/>
  <Override PartName="/ppt/slides/slide4.xml" ContentType="application/vnd.openxmlformats-officedocument.presentationml.slide+xml"/>
  <Override PartName="/ppt/slides/slide5.xml" ContentType="application/vnd.openxmlformats-officedocument.presentationml.slide+xml"/>
  <Override PartName="/ppt/slides/slide6.xml" ContentType="application/vnd.openxmlformats-officedocument.presentationml.slide+xml"/>
  <Override PartName="/ppt/slides/slide7.xml" ContentType="application/vnd.openxmlformats-officedocument.presentationml.slide+xml"/>
  <Override PartName="/ppt/slides/slide8.xml" ContentType="application/vnd.openxmlformats-officedocument.presentationml.slide+xml"/>
  <Override PartName="/ppt/slides/slide9.xml" ContentType="application/vnd.openxmlformats-officedocument.presentationml.slide+xml"/>
  <Override PartName="/ppt/slides/slide10.xml" ContentType="application/vnd.openxmlformats-officedocument.presentationml.slide+xml"/>
  <Override PartName="/ppt/slides/slide11.xml" ContentType="application/vnd.openxmlformats-officedocument.presentationml.slide+xml"/>
  <Override PartName="/ppt/slides/slide12.xml" ContentType="application/vnd.openxmlformats-officedocument.presentationml.slide+xml"/>
  <Override PartName="/ppt/slides/slide13.xml" ContentType="application/vnd.openxmlformats-officedocument.presentationml.slide+xml"/>
  <Override PartName="/ppt/slides/slide14.xml" ContentType="application/vnd.openxmlformats-officedocument.presentationml.slide+xml"/>
  <Override PartName="/ppt/slides/slide15.xml" ContentType="application/vnd.openxmlformats-officedocument.presentationml.slide+xml"/>
  <Override PartName="/ppt/slides/slide16.xml" ContentType="application/vnd.openxmlformats-officedocument.presentationml.slide+xml"/>
  <Override PartName="/ppt/slides/slide17.xml" ContentType="application/vnd.openxmlformats-officedocument.presentationml.slide+xml"/>
  <Override PartName="/ppt/slides/slide18.xml" ContentType="application/vnd.openxmlformats-officedocument.presentationml.slide+xml"/>
  <Override PartName="/ppt/slides/slide19.xml" ContentType="application/vnd.openxmlformats-officedocument.presentationml.slide+xml"/>
  <Override PartName="/ppt/slides/slide20.xml" ContentType="application/vnd.openxmlformats-officedocument.presentationml.slide+xml"/>
  <Override PartName="/ppt/slides/slide21.xml" ContentType="application/vnd.openxmlformats-officedocument.presentationml.slide+xml"/>
  <Override PartName="/ppt/slides/slide22.xml" ContentType="application/vnd.openxmlformats-officedocument.presentationml.slide+xml"/>
  <Override PartName="/ppt/slides/slide23.xml" ContentType="application/vnd.openxmlformats-officedocument.presentationml.slide+xml"/>
  <Override PartName="/ppt/slides/slide24.xml" ContentType="application/vnd.openxmlformats-officedocument.presentationml.slide+xml"/>
  <Override PartName="/ppt/slides/slide25.xml" ContentType="application/vnd.openxmlformats-officedocument.presentationml.slide+xml"/>
  <Override PartName="/ppt/slides/slide26.xml" ContentType="application/vnd.openxmlformats-officedocument.presentationml.slide+xml"/>
  <Override PartName="/ppt/slides/slide27.xml" ContentType="application/vnd.openxmlformats-officedocument.presentationml.slide+xml"/>
  <Override PartName="/ppt/slides/slide28.xml" ContentType="application/vnd.openxmlformats-officedocument.presentationml.slide+xml"/>
  <Override PartName="/ppt/slides/slide29.xml" ContentType="application/vnd.openxmlformats-officedocument.presentationml.slide+xml"/>
  <Override PartName="/ppt/slides/slide30.xml" ContentType="application/vnd.openxmlformats-officedocument.presentationml.slide+xml"/>
  <Override PartName="/ppt/slides/slide31.xml" ContentType="application/vnd.openxmlformats-officedocument.presentationml.slide+xml"/>
  <Override PartName="/ppt/notesMasters/notesMaster1.xml" ContentType="application/vnd.openxmlformats-officedocument.presentationml.notesMaster+xml"/>
  <Override PartName="/ppt/commentAuthors.xml" ContentType="application/vnd.openxmlformats-officedocument.presentationml.commentAuthors+xml"/>
  <Override PartName="/ppt/presProps.xml" ContentType="application/vnd.openxmlformats-officedocument.presentationml.presProps+xml"/>
  <Override PartName="/ppt/viewProps.xml" ContentType="application/vnd.openxmlformats-officedocument.presentationml.viewProps+xml"/>
  <Override PartName="/ppt/theme/theme1.xml" ContentType="application/vnd.openxmlformats-officedocument.theme+xml"/>
  <Override PartName="/ppt/tableStyles.xml" ContentType="application/vnd.openxmlformats-officedocument.presentationml.tableStyles+xml"/>
  <Override PartName="/ppt/slideLayouts/slideLayout1.xml" ContentType="application/vnd.openxmlformats-officedocument.presentationml.slideLayout+xml"/>
  <Override PartName="/ppt/slideLayouts/slideLayout2.xml" ContentType="application/vnd.openxmlformats-officedocument.presentationml.slideLayout+xml"/>
  <Override PartName="/ppt/slideLayouts/slideLayout3.xml" ContentType="application/vnd.openxmlformats-officedocument.presentationml.slideLayout+xml"/>
  <Override PartName="/ppt/slideLayouts/slideLayout4.xml" ContentType="application/vnd.openxmlformats-officedocument.presentationml.slideLayout+xml"/>
  <Override PartName="/ppt/slideLayouts/slideLayout5.xml" ContentType="application/vnd.openxmlformats-officedocument.presentationml.slideLayout+xml"/>
  <Override PartName="/ppt/slideLayouts/slideLayout6.xml" ContentType="application/vnd.openxmlformats-officedocument.presentationml.slideLayout+xml"/>
  <Override PartName="/ppt/slideLayouts/slideLayout7.xml" ContentType="application/vnd.openxmlformats-officedocument.presentationml.slideLayout+xml"/>
  <Override PartName="/ppt/slideLayouts/slideLayout8.xml" ContentType="application/vnd.openxmlformats-officedocument.presentationml.slideLayout+xml"/>
  <Override PartName="/ppt/slideLayouts/slideLayout9.xml" ContentType="application/vnd.openxmlformats-officedocument.presentationml.slideLayout+xml"/>
  <Override PartName="/ppt/slideLayouts/slideLayout10.xml" ContentType="application/vnd.openxmlformats-officedocument.presentationml.slideLayout+xml"/>
  <Override PartName="/ppt/slideLayouts/slideLayout11.xml" ContentType="application/vnd.openxmlformats-officedocument.presentationml.slideLayout+xml"/>
  <Override PartName="/ppt/theme/theme2.xml" ContentType="application/vnd.openxmlformats-officedocument.theme+xml"/>
  <Override PartName="/ppt/changesInfos/changesInfo1.xml" ContentType="application/vnd.ms-powerpoint.changesinfo+xml"/>
  <Override PartName="/docProps/core.xml" ContentType="application/vnd.openxmlformats-package.core-properties+xml"/>
  <Override PartName="/docProps/app.xml" ContentType="application/vnd.openxmlformats-officedocument.extended-properties+xml"/>
</Types>
</file>

<file path=_rels/.rels><?xml version="1.0" encoding="UTF-8" standalone="yes"?>
<Relationships xmlns="http://schemas.openxmlformats.org/package/2006/relationships"><Relationship Id="rId3" Type="http://schemas.openxmlformats.org/package/2006/relationships/metadata/core-properties" Target="docProps/core.xml"/><Relationship Id="rId2" Type="http://schemas.openxmlformats.org/package/2006/relationships/metadata/thumbnail" Target="docProps/thumbnail.jpeg"/><Relationship Id="rId1" Type="http://schemas.openxmlformats.org/officeDocument/2006/relationships/officeDocument" Target="ppt/presentation.xml"/><Relationship Id="rId4" Type="http://schemas.openxmlformats.org/officeDocument/2006/relationships/extended-properties" Target="docProps/app.xml"/></Relationships>
</file>

<file path=ppt/presentation.xml><?xml version="1.0" encoding="utf-8"?>
<p:presentation xmlns:a="http://schemas.openxmlformats.org/drawingml/2006/main" xmlns:r="http://schemas.openxmlformats.org/officeDocument/2006/relationships" xmlns:p="http://schemas.openxmlformats.org/presentationml/2006/main" saveSubsetFonts="1">
  <p:sldMasterIdLst>
    <p:sldMasterId id="2147483648" r:id="rId1"/>
  </p:sldMasterIdLst>
  <p:notesMasterIdLst>
    <p:notesMasterId r:id="rId33"/>
  </p:notesMasterIdLst>
  <p:sldIdLst>
    <p:sldId id="256" r:id="rId2"/>
    <p:sldId id="287" r:id="rId3"/>
    <p:sldId id="388" r:id="rId4"/>
    <p:sldId id="420" r:id="rId5"/>
    <p:sldId id="421" r:id="rId6"/>
    <p:sldId id="422" r:id="rId7"/>
    <p:sldId id="280" r:id="rId8"/>
    <p:sldId id="408" r:id="rId9"/>
    <p:sldId id="311" r:id="rId10"/>
    <p:sldId id="259" r:id="rId11"/>
    <p:sldId id="330" r:id="rId12"/>
    <p:sldId id="409" r:id="rId13"/>
    <p:sldId id="410" r:id="rId14"/>
    <p:sldId id="411" r:id="rId15"/>
    <p:sldId id="325" r:id="rId16"/>
    <p:sldId id="354" r:id="rId17"/>
    <p:sldId id="412" r:id="rId18"/>
    <p:sldId id="413" r:id="rId19"/>
    <p:sldId id="326" r:id="rId20"/>
    <p:sldId id="336" r:id="rId21"/>
    <p:sldId id="414" r:id="rId22"/>
    <p:sldId id="418" r:id="rId23"/>
    <p:sldId id="415" r:id="rId24"/>
    <p:sldId id="416" r:id="rId25"/>
    <p:sldId id="419" r:id="rId26"/>
    <p:sldId id="417" r:id="rId27"/>
    <p:sldId id="385" r:id="rId28"/>
    <p:sldId id="386" r:id="rId29"/>
    <p:sldId id="328" r:id="rId30"/>
    <p:sldId id="295" r:id="rId31"/>
    <p:sldId id="285" r:id="rId32"/>
  </p:sldIdLst>
  <p:sldSz cx="12192000" cy="6858000"/>
  <p:notesSz cx="6858000" cy="9144000"/>
  <p:defaultText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defaultTextStyle>
  <p:extLst>
    <p:ext uri="{EFAFB233-063F-42B5-8137-9DF3F51BA10A}">
      <p15:sldGuideLst xmlns:p15="http://schemas.microsoft.com/office/powerpoint/2012/main">
        <p15:guide id="1" orient="horz" pos="2160" userDrawn="1">
          <p15:clr>
            <a:srgbClr val="A4A3A4"/>
          </p15:clr>
        </p15:guide>
        <p15:guide id="2" pos="3840" userDrawn="1">
          <p15:clr>
            <a:srgbClr val="A4A3A4"/>
          </p15:clr>
        </p15:guide>
      </p15:sldGuideLst>
    </p:ext>
  </p:extLst>
</p:presentation>
</file>

<file path=ppt/commentAuthors.xml><?xml version="1.0" encoding="utf-8"?>
<p:cmAuthorLst xmlns:a="http://schemas.openxmlformats.org/drawingml/2006/main" xmlns:r="http://schemas.openxmlformats.org/officeDocument/2006/relationships" xmlns:p="http://schemas.openxmlformats.org/presentationml/2006/main">
  <p:cmAuthor id="1" name="石田 隼人" initials="石田" lastIdx="1" clrIdx="0">
    <p:extLst>
      <p:ext uri="{19B8F6BF-5375-455C-9EA6-DF929625EA0E}">
        <p15:presenceInfo xmlns:p15="http://schemas.microsoft.com/office/powerpoint/2012/main" userId="石田 隼人" providerId="None"/>
      </p:ext>
    </p:extLst>
  </p:cmAuthor>
</p:cmAuthorLst>
</file>

<file path=ppt/presProps.xml><?xml version="1.0" encoding="utf-8"?>
<p:presentationPr xmlns:a="http://schemas.openxmlformats.org/drawingml/2006/main" xmlns:r="http://schemas.openxmlformats.org/officeDocument/2006/relationships" xmlns:p="http://schemas.openxmlformats.org/presentationml/2006/main">
  <p:extLst>
    <p:ext uri="{E76CE94A-603C-4142-B9EB-6D1370010A27}">
      <p14:discardImageEditData xmlns:p14="http://schemas.microsoft.com/office/powerpoint/2010/main" val="0"/>
    </p:ext>
    <p:ext uri="{D31A062A-798A-4329-ABDD-BBA856620510}">
      <p14:defaultImageDpi xmlns:p14="http://schemas.microsoft.com/office/powerpoint/2010/main" val="32767"/>
    </p:ext>
    <p:ext uri="{FD5EFAAD-0ECE-453E-9831-46B23BE46B34}">
      <p15:chartTrackingRefBased xmlns:p15="http://schemas.microsoft.com/office/powerpoint/2012/main" val="1"/>
    </p:ext>
  </p:extLst>
</p:presentationPr>
</file>

<file path=ppt/tableStyles.xml><?xml version="1.0" encoding="utf-8"?>
<a:tblStyleLst xmlns:a="http://schemas.openxmlformats.org/drawingml/2006/main" def="{5C22544A-7EE6-4342-B048-85BDC9FD1C3A}"/>
</file>

<file path=ppt/viewProps.xml><?xml version="1.0" encoding="utf-8"?>
<p:viewPr xmlns:a="http://schemas.openxmlformats.org/drawingml/2006/main" xmlns:r="http://schemas.openxmlformats.org/officeDocument/2006/relationships" xmlns:p="http://schemas.openxmlformats.org/presentationml/2006/main" lastView="sldThumbnailView">
  <p:normalViewPr>
    <p:restoredLeft sz="17006" autoAdjust="0"/>
    <p:restoredTop sz="94660"/>
  </p:normalViewPr>
  <p:slideViewPr>
    <p:cSldViewPr snapToGrid="0">
      <p:cViewPr varScale="1">
        <p:scale>
          <a:sx n="152" d="100"/>
          <a:sy n="152" d="100"/>
        </p:scale>
        <p:origin x="428" y="96"/>
      </p:cViewPr>
      <p:guideLst>
        <p:guide orient="horz" pos="2160"/>
        <p:guide pos="3840"/>
      </p:guideLst>
    </p:cSldViewPr>
  </p:slideViewPr>
  <p:notesTextViewPr>
    <p:cViewPr>
      <p:scale>
        <a:sx n="1" d="1"/>
        <a:sy n="1" d="1"/>
      </p:scale>
      <p:origin x="0" y="0"/>
    </p:cViewPr>
  </p:notesTextViewPr>
  <p:gridSpacing cx="72008" cy="72008"/>
</p:viewPr>
</file>

<file path=ppt/_rels/presentation.xml.rels><?xml version="1.0" encoding="UTF-8" standalone="yes"?>
<Relationships xmlns="http://schemas.openxmlformats.org/package/2006/relationships"><Relationship Id="rId8" Type="http://schemas.openxmlformats.org/officeDocument/2006/relationships/slide" Target="slides/slide7.xml"/><Relationship Id="rId13" Type="http://schemas.openxmlformats.org/officeDocument/2006/relationships/slide" Target="slides/slide12.xml"/><Relationship Id="rId18" Type="http://schemas.openxmlformats.org/officeDocument/2006/relationships/slide" Target="slides/slide17.xml"/><Relationship Id="rId26" Type="http://schemas.openxmlformats.org/officeDocument/2006/relationships/slide" Target="slides/slide25.xml"/><Relationship Id="rId39" Type="http://schemas.microsoft.com/office/2016/11/relationships/changesInfo" Target="changesInfos/changesInfo1.xml"/><Relationship Id="rId3" Type="http://schemas.openxmlformats.org/officeDocument/2006/relationships/slide" Target="slides/slide2.xml"/><Relationship Id="rId21" Type="http://schemas.openxmlformats.org/officeDocument/2006/relationships/slide" Target="slides/slide20.xml"/><Relationship Id="rId34" Type="http://schemas.openxmlformats.org/officeDocument/2006/relationships/commentAuthors" Target="commentAuthors.xml"/><Relationship Id="rId7" Type="http://schemas.openxmlformats.org/officeDocument/2006/relationships/slide" Target="slides/slide6.xml"/><Relationship Id="rId12" Type="http://schemas.openxmlformats.org/officeDocument/2006/relationships/slide" Target="slides/slide11.xml"/><Relationship Id="rId17" Type="http://schemas.openxmlformats.org/officeDocument/2006/relationships/slide" Target="slides/slide16.xml"/><Relationship Id="rId25" Type="http://schemas.openxmlformats.org/officeDocument/2006/relationships/slide" Target="slides/slide24.xml"/><Relationship Id="rId33" Type="http://schemas.openxmlformats.org/officeDocument/2006/relationships/notesMaster" Target="notesMasters/notesMaster1.xml"/><Relationship Id="rId38" Type="http://schemas.openxmlformats.org/officeDocument/2006/relationships/tableStyles" Target="tableStyles.xml"/><Relationship Id="rId2" Type="http://schemas.openxmlformats.org/officeDocument/2006/relationships/slide" Target="slides/slide1.xml"/><Relationship Id="rId16" Type="http://schemas.openxmlformats.org/officeDocument/2006/relationships/slide" Target="slides/slide15.xml"/><Relationship Id="rId20" Type="http://schemas.openxmlformats.org/officeDocument/2006/relationships/slide" Target="slides/slide19.xml"/><Relationship Id="rId29" Type="http://schemas.openxmlformats.org/officeDocument/2006/relationships/slide" Target="slides/slide28.xml"/><Relationship Id="rId1" Type="http://schemas.openxmlformats.org/officeDocument/2006/relationships/slideMaster" Target="slideMasters/slideMaster1.xml"/><Relationship Id="rId6" Type="http://schemas.openxmlformats.org/officeDocument/2006/relationships/slide" Target="slides/slide5.xml"/><Relationship Id="rId11" Type="http://schemas.openxmlformats.org/officeDocument/2006/relationships/slide" Target="slides/slide10.xml"/><Relationship Id="rId24" Type="http://schemas.openxmlformats.org/officeDocument/2006/relationships/slide" Target="slides/slide23.xml"/><Relationship Id="rId32" Type="http://schemas.openxmlformats.org/officeDocument/2006/relationships/slide" Target="slides/slide31.xml"/><Relationship Id="rId37" Type="http://schemas.openxmlformats.org/officeDocument/2006/relationships/theme" Target="theme/theme1.xml"/><Relationship Id="rId5" Type="http://schemas.openxmlformats.org/officeDocument/2006/relationships/slide" Target="slides/slide4.xml"/><Relationship Id="rId15" Type="http://schemas.openxmlformats.org/officeDocument/2006/relationships/slide" Target="slides/slide14.xml"/><Relationship Id="rId23" Type="http://schemas.openxmlformats.org/officeDocument/2006/relationships/slide" Target="slides/slide22.xml"/><Relationship Id="rId28" Type="http://schemas.openxmlformats.org/officeDocument/2006/relationships/slide" Target="slides/slide27.xml"/><Relationship Id="rId36" Type="http://schemas.openxmlformats.org/officeDocument/2006/relationships/viewProps" Target="viewProps.xml"/><Relationship Id="rId10" Type="http://schemas.openxmlformats.org/officeDocument/2006/relationships/slide" Target="slides/slide9.xml"/><Relationship Id="rId19" Type="http://schemas.openxmlformats.org/officeDocument/2006/relationships/slide" Target="slides/slide18.xml"/><Relationship Id="rId31" Type="http://schemas.openxmlformats.org/officeDocument/2006/relationships/slide" Target="slides/slide30.xml"/><Relationship Id="rId4" Type="http://schemas.openxmlformats.org/officeDocument/2006/relationships/slide" Target="slides/slide3.xml"/><Relationship Id="rId9" Type="http://schemas.openxmlformats.org/officeDocument/2006/relationships/slide" Target="slides/slide8.xml"/><Relationship Id="rId14" Type="http://schemas.openxmlformats.org/officeDocument/2006/relationships/slide" Target="slides/slide13.xml"/><Relationship Id="rId22" Type="http://schemas.openxmlformats.org/officeDocument/2006/relationships/slide" Target="slides/slide21.xml"/><Relationship Id="rId27" Type="http://schemas.openxmlformats.org/officeDocument/2006/relationships/slide" Target="slides/slide26.xml"/><Relationship Id="rId30" Type="http://schemas.openxmlformats.org/officeDocument/2006/relationships/slide" Target="slides/slide29.xml"/><Relationship Id="rId35" Type="http://schemas.openxmlformats.org/officeDocument/2006/relationships/presProps" Target="presProps.xml"/></Relationships>
</file>

<file path=ppt/changesInfos/changesInfo1.xml><?xml version="1.0" encoding="utf-8"?>
<pc:chgInfo xmlns:a="http://schemas.openxmlformats.org/drawingml/2006/main" xmlns:r="http://schemas.openxmlformats.org/officeDocument/2006/relationships" xmlns:ac="http://schemas.microsoft.com/office/drawing/2013/main/command" xmlns:pc="http://schemas.microsoft.com/office/powerpoint/2013/main/command">
  <pc:docChgLst>
    <pc:chgData name="Hayato Ishida" userId="585fa0fa6384767c" providerId="LiveId" clId="{8357B2FB-F41A-41EE-8FEF-E91340C85B5B}"/>
    <pc:docChg chg="undo custSel addSld delSld modSld sldOrd">
      <pc:chgData name="Hayato Ishida" userId="585fa0fa6384767c" providerId="LiveId" clId="{8357B2FB-F41A-41EE-8FEF-E91340C85B5B}" dt="2025-09-01T03:31:20.641" v="14" actId="2890"/>
      <pc:docMkLst>
        <pc:docMk/>
      </pc:docMkLst>
      <pc:sldChg chg="del">
        <pc:chgData name="Hayato Ishida" userId="585fa0fa6384767c" providerId="LiveId" clId="{8357B2FB-F41A-41EE-8FEF-E91340C85B5B}" dt="2025-08-31T17:57:40.281" v="2" actId="47"/>
        <pc:sldMkLst>
          <pc:docMk/>
          <pc:sldMk cId="155858466" sldId="286"/>
        </pc:sldMkLst>
      </pc:sldChg>
      <pc:sldChg chg="addSp delSp modSp mod">
        <pc:chgData name="Hayato Ishida" userId="585fa0fa6384767c" providerId="LiveId" clId="{8357B2FB-F41A-41EE-8FEF-E91340C85B5B}" dt="2025-08-31T18:02:56.931" v="8"/>
        <pc:sldMkLst>
          <pc:docMk/>
          <pc:sldMk cId="654251065" sldId="287"/>
        </pc:sldMkLst>
        <pc:spChg chg="add del mod">
          <ac:chgData name="Hayato Ishida" userId="585fa0fa6384767c" providerId="LiveId" clId="{8357B2FB-F41A-41EE-8FEF-E91340C85B5B}" dt="2025-08-31T17:57:36.266" v="1" actId="478"/>
          <ac:spMkLst>
            <pc:docMk/>
            <pc:sldMk cId="654251065" sldId="287"/>
            <ac:spMk id="3" creationId="{8B3F3E86-BECF-2C3F-634A-B750B0B8758D}"/>
          </ac:spMkLst>
        </pc:spChg>
        <pc:spChg chg="add del mod">
          <ac:chgData name="Hayato Ishida" userId="585fa0fa6384767c" providerId="LiveId" clId="{8357B2FB-F41A-41EE-8FEF-E91340C85B5B}" dt="2025-08-31T17:57:36.266" v="1" actId="478"/>
          <ac:spMkLst>
            <pc:docMk/>
            <pc:sldMk cId="654251065" sldId="287"/>
            <ac:spMk id="5" creationId="{712122CF-B42D-B685-E944-7D88F3CC3485}"/>
          </ac:spMkLst>
        </pc:spChg>
        <pc:spChg chg="del">
          <ac:chgData name="Hayato Ishida" userId="585fa0fa6384767c" providerId="LiveId" clId="{8357B2FB-F41A-41EE-8FEF-E91340C85B5B}" dt="2025-08-31T17:57:35.547" v="0" actId="478"/>
          <ac:spMkLst>
            <pc:docMk/>
            <pc:sldMk cId="654251065" sldId="287"/>
            <ac:spMk id="6" creationId="{788A30EC-9027-FA86-C806-AFF56C155AD0}"/>
          </ac:spMkLst>
        </pc:spChg>
        <pc:spChg chg="del">
          <ac:chgData name="Hayato Ishida" userId="585fa0fa6384767c" providerId="LiveId" clId="{8357B2FB-F41A-41EE-8FEF-E91340C85B5B}" dt="2025-08-31T17:57:35.547" v="0" actId="478"/>
          <ac:spMkLst>
            <pc:docMk/>
            <pc:sldMk cId="654251065" sldId="287"/>
            <ac:spMk id="7" creationId="{DD76AF52-75EC-E9F0-8E85-B8CE49080358}"/>
          </ac:spMkLst>
        </pc:spChg>
        <pc:spChg chg="del">
          <ac:chgData name="Hayato Ishida" userId="585fa0fa6384767c" providerId="LiveId" clId="{8357B2FB-F41A-41EE-8FEF-E91340C85B5B}" dt="2025-08-31T17:57:35.547" v="0" actId="478"/>
          <ac:spMkLst>
            <pc:docMk/>
            <pc:sldMk cId="654251065" sldId="287"/>
            <ac:spMk id="8" creationId="{1F411ACA-418E-9F86-F536-3EB6E97725F6}"/>
          </ac:spMkLst>
        </pc:spChg>
        <pc:spChg chg="add mod">
          <ac:chgData name="Hayato Ishida" userId="585fa0fa6384767c" providerId="LiveId" clId="{8357B2FB-F41A-41EE-8FEF-E91340C85B5B}" dt="2025-08-31T18:02:56.931" v="8"/>
          <ac:spMkLst>
            <pc:docMk/>
            <pc:sldMk cId="654251065" sldId="287"/>
            <ac:spMk id="9" creationId="{AC62CCA8-60BB-216D-AA6C-1A084563E589}"/>
          </ac:spMkLst>
        </pc:spChg>
        <pc:spChg chg="add mod">
          <ac:chgData name="Hayato Ishida" userId="585fa0fa6384767c" providerId="LiveId" clId="{8357B2FB-F41A-41EE-8FEF-E91340C85B5B}" dt="2025-08-31T18:02:56.931" v="8"/>
          <ac:spMkLst>
            <pc:docMk/>
            <pc:sldMk cId="654251065" sldId="287"/>
            <ac:spMk id="10" creationId="{AC69D874-80C0-2547-18E9-3FC16FB5F3F8}"/>
          </ac:spMkLst>
        </pc:spChg>
        <pc:spChg chg="add mod">
          <ac:chgData name="Hayato Ishida" userId="585fa0fa6384767c" providerId="LiveId" clId="{8357B2FB-F41A-41EE-8FEF-E91340C85B5B}" dt="2025-08-31T18:02:56.931" v="8"/>
          <ac:spMkLst>
            <pc:docMk/>
            <pc:sldMk cId="654251065" sldId="287"/>
            <ac:spMk id="11" creationId="{C646B313-6AC5-EF2C-1F64-D81281DFA00D}"/>
          </ac:spMkLst>
        </pc:spChg>
        <pc:picChg chg="del">
          <ac:chgData name="Hayato Ishida" userId="585fa0fa6384767c" providerId="LiveId" clId="{8357B2FB-F41A-41EE-8FEF-E91340C85B5B}" dt="2025-08-31T17:57:35.547" v="0" actId="478"/>
          <ac:picMkLst>
            <pc:docMk/>
            <pc:sldMk cId="654251065" sldId="287"/>
            <ac:picMk id="12" creationId="{BE40603D-D656-7324-BCB5-E9A6C675B15A}"/>
          </ac:picMkLst>
        </pc:picChg>
        <pc:picChg chg="add mod">
          <ac:chgData name="Hayato Ishida" userId="585fa0fa6384767c" providerId="LiveId" clId="{8357B2FB-F41A-41EE-8FEF-E91340C85B5B}" dt="2025-08-31T18:02:56.931" v="8"/>
          <ac:picMkLst>
            <pc:docMk/>
            <pc:sldMk cId="654251065" sldId="287"/>
            <ac:picMk id="13" creationId="{36F033C3-88E0-DE88-9FAF-602295ADDDF6}"/>
          </ac:picMkLst>
        </pc:picChg>
      </pc:sldChg>
      <pc:sldChg chg="del">
        <pc:chgData name="Hayato Ishida" userId="585fa0fa6384767c" providerId="LiveId" clId="{8357B2FB-F41A-41EE-8FEF-E91340C85B5B}" dt="2025-08-31T17:57:40.281" v="2" actId="47"/>
        <pc:sldMkLst>
          <pc:docMk/>
          <pc:sldMk cId="3064566856" sldId="387"/>
        </pc:sldMkLst>
      </pc:sldChg>
      <pc:sldChg chg="addSp modSp add ord">
        <pc:chgData name="Hayato Ishida" userId="585fa0fa6384767c" providerId="LiveId" clId="{8357B2FB-F41A-41EE-8FEF-E91340C85B5B}" dt="2025-08-31T18:04:55.070" v="9"/>
        <pc:sldMkLst>
          <pc:docMk/>
          <pc:sldMk cId="4215796120" sldId="420"/>
        </pc:sldMkLst>
        <pc:spChg chg="add mod">
          <ac:chgData name="Hayato Ishida" userId="585fa0fa6384767c" providerId="LiveId" clId="{8357B2FB-F41A-41EE-8FEF-E91340C85B5B}" dt="2025-08-31T18:04:55.070" v="9"/>
          <ac:spMkLst>
            <pc:docMk/>
            <pc:sldMk cId="4215796120" sldId="420"/>
            <ac:spMk id="2" creationId="{D54EBB1E-072A-8837-294A-31278060794E}"/>
          </ac:spMkLst>
        </pc:spChg>
        <pc:spChg chg="add mod">
          <ac:chgData name="Hayato Ishida" userId="585fa0fa6384767c" providerId="LiveId" clId="{8357B2FB-F41A-41EE-8FEF-E91340C85B5B}" dt="2025-08-31T18:04:55.070" v="9"/>
          <ac:spMkLst>
            <pc:docMk/>
            <pc:sldMk cId="4215796120" sldId="420"/>
            <ac:spMk id="3" creationId="{FF829568-9768-2A1E-D6F0-804B4127FE57}"/>
          </ac:spMkLst>
        </pc:spChg>
        <pc:spChg chg="add mod">
          <ac:chgData name="Hayato Ishida" userId="585fa0fa6384767c" providerId="LiveId" clId="{8357B2FB-F41A-41EE-8FEF-E91340C85B5B}" dt="2025-08-31T18:04:55.070" v="9"/>
          <ac:spMkLst>
            <pc:docMk/>
            <pc:sldMk cId="4215796120" sldId="420"/>
            <ac:spMk id="4" creationId="{0D0E5C07-70C7-BEAF-5541-1A13A7946F78}"/>
          </ac:spMkLst>
        </pc:spChg>
      </pc:sldChg>
      <pc:sldChg chg="addSp modSp add">
        <pc:chgData name="Hayato Ishida" userId="585fa0fa6384767c" providerId="LiveId" clId="{8357B2FB-F41A-41EE-8FEF-E91340C85B5B}" dt="2025-09-01T03:31:17.151" v="12"/>
        <pc:sldMkLst>
          <pc:docMk/>
          <pc:sldMk cId="1667821035" sldId="421"/>
        </pc:sldMkLst>
        <pc:spChg chg="add mod">
          <ac:chgData name="Hayato Ishida" userId="585fa0fa6384767c" providerId="LiveId" clId="{8357B2FB-F41A-41EE-8FEF-E91340C85B5B}" dt="2025-08-31T18:07:04.572" v="10"/>
          <ac:spMkLst>
            <pc:docMk/>
            <pc:sldMk cId="1667821035" sldId="421"/>
            <ac:spMk id="2" creationId="{8AE9BD43-BD4D-7530-5D9F-19C89823FA0A}"/>
          </ac:spMkLst>
        </pc:spChg>
        <pc:spChg chg="add mod">
          <ac:chgData name="Hayato Ishida" userId="585fa0fa6384767c" providerId="LiveId" clId="{8357B2FB-F41A-41EE-8FEF-E91340C85B5B}" dt="2025-08-31T18:07:04.572" v="10"/>
          <ac:spMkLst>
            <pc:docMk/>
            <pc:sldMk cId="1667821035" sldId="421"/>
            <ac:spMk id="3" creationId="{928D62D7-12B6-A224-93A5-DFA5C5AC06DA}"/>
          </ac:spMkLst>
        </pc:spChg>
        <pc:graphicFrameChg chg="add mod">
          <ac:chgData name="Hayato Ishida" userId="585fa0fa6384767c" providerId="LiveId" clId="{8357B2FB-F41A-41EE-8FEF-E91340C85B5B}" dt="2025-09-01T03:31:17.151" v="12"/>
          <ac:graphicFrameMkLst>
            <pc:docMk/>
            <pc:sldMk cId="1667821035" sldId="421"/>
            <ac:graphicFrameMk id="4" creationId="{D71BE182-9AA3-EF1B-528D-0EE601919E4D}"/>
          </ac:graphicFrameMkLst>
        </pc:graphicFrameChg>
      </pc:sldChg>
      <pc:sldChg chg="addSp modSp add">
        <pc:chgData name="Hayato Ishida" userId="585fa0fa6384767c" providerId="LiveId" clId="{8357B2FB-F41A-41EE-8FEF-E91340C85B5B}" dt="2025-09-01T03:31:17.151" v="12"/>
        <pc:sldMkLst>
          <pc:docMk/>
          <pc:sldMk cId="3782107945" sldId="422"/>
        </pc:sldMkLst>
        <pc:spChg chg="add mod">
          <ac:chgData name="Hayato Ishida" userId="585fa0fa6384767c" providerId="LiveId" clId="{8357B2FB-F41A-41EE-8FEF-E91340C85B5B}" dt="2025-08-31T18:10:05.494" v="11"/>
          <ac:spMkLst>
            <pc:docMk/>
            <pc:sldMk cId="3782107945" sldId="422"/>
            <ac:spMk id="2" creationId="{D5E17198-B162-EDEA-9A55-24D1ED3CCDB3}"/>
          </ac:spMkLst>
        </pc:spChg>
        <pc:spChg chg="add mod">
          <ac:chgData name="Hayato Ishida" userId="585fa0fa6384767c" providerId="LiveId" clId="{8357B2FB-F41A-41EE-8FEF-E91340C85B5B}" dt="2025-08-31T18:10:05.494" v="11"/>
          <ac:spMkLst>
            <pc:docMk/>
            <pc:sldMk cId="3782107945" sldId="422"/>
            <ac:spMk id="3" creationId="{0C90DAC1-6AAC-0DFC-F9FC-2AA3B2C1409B}"/>
          </ac:spMkLst>
        </pc:spChg>
        <pc:graphicFrameChg chg="add mod">
          <ac:chgData name="Hayato Ishida" userId="585fa0fa6384767c" providerId="LiveId" clId="{8357B2FB-F41A-41EE-8FEF-E91340C85B5B}" dt="2025-09-01T03:31:17.151" v="12"/>
          <ac:graphicFrameMkLst>
            <pc:docMk/>
            <pc:sldMk cId="3782107945" sldId="422"/>
            <ac:graphicFrameMk id="4" creationId="{BAEF824A-0BBC-239B-E479-2513A08BC51C}"/>
          </ac:graphicFrameMkLst>
        </pc:graphicFrameChg>
      </pc:sldChg>
      <pc:sldChg chg="add del">
        <pc:chgData name="Hayato Ishida" userId="585fa0fa6384767c" providerId="LiveId" clId="{8357B2FB-F41A-41EE-8FEF-E91340C85B5B}" dt="2025-09-01T03:31:20.641" v="14" actId="2890"/>
        <pc:sldMkLst>
          <pc:docMk/>
          <pc:sldMk cId="3478313944" sldId="423"/>
        </pc:sldMkLst>
      </pc:sldChg>
    </pc:docChg>
  </pc:docChgLst>
  <pc:docChgLst>
    <pc:chgData name="Hayato Ishida" userId="585fa0fa6384767c" providerId="LiveId" clId="{63B3AB52-FC19-4466-97DC-8514CD03D364}"/>
    <pc:docChg chg="undo custSel modSld">
      <pc:chgData name="Hayato Ishida" userId="585fa0fa6384767c" providerId="LiveId" clId="{63B3AB52-FC19-4466-97DC-8514CD03D364}" dt="2025-05-03T11:22:18.909" v="12"/>
      <pc:docMkLst>
        <pc:docMk/>
      </pc:docMkLst>
      <pc:sldChg chg="modSp mod">
        <pc:chgData name="Hayato Ishida" userId="585fa0fa6384767c" providerId="LiveId" clId="{63B3AB52-FC19-4466-97DC-8514CD03D364}" dt="2025-05-03T11:22:18.909" v="12"/>
        <pc:sldMkLst>
          <pc:docMk/>
          <pc:sldMk cId="2567433019" sldId="280"/>
        </pc:sldMkLst>
      </pc:sldChg>
      <pc:sldChg chg="addSp delSp modSp mod">
        <pc:chgData name="Hayato Ishida" userId="585fa0fa6384767c" providerId="LiveId" clId="{63B3AB52-FC19-4466-97DC-8514CD03D364}" dt="2025-05-03T11:22:16.247" v="11"/>
        <pc:sldMkLst>
          <pc:docMk/>
          <pc:sldMk cId="155858466" sldId="286"/>
        </pc:sldMkLst>
      </pc:sldChg>
      <pc:sldChg chg="addSp delSp modSp mod">
        <pc:chgData name="Hayato Ishida" userId="585fa0fa6384767c" providerId="LiveId" clId="{63B3AB52-FC19-4466-97DC-8514CD03D364}" dt="2025-05-03T11:21:18.843" v="8" actId="20577"/>
        <pc:sldMkLst>
          <pc:docMk/>
          <pc:sldMk cId="654251065" sldId="287"/>
        </pc:sldMkLst>
      </pc:sldChg>
    </pc:docChg>
  </pc:docChgLst>
</pc:chgInfo>
</file>

<file path=ppt/notesMasters/_rels/notesMaster1.xml.rels><?xml version="1.0" encoding="UTF-8" standalone="yes"?>
<Relationships xmlns="http://schemas.openxmlformats.org/package/2006/relationships"><Relationship Id="rId1" Type="http://schemas.openxmlformats.org/officeDocument/2006/relationships/theme" Target="../theme/theme2.xml"/></Relationships>
</file>

<file path=ppt/notesMasters/notesMaster1.xml><?xml version="1.0" encoding="utf-8"?>
<p:notes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ヘッダー プレースホルダー 1"/>
          <p:cNvSpPr>
            <a:spLocks noGrp="1"/>
          </p:cNvSpPr>
          <p:nvPr>
            <p:ph type="hdr" sz="quarter"/>
          </p:nvPr>
        </p:nvSpPr>
        <p:spPr>
          <a:xfrm>
            <a:off x="0" y="0"/>
            <a:ext cx="2971800" cy="458788"/>
          </a:xfrm>
          <a:prstGeom prst="rect">
            <a:avLst/>
          </a:prstGeom>
        </p:spPr>
        <p:txBody>
          <a:bodyPr vert="horz" lIns="91440" tIns="45720" rIns="91440" bIns="45720" rtlCol="0"/>
          <a:lstStyle>
            <a:lvl1pPr algn="l">
              <a:defRPr sz="1200"/>
            </a:lvl1pPr>
          </a:lstStyle>
          <a:p>
            <a:endParaRPr lang="en-GB"/>
          </a:p>
        </p:txBody>
      </p:sp>
      <p:sp>
        <p:nvSpPr>
          <p:cNvPr id="3" name="日付プレースホルダー 2"/>
          <p:cNvSpPr>
            <a:spLocks noGrp="1"/>
          </p:cNvSpPr>
          <p:nvPr>
            <p:ph type="dt" idx="1"/>
          </p:nvPr>
        </p:nvSpPr>
        <p:spPr>
          <a:xfrm>
            <a:off x="3884613" y="0"/>
            <a:ext cx="2971800" cy="458788"/>
          </a:xfrm>
          <a:prstGeom prst="rect">
            <a:avLst/>
          </a:prstGeom>
        </p:spPr>
        <p:txBody>
          <a:bodyPr vert="horz" lIns="91440" tIns="45720" rIns="91440" bIns="45720" rtlCol="0"/>
          <a:lstStyle>
            <a:lvl1pPr algn="r">
              <a:defRPr sz="1200"/>
            </a:lvl1pPr>
          </a:lstStyle>
          <a:p>
            <a:fld id="{F1C77555-114C-4D13-A8E9-982D3FBDE682}" type="datetimeFigureOut">
              <a:rPr lang="en-GB" smtClean="0"/>
              <a:t>01/09/2025</a:t>
            </a:fld>
            <a:endParaRPr lang="en-GB"/>
          </a:p>
        </p:txBody>
      </p:sp>
      <p:sp>
        <p:nvSpPr>
          <p:cNvPr id="4" name="スライド イメージ プレースホルダー 3"/>
          <p:cNvSpPr>
            <a:spLocks noGrp="1" noRot="1" noChangeAspect="1"/>
          </p:cNvSpPr>
          <p:nvPr>
            <p:ph type="sldImg" idx="2"/>
          </p:nvPr>
        </p:nvSpPr>
        <p:spPr>
          <a:xfrm>
            <a:off x="685800" y="1143000"/>
            <a:ext cx="5486400" cy="3086100"/>
          </a:xfrm>
          <a:prstGeom prst="rect">
            <a:avLst/>
          </a:prstGeom>
          <a:noFill/>
          <a:ln w="12700">
            <a:solidFill>
              <a:prstClr val="black"/>
            </a:solidFill>
          </a:ln>
        </p:spPr>
        <p:txBody>
          <a:bodyPr vert="horz" lIns="91440" tIns="45720" rIns="91440" bIns="45720" rtlCol="0" anchor="ctr"/>
          <a:lstStyle/>
          <a:p>
            <a:endParaRPr lang="en-GB"/>
          </a:p>
        </p:txBody>
      </p:sp>
      <p:sp>
        <p:nvSpPr>
          <p:cNvPr id="5" name="ノート プレースホルダー 4"/>
          <p:cNvSpPr>
            <a:spLocks noGrp="1"/>
          </p:cNvSpPr>
          <p:nvPr>
            <p:ph type="body" sz="quarter" idx="3"/>
          </p:nvPr>
        </p:nvSpPr>
        <p:spPr>
          <a:xfrm>
            <a:off x="685800" y="4400550"/>
            <a:ext cx="5486400" cy="3600450"/>
          </a:xfrm>
          <a:prstGeom prst="rect">
            <a:avLst/>
          </a:prstGeom>
        </p:spPr>
        <p:txBody>
          <a:bodyPr vert="horz" lIns="91440" tIns="45720" rIns="91440" bIns="45720" rtlCol="0"/>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6" name="フッター プレースホルダー 5"/>
          <p:cNvSpPr>
            <a:spLocks noGrp="1"/>
          </p:cNvSpPr>
          <p:nvPr>
            <p:ph type="ftr" sz="quarter" idx="4"/>
          </p:nvPr>
        </p:nvSpPr>
        <p:spPr>
          <a:xfrm>
            <a:off x="0" y="8685213"/>
            <a:ext cx="2971800" cy="458787"/>
          </a:xfrm>
          <a:prstGeom prst="rect">
            <a:avLst/>
          </a:prstGeom>
        </p:spPr>
        <p:txBody>
          <a:bodyPr vert="horz" lIns="91440" tIns="45720" rIns="91440" bIns="45720" rtlCol="0" anchor="b"/>
          <a:lstStyle>
            <a:lvl1pPr algn="l">
              <a:defRPr sz="1200"/>
            </a:lvl1pPr>
          </a:lstStyle>
          <a:p>
            <a:endParaRPr lang="en-GB"/>
          </a:p>
        </p:txBody>
      </p:sp>
      <p:sp>
        <p:nvSpPr>
          <p:cNvPr id="7" name="スライド番号プレースホルダー 6"/>
          <p:cNvSpPr>
            <a:spLocks noGrp="1"/>
          </p:cNvSpPr>
          <p:nvPr>
            <p:ph type="sldNum" sz="quarter" idx="5"/>
          </p:nvPr>
        </p:nvSpPr>
        <p:spPr>
          <a:xfrm>
            <a:off x="3884613" y="8685213"/>
            <a:ext cx="2971800" cy="458787"/>
          </a:xfrm>
          <a:prstGeom prst="rect">
            <a:avLst/>
          </a:prstGeom>
        </p:spPr>
        <p:txBody>
          <a:bodyPr vert="horz" lIns="91440" tIns="45720" rIns="91440" bIns="45720" rtlCol="0" anchor="b"/>
          <a:lstStyle>
            <a:lvl1pPr algn="r">
              <a:defRPr sz="1200"/>
            </a:lvl1pPr>
          </a:lstStyle>
          <a:p>
            <a:fld id="{6A87483F-3F00-45CA-B9CE-71766AA0FCEC}" type="slidenum">
              <a:rPr lang="en-GB" smtClean="0"/>
              <a:t>‹#›</a:t>
            </a:fld>
            <a:endParaRPr lang="en-GB"/>
          </a:p>
        </p:txBody>
      </p:sp>
    </p:spTree>
    <p:extLst>
      <p:ext uri="{BB962C8B-B14F-4D97-AF65-F5344CB8AC3E}">
        <p14:creationId xmlns:p14="http://schemas.microsoft.com/office/powerpoint/2010/main" val="3440713655"/>
      </p:ext>
    </p:extLst>
  </p:cSld>
  <p:clrMap bg1="lt1" tx1="dk1" bg2="lt2" tx2="dk2" accent1="accent1" accent2="accent2" accent3="accent3" accent4="accent4" accent5="accent5" accent6="accent6" hlink="hlink" folHlink="folHlink"/>
  <p:notesStyle>
    <a:lvl1pPr marL="0" algn="l" defTabSz="914400" rtl="0" eaLnBrk="1" latinLnBrk="0" hangingPunct="1">
      <a:defRPr sz="1200" kern="1200">
        <a:solidFill>
          <a:schemeClr val="tx1"/>
        </a:solidFill>
        <a:latin typeface="+mn-lt"/>
        <a:ea typeface="+mn-ea"/>
        <a:cs typeface="+mn-cs"/>
      </a:defRPr>
    </a:lvl1pPr>
    <a:lvl2pPr marL="457200" algn="l" defTabSz="914400" rtl="0" eaLnBrk="1" latinLnBrk="0" hangingPunct="1">
      <a:defRPr sz="1200" kern="1200">
        <a:solidFill>
          <a:schemeClr val="tx1"/>
        </a:solidFill>
        <a:latin typeface="+mn-lt"/>
        <a:ea typeface="+mn-ea"/>
        <a:cs typeface="+mn-cs"/>
      </a:defRPr>
    </a:lvl2pPr>
    <a:lvl3pPr marL="914400" algn="l" defTabSz="914400" rtl="0" eaLnBrk="1" latinLnBrk="0" hangingPunct="1">
      <a:defRPr sz="1200" kern="1200">
        <a:solidFill>
          <a:schemeClr val="tx1"/>
        </a:solidFill>
        <a:latin typeface="+mn-lt"/>
        <a:ea typeface="+mn-ea"/>
        <a:cs typeface="+mn-cs"/>
      </a:defRPr>
    </a:lvl3pPr>
    <a:lvl4pPr marL="1371600" algn="l" defTabSz="914400" rtl="0" eaLnBrk="1" latinLnBrk="0" hangingPunct="1">
      <a:defRPr sz="1200" kern="1200">
        <a:solidFill>
          <a:schemeClr val="tx1"/>
        </a:solidFill>
        <a:latin typeface="+mn-lt"/>
        <a:ea typeface="+mn-ea"/>
        <a:cs typeface="+mn-cs"/>
      </a:defRPr>
    </a:lvl4pPr>
    <a:lvl5pPr marL="1828800" algn="l" defTabSz="914400" rtl="0" eaLnBrk="1" latinLnBrk="0" hangingPunct="1">
      <a:defRPr sz="1200" kern="1200">
        <a:solidFill>
          <a:schemeClr val="tx1"/>
        </a:solidFill>
        <a:latin typeface="+mn-lt"/>
        <a:ea typeface="+mn-ea"/>
        <a:cs typeface="+mn-cs"/>
      </a:defRPr>
    </a:lvl5pPr>
    <a:lvl6pPr marL="2286000" algn="l" defTabSz="914400" rtl="0" eaLnBrk="1" latinLnBrk="0" hangingPunct="1">
      <a:defRPr sz="1200" kern="1200">
        <a:solidFill>
          <a:schemeClr val="tx1"/>
        </a:solidFill>
        <a:latin typeface="+mn-lt"/>
        <a:ea typeface="+mn-ea"/>
        <a:cs typeface="+mn-cs"/>
      </a:defRPr>
    </a:lvl6pPr>
    <a:lvl7pPr marL="2743200" algn="l" defTabSz="914400" rtl="0" eaLnBrk="1" latinLnBrk="0" hangingPunct="1">
      <a:defRPr sz="1200" kern="1200">
        <a:solidFill>
          <a:schemeClr val="tx1"/>
        </a:solidFill>
        <a:latin typeface="+mn-lt"/>
        <a:ea typeface="+mn-ea"/>
        <a:cs typeface="+mn-cs"/>
      </a:defRPr>
    </a:lvl7pPr>
    <a:lvl8pPr marL="3200400" algn="l" defTabSz="914400" rtl="0" eaLnBrk="1" latinLnBrk="0" hangingPunct="1">
      <a:defRPr sz="1200" kern="1200">
        <a:solidFill>
          <a:schemeClr val="tx1"/>
        </a:solidFill>
        <a:latin typeface="+mn-lt"/>
        <a:ea typeface="+mn-ea"/>
        <a:cs typeface="+mn-cs"/>
      </a:defRPr>
    </a:lvl8pPr>
    <a:lvl9pPr marL="3657600" algn="l" defTabSz="914400" rtl="0" eaLnBrk="1" latinLnBrk="0" hangingPunct="1">
      <a:defRPr sz="1200" kern="1200">
        <a:solidFill>
          <a:schemeClr val="tx1"/>
        </a:solidFill>
        <a:latin typeface="+mn-lt"/>
        <a:ea typeface="+mn-ea"/>
        <a:cs typeface="+mn-cs"/>
      </a:defRPr>
    </a:lvl9pPr>
  </p:notesStyle>
</p:notesMaster>
</file>

<file path=ppt/slideLayouts/_rels/slideLayout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2.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3.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4.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5.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6.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7.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8.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9.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0.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_rels/slideLayout11.xml.rels><?xml version="1.0" encoding="UTF-8" standalone="yes"?>
<Relationships xmlns="http://schemas.openxmlformats.org/package/2006/relationships"><Relationship Id="rId1" Type="http://schemas.openxmlformats.org/officeDocument/2006/relationships/slideMaster" Target="../slideMasters/slideMaster1.xml"/></Relationships>
</file>

<file path=ppt/slideLayouts/slideLayout1.xml><?xml version="1.0" encoding="utf-8"?>
<p:sldLayout xmlns:a="http://schemas.openxmlformats.org/drawingml/2006/main" xmlns:r="http://schemas.openxmlformats.org/officeDocument/2006/relationships" xmlns:p="http://schemas.openxmlformats.org/presentationml/2006/main" type="title" preserve="1">
  <p:cSld name="タイトル スライド">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523A420-A6C3-4DFD-BC9B-A28C54480400}"/>
              </a:ext>
            </a:extLst>
          </p:cNvPr>
          <p:cNvSpPr>
            <a:spLocks noGrp="1"/>
          </p:cNvSpPr>
          <p:nvPr>
            <p:ph type="ctrTitle"/>
          </p:nvPr>
        </p:nvSpPr>
        <p:spPr>
          <a:xfrm>
            <a:off x="1524000" y="1122363"/>
            <a:ext cx="9144000" cy="2387600"/>
          </a:xfrm>
        </p:spPr>
        <p:txBody>
          <a:bodyPr anchor="b"/>
          <a:lstStyle>
            <a:lvl1pPr algn="ctr">
              <a:defRPr sz="6000"/>
            </a:lvl1pPr>
          </a:lstStyle>
          <a:p>
            <a:r>
              <a:rPr lang="ja-JP" altLang="en-US"/>
              <a:t>マスター タイトルの書式設定</a:t>
            </a:r>
            <a:endParaRPr lang="en-GB"/>
          </a:p>
        </p:txBody>
      </p:sp>
      <p:sp>
        <p:nvSpPr>
          <p:cNvPr id="3" name="字幕 2">
            <a:extLst>
              <a:ext uri="{FF2B5EF4-FFF2-40B4-BE49-F238E27FC236}">
                <a16:creationId xmlns:a16="http://schemas.microsoft.com/office/drawing/2014/main" id="{27785ED6-1F11-4995-8802-E7A92ED6F2DB}"/>
              </a:ext>
            </a:extLst>
          </p:cNvPr>
          <p:cNvSpPr>
            <a:spLocks noGrp="1"/>
          </p:cNvSpPr>
          <p:nvPr>
            <p:ph type="subTitle" idx="1"/>
          </p:nvPr>
        </p:nvSpPr>
        <p:spPr>
          <a:xfrm>
            <a:off x="1524000" y="3602038"/>
            <a:ext cx="9144000" cy="1655762"/>
          </a:xfrm>
        </p:spPr>
        <p:txBody>
          <a:bodyPr/>
          <a:lstStyle>
            <a:lvl1pPr marL="0" indent="0" algn="ctr">
              <a:buNone/>
              <a:defRPr sz="2400"/>
            </a:lvl1pPr>
            <a:lvl2pPr marL="457200" indent="0" algn="ctr">
              <a:buNone/>
              <a:defRPr sz="2000"/>
            </a:lvl2pPr>
            <a:lvl3pPr marL="914400" indent="0" algn="ctr">
              <a:buNone/>
              <a:defRPr sz="1800"/>
            </a:lvl3pPr>
            <a:lvl4pPr marL="1371600" indent="0" algn="ctr">
              <a:buNone/>
              <a:defRPr sz="1600"/>
            </a:lvl4pPr>
            <a:lvl5pPr marL="1828800" indent="0" algn="ctr">
              <a:buNone/>
              <a:defRPr sz="1600"/>
            </a:lvl5pPr>
            <a:lvl6pPr marL="2286000" indent="0" algn="ctr">
              <a:buNone/>
              <a:defRPr sz="1600"/>
            </a:lvl6pPr>
            <a:lvl7pPr marL="2743200" indent="0" algn="ctr">
              <a:buNone/>
              <a:defRPr sz="1600"/>
            </a:lvl7pPr>
            <a:lvl8pPr marL="3200400" indent="0" algn="ctr">
              <a:buNone/>
              <a:defRPr sz="1600"/>
            </a:lvl8pPr>
            <a:lvl9pPr marL="3657600" indent="0" algn="ctr">
              <a:buNone/>
              <a:defRPr sz="1600"/>
            </a:lvl9pPr>
          </a:lstStyle>
          <a:p>
            <a:r>
              <a:rPr lang="ja-JP" altLang="en-US"/>
              <a:t>マスター サブタイトルの書式設定</a:t>
            </a:r>
            <a:endParaRPr lang="en-GB"/>
          </a:p>
        </p:txBody>
      </p:sp>
      <p:sp>
        <p:nvSpPr>
          <p:cNvPr id="4" name="日付プレースホルダー 3">
            <a:extLst>
              <a:ext uri="{FF2B5EF4-FFF2-40B4-BE49-F238E27FC236}">
                <a16:creationId xmlns:a16="http://schemas.microsoft.com/office/drawing/2014/main" id="{267A83ED-D7FC-4E75-93FA-7CA4EB139197}"/>
              </a:ext>
            </a:extLst>
          </p:cNvPr>
          <p:cNvSpPr>
            <a:spLocks noGrp="1"/>
          </p:cNvSpPr>
          <p:nvPr>
            <p:ph type="dt" sz="half" idx="10"/>
          </p:nvPr>
        </p:nvSpPr>
        <p:spPr/>
        <p:txBody>
          <a:bodyPr/>
          <a:lstStyle/>
          <a:p>
            <a:fld id="{AF5D98A5-C926-421E-8D16-8672B57BCFF1}" type="datetime1">
              <a:rPr lang="en-GB" smtClean="0"/>
              <a:t>01/09/2025</a:t>
            </a:fld>
            <a:endParaRPr lang="en-GB"/>
          </a:p>
        </p:txBody>
      </p:sp>
      <p:sp>
        <p:nvSpPr>
          <p:cNvPr id="5" name="フッター プレースホルダー 4">
            <a:extLst>
              <a:ext uri="{FF2B5EF4-FFF2-40B4-BE49-F238E27FC236}">
                <a16:creationId xmlns:a16="http://schemas.microsoft.com/office/drawing/2014/main" id="{1D536A7D-2F90-40CC-80C9-D5DFA5931BEA}"/>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22F47EE9-ABD2-45F2-8DDF-94F9AFE52B5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438114692"/>
      </p:ext>
    </p:extLst>
  </p:cSld>
  <p:clrMapOvr>
    <a:masterClrMapping/>
  </p:clrMapOvr>
</p:sldLayout>
</file>

<file path=ppt/slideLayouts/slideLayout2.xml><?xml version="1.0" encoding="utf-8"?>
<p:sldLayout xmlns:a="http://schemas.openxmlformats.org/drawingml/2006/main" xmlns:r="http://schemas.openxmlformats.org/officeDocument/2006/relationships" xmlns:p="http://schemas.openxmlformats.org/presentationml/2006/main" type="obj" preserve="1">
  <p:cSld name="タイトルと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A762872-9097-4551-92E5-A9EFABF75DFB}"/>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D276671E-317F-404E-8053-6A0A955B7C1C}"/>
              </a:ext>
            </a:extLst>
          </p:cNvPr>
          <p:cNvSpPr>
            <a:spLocks noGrp="1"/>
          </p:cNvSpPr>
          <p:nvPr>
            <p:ph idx="1"/>
          </p:nvPr>
        </p:nvSpPr>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9917538-7854-4E06-A143-495AC9D08204}"/>
              </a:ext>
            </a:extLst>
          </p:cNvPr>
          <p:cNvSpPr>
            <a:spLocks noGrp="1"/>
          </p:cNvSpPr>
          <p:nvPr>
            <p:ph type="dt" sz="half" idx="10"/>
          </p:nvPr>
        </p:nvSpPr>
        <p:spPr/>
        <p:txBody>
          <a:bodyPr/>
          <a:lstStyle/>
          <a:p>
            <a:fld id="{5A2F9E5C-BB41-4DEE-A1EA-DBAEA4256446}" type="datetime1">
              <a:rPr lang="en-GB" smtClean="0"/>
              <a:t>01/09/2025</a:t>
            </a:fld>
            <a:endParaRPr lang="en-GB"/>
          </a:p>
        </p:txBody>
      </p:sp>
      <p:sp>
        <p:nvSpPr>
          <p:cNvPr id="5" name="フッター プレースホルダー 4">
            <a:extLst>
              <a:ext uri="{FF2B5EF4-FFF2-40B4-BE49-F238E27FC236}">
                <a16:creationId xmlns:a16="http://schemas.microsoft.com/office/drawing/2014/main" id="{7A4511E7-C4EE-48B3-832D-D6EE6A960143}"/>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67D71E43-553D-4A66-92CB-9785522DCEB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118800298"/>
      </p:ext>
    </p:extLst>
  </p:cSld>
  <p:clrMapOvr>
    <a:masterClrMapping/>
  </p:clrMapOvr>
</p:sldLayout>
</file>

<file path=ppt/slideLayouts/slideLayout3.xml><?xml version="1.0" encoding="utf-8"?>
<p:sldLayout xmlns:a="http://schemas.openxmlformats.org/drawingml/2006/main" xmlns:r="http://schemas.openxmlformats.org/officeDocument/2006/relationships" xmlns:p="http://schemas.openxmlformats.org/presentationml/2006/main" type="secHead" preserve="1">
  <p:cSld name="セクション見出し">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1078576-E3DC-4F83-AFE3-90CF203F3C2A}"/>
              </a:ext>
            </a:extLst>
          </p:cNvPr>
          <p:cNvSpPr>
            <a:spLocks noGrp="1"/>
          </p:cNvSpPr>
          <p:nvPr>
            <p:ph type="title"/>
          </p:nvPr>
        </p:nvSpPr>
        <p:spPr>
          <a:xfrm>
            <a:off x="831850" y="1709738"/>
            <a:ext cx="10515600" cy="2852737"/>
          </a:xfrm>
        </p:spPr>
        <p:txBody>
          <a:bodyPr anchor="b"/>
          <a:lstStyle>
            <a:lvl1pPr>
              <a:defRPr sz="6000"/>
            </a:lvl1p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B476DC57-139C-48BA-B542-00433365DC44}"/>
              </a:ext>
            </a:extLst>
          </p:cNvPr>
          <p:cNvSpPr>
            <a:spLocks noGrp="1"/>
          </p:cNvSpPr>
          <p:nvPr>
            <p:ph type="body" idx="1"/>
          </p:nvPr>
        </p:nvSpPr>
        <p:spPr>
          <a:xfrm>
            <a:off x="831850" y="4589463"/>
            <a:ext cx="10515600" cy="1500187"/>
          </a:xfrm>
        </p:spPr>
        <p:txBody>
          <a:bodyPr/>
          <a:lstStyle>
            <a:lvl1pPr marL="0" indent="0">
              <a:buNone/>
              <a:defRPr sz="2400">
                <a:solidFill>
                  <a:schemeClr val="tx1">
                    <a:tint val="75000"/>
                  </a:schemeClr>
                </a:solidFill>
              </a:defRPr>
            </a:lvl1pPr>
            <a:lvl2pPr marL="457200" indent="0">
              <a:buNone/>
              <a:defRPr sz="2000">
                <a:solidFill>
                  <a:schemeClr val="tx1">
                    <a:tint val="75000"/>
                  </a:schemeClr>
                </a:solidFill>
              </a:defRPr>
            </a:lvl2pPr>
            <a:lvl3pPr marL="914400" indent="0">
              <a:buNone/>
              <a:defRPr sz="1800">
                <a:solidFill>
                  <a:schemeClr val="tx1">
                    <a:tint val="75000"/>
                  </a:schemeClr>
                </a:solidFill>
              </a:defRPr>
            </a:lvl3pPr>
            <a:lvl4pPr marL="1371600" indent="0">
              <a:buNone/>
              <a:defRPr sz="1600">
                <a:solidFill>
                  <a:schemeClr val="tx1">
                    <a:tint val="75000"/>
                  </a:schemeClr>
                </a:solidFill>
              </a:defRPr>
            </a:lvl4pPr>
            <a:lvl5pPr marL="1828800" indent="0">
              <a:buNone/>
              <a:defRPr sz="1600">
                <a:solidFill>
                  <a:schemeClr val="tx1">
                    <a:tint val="75000"/>
                  </a:schemeClr>
                </a:solidFill>
              </a:defRPr>
            </a:lvl5pPr>
            <a:lvl6pPr marL="2286000" indent="0">
              <a:buNone/>
              <a:defRPr sz="1600">
                <a:solidFill>
                  <a:schemeClr val="tx1">
                    <a:tint val="75000"/>
                  </a:schemeClr>
                </a:solidFill>
              </a:defRPr>
            </a:lvl6pPr>
            <a:lvl7pPr marL="2743200" indent="0">
              <a:buNone/>
              <a:defRPr sz="1600">
                <a:solidFill>
                  <a:schemeClr val="tx1">
                    <a:tint val="75000"/>
                  </a:schemeClr>
                </a:solidFill>
              </a:defRPr>
            </a:lvl7pPr>
            <a:lvl8pPr marL="3200400" indent="0">
              <a:buNone/>
              <a:defRPr sz="1600">
                <a:solidFill>
                  <a:schemeClr val="tx1">
                    <a:tint val="75000"/>
                  </a:schemeClr>
                </a:solidFill>
              </a:defRPr>
            </a:lvl8pPr>
            <a:lvl9pPr marL="3657600" indent="0">
              <a:buNone/>
              <a:defRPr sz="1600">
                <a:solidFill>
                  <a:schemeClr val="tx1">
                    <a:tint val="75000"/>
                  </a:schemeClr>
                </a:solidFill>
              </a:defRPr>
            </a:lvl9pPr>
          </a:lstStyle>
          <a:p>
            <a:pPr lvl="0"/>
            <a:r>
              <a:rPr lang="ja-JP" altLang="en-US"/>
              <a:t>マスター テキストの書式設定</a:t>
            </a:r>
          </a:p>
        </p:txBody>
      </p:sp>
      <p:sp>
        <p:nvSpPr>
          <p:cNvPr id="4" name="日付プレースホルダー 3">
            <a:extLst>
              <a:ext uri="{FF2B5EF4-FFF2-40B4-BE49-F238E27FC236}">
                <a16:creationId xmlns:a16="http://schemas.microsoft.com/office/drawing/2014/main" id="{41BA6EC9-A18D-44DC-AC03-EDA535FC4C3D}"/>
              </a:ext>
            </a:extLst>
          </p:cNvPr>
          <p:cNvSpPr>
            <a:spLocks noGrp="1"/>
          </p:cNvSpPr>
          <p:nvPr>
            <p:ph type="dt" sz="half" idx="10"/>
          </p:nvPr>
        </p:nvSpPr>
        <p:spPr/>
        <p:txBody>
          <a:bodyPr/>
          <a:lstStyle/>
          <a:p>
            <a:fld id="{A7E24A89-DB0D-48E1-8471-1D24BDCF8ED1}" type="datetime1">
              <a:rPr lang="en-GB" smtClean="0"/>
              <a:t>01/09/2025</a:t>
            </a:fld>
            <a:endParaRPr lang="en-GB"/>
          </a:p>
        </p:txBody>
      </p:sp>
      <p:sp>
        <p:nvSpPr>
          <p:cNvPr id="5" name="フッター プレースホルダー 4">
            <a:extLst>
              <a:ext uri="{FF2B5EF4-FFF2-40B4-BE49-F238E27FC236}">
                <a16:creationId xmlns:a16="http://schemas.microsoft.com/office/drawing/2014/main" id="{B3649445-1B62-4CF3-8E24-C4237F94565E}"/>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75C343D9-1467-4169-8338-FE5AEB88B057}"/>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817010346"/>
      </p:ext>
    </p:extLst>
  </p:cSld>
  <p:clrMapOvr>
    <a:masterClrMapping/>
  </p:clrMapOvr>
</p:sldLayout>
</file>

<file path=ppt/slideLayouts/slideLayout4.xml><?xml version="1.0" encoding="utf-8"?>
<p:sldLayout xmlns:a="http://schemas.openxmlformats.org/drawingml/2006/main" xmlns:r="http://schemas.openxmlformats.org/officeDocument/2006/relationships" xmlns:p="http://schemas.openxmlformats.org/presentationml/2006/main" type="twoObj" preserve="1">
  <p:cSld name="2 つ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37CB7BA-528D-4232-B694-570FC36B96A2}"/>
              </a:ext>
            </a:extLst>
          </p:cNvPr>
          <p:cNvSpPr>
            <a:spLocks noGrp="1"/>
          </p:cNvSpPr>
          <p:nvPr>
            <p:ph type="title"/>
          </p:nvPr>
        </p:nvSpPr>
        <p:spPr/>
        <p:txBody>
          <a:body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4BAFC298-407B-4183-A4C6-ECFBF7BE4B5D}"/>
              </a:ext>
            </a:extLst>
          </p:cNvPr>
          <p:cNvSpPr>
            <a:spLocks noGrp="1"/>
          </p:cNvSpPr>
          <p:nvPr>
            <p:ph sz="half" idx="1"/>
          </p:nvPr>
        </p:nvSpPr>
        <p:spPr>
          <a:xfrm>
            <a:off x="838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コンテンツ プレースホルダー 3">
            <a:extLst>
              <a:ext uri="{FF2B5EF4-FFF2-40B4-BE49-F238E27FC236}">
                <a16:creationId xmlns:a16="http://schemas.microsoft.com/office/drawing/2014/main" id="{13819996-4F41-4E1B-A7D2-68A930127528}"/>
              </a:ext>
            </a:extLst>
          </p:cNvPr>
          <p:cNvSpPr>
            <a:spLocks noGrp="1"/>
          </p:cNvSpPr>
          <p:nvPr>
            <p:ph sz="half" idx="2"/>
          </p:nvPr>
        </p:nvSpPr>
        <p:spPr>
          <a:xfrm>
            <a:off x="6172200" y="1825625"/>
            <a:ext cx="5181600" cy="435133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日付プレースホルダー 4">
            <a:extLst>
              <a:ext uri="{FF2B5EF4-FFF2-40B4-BE49-F238E27FC236}">
                <a16:creationId xmlns:a16="http://schemas.microsoft.com/office/drawing/2014/main" id="{D87AA123-3779-4C89-A120-D8C36EFF2EEB}"/>
              </a:ext>
            </a:extLst>
          </p:cNvPr>
          <p:cNvSpPr>
            <a:spLocks noGrp="1"/>
          </p:cNvSpPr>
          <p:nvPr>
            <p:ph type="dt" sz="half" idx="10"/>
          </p:nvPr>
        </p:nvSpPr>
        <p:spPr/>
        <p:txBody>
          <a:bodyPr/>
          <a:lstStyle/>
          <a:p>
            <a:fld id="{F64D5387-62D3-481B-BBE0-5C3C88B297B2}" type="datetime1">
              <a:rPr lang="en-GB" smtClean="0"/>
              <a:t>01/09/2025</a:t>
            </a:fld>
            <a:endParaRPr lang="en-GB"/>
          </a:p>
        </p:txBody>
      </p:sp>
      <p:sp>
        <p:nvSpPr>
          <p:cNvPr id="6" name="フッター プレースホルダー 5">
            <a:extLst>
              <a:ext uri="{FF2B5EF4-FFF2-40B4-BE49-F238E27FC236}">
                <a16:creationId xmlns:a16="http://schemas.microsoft.com/office/drawing/2014/main" id="{7BC9968F-4821-42DF-A0AE-DE8C2DAAC784}"/>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4E5EBA0-D3D5-4A64-B7F9-5BDAC45C478E}"/>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842740737"/>
      </p:ext>
    </p:extLst>
  </p:cSld>
  <p:clrMapOvr>
    <a:masterClrMapping/>
  </p:clrMapOvr>
</p:sldLayout>
</file>

<file path=ppt/slideLayouts/slideLayout5.xml><?xml version="1.0" encoding="utf-8"?>
<p:sldLayout xmlns:a="http://schemas.openxmlformats.org/drawingml/2006/main" xmlns:r="http://schemas.openxmlformats.org/officeDocument/2006/relationships" xmlns:p="http://schemas.openxmlformats.org/presentationml/2006/main" type="twoTxTwoObj" preserve="1">
  <p:cSld name="比較">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862E56CA-F2EB-44BB-AF5E-63BAB6F11795}"/>
              </a:ext>
            </a:extLst>
          </p:cNvPr>
          <p:cNvSpPr>
            <a:spLocks noGrp="1"/>
          </p:cNvSpPr>
          <p:nvPr>
            <p:ph type="title"/>
          </p:nvPr>
        </p:nvSpPr>
        <p:spPr>
          <a:xfrm>
            <a:off x="839788" y="365125"/>
            <a:ext cx="10515600" cy="1325563"/>
          </a:xfrm>
        </p:spPr>
        <p:txBody>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DBC6BB7A-29D5-421E-A385-A3E3EB46BCE6}"/>
              </a:ext>
            </a:extLst>
          </p:cNvPr>
          <p:cNvSpPr>
            <a:spLocks noGrp="1"/>
          </p:cNvSpPr>
          <p:nvPr>
            <p:ph type="body" idx="1"/>
          </p:nvPr>
        </p:nvSpPr>
        <p:spPr>
          <a:xfrm>
            <a:off x="839788" y="1681163"/>
            <a:ext cx="5157787"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4" name="コンテンツ プレースホルダー 3">
            <a:extLst>
              <a:ext uri="{FF2B5EF4-FFF2-40B4-BE49-F238E27FC236}">
                <a16:creationId xmlns:a16="http://schemas.microsoft.com/office/drawing/2014/main" id="{9AFA027A-6FEA-404B-A426-5714EEEEF59E}"/>
              </a:ext>
            </a:extLst>
          </p:cNvPr>
          <p:cNvSpPr>
            <a:spLocks noGrp="1"/>
          </p:cNvSpPr>
          <p:nvPr>
            <p:ph sz="half" idx="2"/>
          </p:nvPr>
        </p:nvSpPr>
        <p:spPr>
          <a:xfrm>
            <a:off x="839788" y="2505075"/>
            <a:ext cx="5157787"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5" name="テキスト プレースホルダー 4">
            <a:extLst>
              <a:ext uri="{FF2B5EF4-FFF2-40B4-BE49-F238E27FC236}">
                <a16:creationId xmlns:a16="http://schemas.microsoft.com/office/drawing/2014/main" id="{E893EF15-B619-40ED-B8BE-2BF8815069F1}"/>
              </a:ext>
            </a:extLst>
          </p:cNvPr>
          <p:cNvSpPr>
            <a:spLocks noGrp="1"/>
          </p:cNvSpPr>
          <p:nvPr>
            <p:ph type="body" sz="quarter" idx="3"/>
          </p:nvPr>
        </p:nvSpPr>
        <p:spPr>
          <a:xfrm>
            <a:off x="6172200" y="1681163"/>
            <a:ext cx="5183188" cy="823912"/>
          </a:xfrm>
        </p:spPr>
        <p:txBody>
          <a:bodyPr anchor="b"/>
          <a:lstStyle>
            <a:lvl1pPr marL="0" indent="0">
              <a:buNone/>
              <a:defRPr sz="2400" b="1"/>
            </a:lvl1pPr>
            <a:lvl2pPr marL="457200" indent="0">
              <a:buNone/>
              <a:defRPr sz="2000" b="1"/>
            </a:lvl2pPr>
            <a:lvl3pPr marL="914400" indent="0">
              <a:buNone/>
              <a:defRPr sz="1800" b="1"/>
            </a:lvl3pPr>
            <a:lvl4pPr marL="1371600" indent="0">
              <a:buNone/>
              <a:defRPr sz="1600" b="1"/>
            </a:lvl4pPr>
            <a:lvl5pPr marL="1828800" indent="0">
              <a:buNone/>
              <a:defRPr sz="1600" b="1"/>
            </a:lvl5pPr>
            <a:lvl6pPr marL="2286000" indent="0">
              <a:buNone/>
              <a:defRPr sz="1600" b="1"/>
            </a:lvl6pPr>
            <a:lvl7pPr marL="2743200" indent="0">
              <a:buNone/>
              <a:defRPr sz="1600" b="1"/>
            </a:lvl7pPr>
            <a:lvl8pPr marL="3200400" indent="0">
              <a:buNone/>
              <a:defRPr sz="1600" b="1"/>
            </a:lvl8pPr>
            <a:lvl9pPr marL="3657600" indent="0">
              <a:buNone/>
              <a:defRPr sz="1600" b="1"/>
            </a:lvl9pPr>
          </a:lstStyle>
          <a:p>
            <a:pPr lvl="0"/>
            <a:r>
              <a:rPr lang="ja-JP" altLang="en-US"/>
              <a:t>マスター テキストの書式設定</a:t>
            </a:r>
          </a:p>
        </p:txBody>
      </p:sp>
      <p:sp>
        <p:nvSpPr>
          <p:cNvPr id="6" name="コンテンツ プレースホルダー 5">
            <a:extLst>
              <a:ext uri="{FF2B5EF4-FFF2-40B4-BE49-F238E27FC236}">
                <a16:creationId xmlns:a16="http://schemas.microsoft.com/office/drawing/2014/main" id="{1F3F2AE8-4F41-4737-8697-4FF74A0A6C39}"/>
              </a:ext>
            </a:extLst>
          </p:cNvPr>
          <p:cNvSpPr>
            <a:spLocks noGrp="1"/>
          </p:cNvSpPr>
          <p:nvPr>
            <p:ph sz="quarter" idx="4"/>
          </p:nvPr>
        </p:nvSpPr>
        <p:spPr>
          <a:xfrm>
            <a:off x="6172200" y="2505075"/>
            <a:ext cx="5183188" cy="3684588"/>
          </a:xfrm>
        </p:spPr>
        <p:txBody>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7" name="日付プレースホルダー 6">
            <a:extLst>
              <a:ext uri="{FF2B5EF4-FFF2-40B4-BE49-F238E27FC236}">
                <a16:creationId xmlns:a16="http://schemas.microsoft.com/office/drawing/2014/main" id="{2D695459-80F1-47BE-B12B-B91FB7221C80}"/>
              </a:ext>
            </a:extLst>
          </p:cNvPr>
          <p:cNvSpPr>
            <a:spLocks noGrp="1"/>
          </p:cNvSpPr>
          <p:nvPr>
            <p:ph type="dt" sz="half" idx="10"/>
          </p:nvPr>
        </p:nvSpPr>
        <p:spPr/>
        <p:txBody>
          <a:bodyPr/>
          <a:lstStyle/>
          <a:p>
            <a:fld id="{43CF17D8-7CE6-4CF7-8FAB-60185E786EB9}" type="datetime1">
              <a:rPr lang="en-GB" smtClean="0"/>
              <a:t>01/09/2025</a:t>
            </a:fld>
            <a:endParaRPr lang="en-GB"/>
          </a:p>
        </p:txBody>
      </p:sp>
      <p:sp>
        <p:nvSpPr>
          <p:cNvPr id="8" name="フッター プレースホルダー 7">
            <a:extLst>
              <a:ext uri="{FF2B5EF4-FFF2-40B4-BE49-F238E27FC236}">
                <a16:creationId xmlns:a16="http://schemas.microsoft.com/office/drawing/2014/main" id="{F522F667-D14E-47A7-8AF2-CA42934D6812}"/>
              </a:ext>
            </a:extLst>
          </p:cNvPr>
          <p:cNvSpPr>
            <a:spLocks noGrp="1"/>
          </p:cNvSpPr>
          <p:nvPr>
            <p:ph type="ftr" sz="quarter" idx="11"/>
          </p:nvPr>
        </p:nvSpPr>
        <p:spPr/>
        <p:txBody>
          <a:bodyPr/>
          <a:lstStyle/>
          <a:p>
            <a:endParaRPr lang="en-GB"/>
          </a:p>
        </p:txBody>
      </p:sp>
      <p:sp>
        <p:nvSpPr>
          <p:cNvPr id="9" name="スライド番号プレースホルダー 8">
            <a:extLst>
              <a:ext uri="{FF2B5EF4-FFF2-40B4-BE49-F238E27FC236}">
                <a16:creationId xmlns:a16="http://schemas.microsoft.com/office/drawing/2014/main" id="{B40F02E5-6D55-4748-8E9E-996F4576B4B9}"/>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681466249"/>
      </p:ext>
    </p:extLst>
  </p:cSld>
  <p:clrMapOvr>
    <a:masterClrMapping/>
  </p:clrMapOvr>
</p:sldLayout>
</file>

<file path=ppt/slideLayouts/slideLayout6.xml><?xml version="1.0" encoding="utf-8"?>
<p:sldLayout xmlns:a="http://schemas.openxmlformats.org/drawingml/2006/main" xmlns:r="http://schemas.openxmlformats.org/officeDocument/2006/relationships" xmlns:p="http://schemas.openxmlformats.org/presentationml/2006/main" type="titleOnly" preserve="1">
  <p:cSld name="タイトルのみ">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7D9F8DAA-4277-4BAC-B679-1957A2C7AAA9}"/>
              </a:ext>
            </a:extLst>
          </p:cNvPr>
          <p:cNvSpPr>
            <a:spLocks noGrp="1"/>
          </p:cNvSpPr>
          <p:nvPr>
            <p:ph type="title"/>
          </p:nvPr>
        </p:nvSpPr>
        <p:spPr/>
        <p:txBody>
          <a:bodyPr/>
          <a:lstStyle/>
          <a:p>
            <a:r>
              <a:rPr lang="ja-JP" altLang="en-US"/>
              <a:t>マスター タイトルの書式設定</a:t>
            </a:r>
            <a:endParaRPr lang="en-GB"/>
          </a:p>
        </p:txBody>
      </p:sp>
      <p:sp>
        <p:nvSpPr>
          <p:cNvPr id="3" name="日付プレースホルダー 2">
            <a:extLst>
              <a:ext uri="{FF2B5EF4-FFF2-40B4-BE49-F238E27FC236}">
                <a16:creationId xmlns:a16="http://schemas.microsoft.com/office/drawing/2014/main" id="{4B19C73D-345B-49EF-9EE4-390986E8FA04}"/>
              </a:ext>
            </a:extLst>
          </p:cNvPr>
          <p:cNvSpPr>
            <a:spLocks noGrp="1"/>
          </p:cNvSpPr>
          <p:nvPr>
            <p:ph type="dt" sz="half" idx="10"/>
          </p:nvPr>
        </p:nvSpPr>
        <p:spPr/>
        <p:txBody>
          <a:bodyPr/>
          <a:lstStyle/>
          <a:p>
            <a:fld id="{43C7B8A6-723D-47BA-A0C2-370A8E40CF5A}" type="datetime1">
              <a:rPr lang="en-GB" smtClean="0"/>
              <a:t>01/09/2025</a:t>
            </a:fld>
            <a:endParaRPr lang="en-GB"/>
          </a:p>
        </p:txBody>
      </p:sp>
      <p:sp>
        <p:nvSpPr>
          <p:cNvPr id="4" name="フッター プレースホルダー 3">
            <a:extLst>
              <a:ext uri="{FF2B5EF4-FFF2-40B4-BE49-F238E27FC236}">
                <a16:creationId xmlns:a16="http://schemas.microsoft.com/office/drawing/2014/main" id="{787A8E7A-3F8E-4FC5-BB3F-FD7FCEFA65A2}"/>
              </a:ext>
            </a:extLst>
          </p:cNvPr>
          <p:cNvSpPr>
            <a:spLocks noGrp="1"/>
          </p:cNvSpPr>
          <p:nvPr>
            <p:ph type="ftr" sz="quarter" idx="11"/>
          </p:nvPr>
        </p:nvSpPr>
        <p:spPr/>
        <p:txBody>
          <a:bodyPr/>
          <a:lstStyle/>
          <a:p>
            <a:endParaRPr lang="en-GB"/>
          </a:p>
        </p:txBody>
      </p:sp>
      <p:sp>
        <p:nvSpPr>
          <p:cNvPr id="5" name="スライド番号プレースホルダー 4">
            <a:extLst>
              <a:ext uri="{FF2B5EF4-FFF2-40B4-BE49-F238E27FC236}">
                <a16:creationId xmlns:a16="http://schemas.microsoft.com/office/drawing/2014/main" id="{5C3D0E4C-C376-468C-A780-75B4305757BA}"/>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55612716"/>
      </p:ext>
    </p:extLst>
  </p:cSld>
  <p:clrMapOvr>
    <a:masterClrMapping/>
  </p:clrMapOvr>
</p:sldLayout>
</file>

<file path=ppt/slideLayouts/slideLayout7.xml><?xml version="1.0" encoding="utf-8"?>
<p:sldLayout xmlns:a="http://schemas.openxmlformats.org/drawingml/2006/main" xmlns:r="http://schemas.openxmlformats.org/officeDocument/2006/relationships" xmlns:p="http://schemas.openxmlformats.org/presentationml/2006/main" type="blank" preserve="1">
  <p:cSld name="白紙">
    <p:spTree>
      <p:nvGrpSpPr>
        <p:cNvPr id="1" name=""/>
        <p:cNvGrpSpPr/>
        <p:nvPr/>
      </p:nvGrpSpPr>
      <p:grpSpPr>
        <a:xfrm>
          <a:off x="0" y="0"/>
          <a:ext cx="0" cy="0"/>
          <a:chOff x="0" y="0"/>
          <a:chExt cx="0" cy="0"/>
        </a:xfrm>
      </p:grpSpPr>
      <p:sp>
        <p:nvSpPr>
          <p:cNvPr id="2" name="日付プレースホルダー 1">
            <a:extLst>
              <a:ext uri="{FF2B5EF4-FFF2-40B4-BE49-F238E27FC236}">
                <a16:creationId xmlns:a16="http://schemas.microsoft.com/office/drawing/2014/main" id="{4B5D00E3-6A1E-40BC-AA99-CAF238224846}"/>
              </a:ext>
            </a:extLst>
          </p:cNvPr>
          <p:cNvSpPr>
            <a:spLocks noGrp="1"/>
          </p:cNvSpPr>
          <p:nvPr>
            <p:ph type="dt" sz="half" idx="10"/>
          </p:nvPr>
        </p:nvSpPr>
        <p:spPr/>
        <p:txBody>
          <a:bodyPr/>
          <a:lstStyle/>
          <a:p>
            <a:fld id="{FB3FA632-D8E5-4DA3-B4CD-9FEBF68DCEB0}" type="datetime1">
              <a:rPr lang="en-GB" smtClean="0"/>
              <a:t>01/09/2025</a:t>
            </a:fld>
            <a:endParaRPr lang="en-GB"/>
          </a:p>
        </p:txBody>
      </p:sp>
      <p:sp>
        <p:nvSpPr>
          <p:cNvPr id="3" name="フッター プレースホルダー 2">
            <a:extLst>
              <a:ext uri="{FF2B5EF4-FFF2-40B4-BE49-F238E27FC236}">
                <a16:creationId xmlns:a16="http://schemas.microsoft.com/office/drawing/2014/main" id="{45AEBF75-6C76-481B-9AAC-C70F3C28C99E}"/>
              </a:ext>
            </a:extLst>
          </p:cNvPr>
          <p:cNvSpPr>
            <a:spLocks noGrp="1"/>
          </p:cNvSpPr>
          <p:nvPr>
            <p:ph type="ftr" sz="quarter" idx="11"/>
          </p:nvPr>
        </p:nvSpPr>
        <p:spPr/>
        <p:txBody>
          <a:bodyPr/>
          <a:lstStyle/>
          <a:p>
            <a:endParaRPr lang="en-GB"/>
          </a:p>
        </p:txBody>
      </p:sp>
      <p:sp>
        <p:nvSpPr>
          <p:cNvPr id="4" name="スライド番号プレースホルダー 3">
            <a:extLst>
              <a:ext uri="{FF2B5EF4-FFF2-40B4-BE49-F238E27FC236}">
                <a16:creationId xmlns:a16="http://schemas.microsoft.com/office/drawing/2014/main" id="{9CEB2586-BFD5-4D03-9AFF-B3681D6009F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1192471939"/>
      </p:ext>
    </p:extLst>
  </p:cSld>
  <p:clrMapOvr>
    <a:masterClrMapping/>
  </p:clrMapOvr>
</p:sldLayout>
</file>

<file path=ppt/slideLayouts/slideLayout8.xml><?xml version="1.0" encoding="utf-8"?>
<p:sldLayout xmlns:a="http://schemas.openxmlformats.org/drawingml/2006/main" xmlns:r="http://schemas.openxmlformats.org/officeDocument/2006/relationships" xmlns:p="http://schemas.openxmlformats.org/presentationml/2006/main" type="objTx" preserve="1">
  <p:cSld name="タイトル付きのコンテンツ">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6A41D1B4-D81C-46C1-A422-8FE83A5AA20B}"/>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コンテンツ プレースホルダー 2">
            <a:extLst>
              <a:ext uri="{FF2B5EF4-FFF2-40B4-BE49-F238E27FC236}">
                <a16:creationId xmlns:a16="http://schemas.microsoft.com/office/drawing/2014/main" id="{1E1E09BE-13F6-4301-AB16-2FB109C5FAA8}"/>
              </a:ext>
            </a:extLst>
          </p:cNvPr>
          <p:cNvSpPr>
            <a:spLocks noGrp="1"/>
          </p:cNvSpPr>
          <p:nvPr>
            <p:ph idx="1"/>
          </p:nvPr>
        </p:nvSpPr>
        <p:spPr>
          <a:xfrm>
            <a:off x="5183188" y="987425"/>
            <a:ext cx="6172200" cy="4873625"/>
          </a:xfrm>
        </p:spPr>
        <p:txBody>
          <a:bodyPr/>
          <a:lstStyle>
            <a:lvl1pPr>
              <a:defRPr sz="3200"/>
            </a:lvl1pPr>
            <a:lvl2pPr>
              <a:defRPr sz="2800"/>
            </a:lvl2pPr>
            <a:lvl3pPr>
              <a:defRPr sz="2400"/>
            </a:lvl3pPr>
            <a:lvl4pPr>
              <a:defRPr sz="2000"/>
            </a:lvl4pPr>
            <a:lvl5pPr>
              <a:defRPr sz="2000"/>
            </a:lvl5pPr>
            <a:lvl6pPr>
              <a:defRPr sz="2000"/>
            </a:lvl6pPr>
            <a:lvl7pPr>
              <a:defRPr sz="2000"/>
            </a:lvl7pPr>
            <a:lvl8pPr>
              <a:defRPr sz="2000"/>
            </a:lvl8pPr>
            <a:lvl9pPr>
              <a:defRPr sz="2000"/>
            </a:lvl9p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テキスト プレースホルダー 3">
            <a:extLst>
              <a:ext uri="{FF2B5EF4-FFF2-40B4-BE49-F238E27FC236}">
                <a16:creationId xmlns:a16="http://schemas.microsoft.com/office/drawing/2014/main" id="{16B65445-0016-4746-A03B-F99F35DC57B1}"/>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412A4359-9369-4B46-B534-E689E6C82224}"/>
              </a:ext>
            </a:extLst>
          </p:cNvPr>
          <p:cNvSpPr>
            <a:spLocks noGrp="1"/>
          </p:cNvSpPr>
          <p:nvPr>
            <p:ph type="dt" sz="half" idx="10"/>
          </p:nvPr>
        </p:nvSpPr>
        <p:spPr/>
        <p:txBody>
          <a:bodyPr/>
          <a:lstStyle/>
          <a:p>
            <a:fld id="{1A7EE16D-35BE-4BE7-8AC7-B36F6CD3E5EC}" type="datetime1">
              <a:rPr lang="en-GB" smtClean="0"/>
              <a:t>01/09/2025</a:t>
            </a:fld>
            <a:endParaRPr lang="en-GB"/>
          </a:p>
        </p:txBody>
      </p:sp>
      <p:sp>
        <p:nvSpPr>
          <p:cNvPr id="6" name="フッター プレースホルダー 5">
            <a:extLst>
              <a:ext uri="{FF2B5EF4-FFF2-40B4-BE49-F238E27FC236}">
                <a16:creationId xmlns:a16="http://schemas.microsoft.com/office/drawing/2014/main" id="{624D53E0-DB50-4B50-B03D-8BE605AB130B}"/>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09C70555-581F-4360-BAC1-A48E44C00A78}"/>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554050763"/>
      </p:ext>
    </p:extLst>
  </p:cSld>
  <p:clrMapOvr>
    <a:masterClrMapping/>
  </p:clrMapOvr>
</p:sldLayout>
</file>

<file path=ppt/slideLayouts/slideLayout9.xml><?xml version="1.0" encoding="utf-8"?>
<p:sldLayout xmlns:a="http://schemas.openxmlformats.org/drawingml/2006/main" xmlns:r="http://schemas.openxmlformats.org/officeDocument/2006/relationships" xmlns:p="http://schemas.openxmlformats.org/presentationml/2006/main" type="picTx" preserve="1">
  <p:cSld name="タイトル付きの図">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B866E174-3B05-4E93-8F98-F5A96D0E2499}"/>
              </a:ext>
            </a:extLst>
          </p:cNvPr>
          <p:cNvSpPr>
            <a:spLocks noGrp="1"/>
          </p:cNvSpPr>
          <p:nvPr>
            <p:ph type="title"/>
          </p:nvPr>
        </p:nvSpPr>
        <p:spPr>
          <a:xfrm>
            <a:off x="839788" y="457200"/>
            <a:ext cx="3932237" cy="1600200"/>
          </a:xfrm>
        </p:spPr>
        <p:txBody>
          <a:bodyPr anchor="b"/>
          <a:lstStyle>
            <a:lvl1pPr>
              <a:defRPr sz="3200"/>
            </a:lvl1pPr>
          </a:lstStyle>
          <a:p>
            <a:r>
              <a:rPr lang="ja-JP" altLang="en-US"/>
              <a:t>マスター タイトルの書式設定</a:t>
            </a:r>
            <a:endParaRPr lang="en-GB"/>
          </a:p>
        </p:txBody>
      </p:sp>
      <p:sp>
        <p:nvSpPr>
          <p:cNvPr id="3" name="図プレースホルダー 2">
            <a:extLst>
              <a:ext uri="{FF2B5EF4-FFF2-40B4-BE49-F238E27FC236}">
                <a16:creationId xmlns:a16="http://schemas.microsoft.com/office/drawing/2014/main" id="{85CB358A-32CB-4FF7-A5B9-C9D674144AFD}"/>
              </a:ext>
            </a:extLst>
          </p:cNvPr>
          <p:cNvSpPr>
            <a:spLocks noGrp="1"/>
          </p:cNvSpPr>
          <p:nvPr>
            <p:ph type="pic" idx="1"/>
          </p:nvPr>
        </p:nvSpPr>
        <p:spPr>
          <a:xfrm>
            <a:off x="5183188" y="987425"/>
            <a:ext cx="6172200" cy="4873625"/>
          </a:xfrm>
        </p:spPr>
        <p:txBody>
          <a:bodyPr/>
          <a:lstStyle>
            <a:lvl1pPr marL="0" indent="0">
              <a:buNone/>
              <a:defRPr sz="3200"/>
            </a:lvl1pPr>
            <a:lvl2pPr marL="457200" indent="0">
              <a:buNone/>
              <a:defRPr sz="2800"/>
            </a:lvl2pPr>
            <a:lvl3pPr marL="914400" indent="0">
              <a:buNone/>
              <a:defRPr sz="2400"/>
            </a:lvl3pPr>
            <a:lvl4pPr marL="1371600" indent="0">
              <a:buNone/>
              <a:defRPr sz="2000"/>
            </a:lvl4pPr>
            <a:lvl5pPr marL="1828800" indent="0">
              <a:buNone/>
              <a:defRPr sz="2000"/>
            </a:lvl5pPr>
            <a:lvl6pPr marL="2286000" indent="0">
              <a:buNone/>
              <a:defRPr sz="2000"/>
            </a:lvl6pPr>
            <a:lvl7pPr marL="2743200" indent="0">
              <a:buNone/>
              <a:defRPr sz="2000"/>
            </a:lvl7pPr>
            <a:lvl8pPr marL="3200400" indent="0">
              <a:buNone/>
              <a:defRPr sz="2000"/>
            </a:lvl8pPr>
            <a:lvl9pPr marL="3657600" indent="0">
              <a:buNone/>
              <a:defRPr sz="2000"/>
            </a:lvl9pPr>
          </a:lstStyle>
          <a:p>
            <a:endParaRPr lang="en-GB"/>
          </a:p>
        </p:txBody>
      </p:sp>
      <p:sp>
        <p:nvSpPr>
          <p:cNvPr id="4" name="テキスト プレースホルダー 3">
            <a:extLst>
              <a:ext uri="{FF2B5EF4-FFF2-40B4-BE49-F238E27FC236}">
                <a16:creationId xmlns:a16="http://schemas.microsoft.com/office/drawing/2014/main" id="{959E880C-6797-422C-88D2-B2770328C92B}"/>
              </a:ext>
            </a:extLst>
          </p:cNvPr>
          <p:cNvSpPr>
            <a:spLocks noGrp="1"/>
          </p:cNvSpPr>
          <p:nvPr>
            <p:ph type="body" sz="half" idx="2"/>
          </p:nvPr>
        </p:nvSpPr>
        <p:spPr>
          <a:xfrm>
            <a:off x="839788" y="2057400"/>
            <a:ext cx="3932237" cy="3811588"/>
          </a:xfrm>
        </p:spPr>
        <p:txBody>
          <a:bodyPr/>
          <a:lstStyle>
            <a:lvl1pPr marL="0" indent="0">
              <a:buNone/>
              <a:defRPr sz="1600"/>
            </a:lvl1pPr>
            <a:lvl2pPr marL="457200" indent="0">
              <a:buNone/>
              <a:defRPr sz="1400"/>
            </a:lvl2pPr>
            <a:lvl3pPr marL="914400" indent="0">
              <a:buNone/>
              <a:defRPr sz="1200"/>
            </a:lvl3pPr>
            <a:lvl4pPr marL="1371600" indent="0">
              <a:buNone/>
              <a:defRPr sz="1000"/>
            </a:lvl4pPr>
            <a:lvl5pPr marL="1828800" indent="0">
              <a:buNone/>
              <a:defRPr sz="1000"/>
            </a:lvl5pPr>
            <a:lvl6pPr marL="2286000" indent="0">
              <a:buNone/>
              <a:defRPr sz="1000"/>
            </a:lvl6pPr>
            <a:lvl7pPr marL="2743200" indent="0">
              <a:buNone/>
              <a:defRPr sz="1000"/>
            </a:lvl7pPr>
            <a:lvl8pPr marL="3200400" indent="0">
              <a:buNone/>
              <a:defRPr sz="1000"/>
            </a:lvl8pPr>
            <a:lvl9pPr marL="3657600" indent="0">
              <a:buNone/>
              <a:defRPr sz="1000"/>
            </a:lvl9pPr>
          </a:lstStyle>
          <a:p>
            <a:pPr lvl="0"/>
            <a:r>
              <a:rPr lang="ja-JP" altLang="en-US"/>
              <a:t>マスター テキストの書式設定</a:t>
            </a:r>
          </a:p>
        </p:txBody>
      </p:sp>
      <p:sp>
        <p:nvSpPr>
          <p:cNvPr id="5" name="日付プレースホルダー 4">
            <a:extLst>
              <a:ext uri="{FF2B5EF4-FFF2-40B4-BE49-F238E27FC236}">
                <a16:creationId xmlns:a16="http://schemas.microsoft.com/office/drawing/2014/main" id="{6792A9D5-AA4C-470B-8443-CDF698845A59}"/>
              </a:ext>
            </a:extLst>
          </p:cNvPr>
          <p:cNvSpPr>
            <a:spLocks noGrp="1"/>
          </p:cNvSpPr>
          <p:nvPr>
            <p:ph type="dt" sz="half" idx="10"/>
          </p:nvPr>
        </p:nvSpPr>
        <p:spPr/>
        <p:txBody>
          <a:bodyPr/>
          <a:lstStyle/>
          <a:p>
            <a:fld id="{92CD8CDB-487D-4044-B328-87D0F47F3BCF}" type="datetime1">
              <a:rPr lang="en-GB" smtClean="0"/>
              <a:t>01/09/2025</a:t>
            </a:fld>
            <a:endParaRPr lang="en-GB"/>
          </a:p>
        </p:txBody>
      </p:sp>
      <p:sp>
        <p:nvSpPr>
          <p:cNvPr id="6" name="フッター プレースホルダー 5">
            <a:extLst>
              <a:ext uri="{FF2B5EF4-FFF2-40B4-BE49-F238E27FC236}">
                <a16:creationId xmlns:a16="http://schemas.microsoft.com/office/drawing/2014/main" id="{CEB74E2E-D53B-4179-9D35-961BC87E14FD}"/>
              </a:ext>
            </a:extLst>
          </p:cNvPr>
          <p:cNvSpPr>
            <a:spLocks noGrp="1"/>
          </p:cNvSpPr>
          <p:nvPr>
            <p:ph type="ftr" sz="quarter" idx="11"/>
          </p:nvPr>
        </p:nvSpPr>
        <p:spPr/>
        <p:txBody>
          <a:bodyPr/>
          <a:lstStyle/>
          <a:p>
            <a:endParaRPr lang="en-GB"/>
          </a:p>
        </p:txBody>
      </p:sp>
      <p:sp>
        <p:nvSpPr>
          <p:cNvPr id="7" name="スライド番号プレースホルダー 6">
            <a:extLst>
              <a:ext uri="{FF2B5EF4-FFF2-40B4-BE49-F238E27FC236}">
                <a16:creationId xmlns:a16="http://schemas.microsoft.com/office/drawing/2014/main" id="{323E2AE7-E634-4EAE-8F14-FFAD0839CD71}"/>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2740673348"/>
      </p:ext>
    </p:extLst>
  </p:cSld>
  <p:clrMapOvr>
    <a:masterClrMapping/>
  </p:clrMapOvr>
</p:sldLayout>
</file>

<file path=ppt/slideLayouts/slideLayout10.xml><?xml version="1.0" encoding="utf-8"?>
<p:sldLayout xmlns:a="http://schemas.openxmlformats.org/drawingml/2006/main" xmlns:r="http://schemas.openxmlformats.org/officeDocument/2006/relationships" xmlns:p="http://schemas.openxmlformats.org/presentationml/2006/main" type="vertTx" preserve="1">
  <p:cSld name="タイトルと縦書きテキスト">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C962EB38-BF66-471E-BD00-D145D524BCA6}"/>
              </a:ext>
            </a:extLst>
          </p:cNvPr>
          <p:cNvSpPr>
            <a:spLocks noGrp="1"/>
          </p:cNvSpPr>
          <p:nvPr>
            <p:ph type="title"/>
          </p:nvPr>
        </p:nvSpPr>
        <p:spPr/>
        <p:txBody>
          <a:bodyPr/>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B19676F2-6EB3-4837-8B9B-5101E00BEAC1}"/>
              </a:ext>
            </a:extLst>
          </p:cNvPr>
          <p:cNvSpPr>
            <a:spLocks noGrp="1"/>
          </p:cNvSpPr>
          <p:nvPr>
            <p:ph type="body" orient="vert" idx="1"/>
          </p:nvPr>
        </p:nvSpPr>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37AF1E77-D5D4-4EAA-A9ED-CBFF4D522A27}"/>
              </a:ext>
            </a:extLst>
          </p:cNvPr>
          <p:cNvSpPr>
            <a:spLocks noGrp="1"/>
          </p:cNvSpPr>
          <p:nvPr>
            <p:ph type="dt" sz="half" idx="10"/>
          </p:nvPr>
        </p:nvSpPr>
        <p:spPr/>
        <p:txBody>
          <a:bodyPr/>
          <a:lstStyle/>
          <a:p>
            <a:fld id="{2966C4E5-BC84-4427-9D05-A5F29CCAC796}" type="datetime1">
              <a:rPr lang="en-GB" smtClean="0"/>
              <a:t>01/09/2025</a:t>
            </a:fld>
            <a:endParaRPr lang="en-GB"/>
          </a:p>
        </p:txBody>
      </p:sp>
      <p:sp>
        <p:nvSpPr>
          <p:cNvPr id="5" name="フッター プレースホルダー 4">
            <a:extLst>
              <a:ext uri="{FF2B5EF4-FFF2-40B4-BE49-F238E27FC236}">
                <a16:creationId xmlns:a16="http://schemas.microsoft.com/office/drawing/2014/main" id="{8FDD2C66-E530-425A-B11C-F0A1B6D3A392}"/>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178EB1D0-A34F-44ED-9BDE-254AAD35999C}"/>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3254094539"/>
      </p:ext>
    </p:extLst>
  </p:cSld>
  <p:clrMapOvr>
    <a:masterClrMapping/>
  </p:clrMapOvr>
</p:sldLayout>
</file>

<file path=ppt/slideLayouts/slideLayout11.xml><?xml version="1.0" encoding="utf-8"?>
<p:sldLayout xmlns:a="http://schemas.openxmlformats.org/drawingml/2006/main" xmlns:r="http://schemas.openxmlformats.org/officeDocument/2006/relationships" xmlns:p="http://schemas.openxmlformats.org/presentationml/2006/main" type="vertTitleAndTx" preserve="1">
  <p:cSld name="縦書きタイトルと&#10;縦書きテキスト">
    <p:spTree>
      <p:nvGrpSpPr>
        <p:cNvPr id="1" name=""/>
        <p:cNvGrpSpPr/>
        <p:nvPr/>
      </p:nvGrpSpPr>
      <p:grpSpPr>
        <a:xfrm>
          <a:off x="0" y="0"/>
          <a:ext cx="0" cy="0"/>
          <a:chOff x="0" y="0"/>
          <a:chExt cx="0" cy="0"/>
        </a:xfrm>
      </p:grpSpPr>
      <p:sp>
        <p:nvSpPr>
          <p:cNvPr id="2" name="縦書きタイトル 1">
            <a:extLst>
              <a:ext uri="{FF2B5EF4-FFF2-40B4-BE49-F238E27FC236}">
                <a16:creationId xmlns:a16="http://schemas.microsoft.com/office/drawing/2014/main" id="{13D4C475-A351-4F11-BDB2-9B6FC662D4D0}"/>
              </a:ext>
            </a:extLst>
          </p:cNvPr>
          <p:cNvSpPr>
            <a:spLocks noGrp="1"/>
          </p:cNvSpPr>
          <p:nvPr>
            <p:ph type="title" orient="vert"/>
          </p:nvPr>
        </p:nvSpPr>
        <p:spPr>
          <a:xfrm>
            <a:off x="8724900" y="365125"/>
            <a:ext cx="2628900" cy="5811838"/>
          </a:xfrm>
        </p:spPr>
        <p:txBody>
          <a:bodyPr vert="eaVert"/>
          <a:lstStyle/>
          <a:p>
            <a:r>
              <a:rPr lang="ja-JP" altLang="en-US"/>
              <a:t>マスター タイトルの書式設定</a:t>
            </a:r>
            <a:endParaRPr lang="en-GB"/>
          </a:p>
        </p:txBody>
      </p:sp>
      <p:sp>
        <p:nvSpPr>
          <p:cNvPr id="3" name="縦書きテキスト プレースホルダー 2">
            <a:extLst>
              <a:ext uri="{FF2B5EF4-FFF2-40B4-BE49-F238E27FC236}">
                <a16:creationId xmlns:a16="http://schemas.microsoft.com/office/drawing/2014/main" id="{C5C7FA4F-2A7F-4DD4-9719-303500EF7C46}"/>
              </a:ext>
            </a:extLst>
          </p:cNvPr>
          <p:cNvSpPr>
            <a:spLocks noGrp="1"/>
          </p:cNvSpPr>
          <p:nvPr>
            <p:ph type="body" orient="vert" idx="1"/>
          </p:nvPr>
        </p:nvSpPr>
        <p:spPr>
          <a:xfrm>
            <a:off x="838200" y="365125"/>
            <a:ext cx="7734300" cy="5811838"/>
          </a:xfrm>
        </p:spPr>
        <p:txBody>
          <a:bodyPr vert="eaVert"/>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E06604C8-FEBE-4C1F-A49E-F399EBF3DC2C}"/>
              </a:ext>
            </a:extLst>
          </p:cNvPr>
          <p:cNvSpPr>
            <a:spLocks noGrp="1"/>
          </p:cNvSpPr>
          <p:nvPr>
            <p:ph type="dt" sz="half" idx="10"/>
          </p:nvPr>
        </p:nvSpPr>
        <p:spPr/>
        <p:txBody>
          <a:bodyPr/>
          <a:lstStyle/>
          <a:p>
            <a:fld id="{7F1E0025-920B-4CEF-B7FD-D6EA5B89461B}" type="datetime1">
              <a:rPr lang="en-GB" smtClean="0"/>
              <a:t>01/09/2025</a:t>
            </a:fld>
            <a:endParaRPr lang="en-GB"/>
          </a:p>
        </p:txBody>
      </p:sp>
      <p:sp>
        <p:nvSpPr>
          <p:cNvPr id="5" name="フッター プレースホルダー 4">
            <a:extLst>
              <a:ext uri="{FF2B5EF4-FFF2-40B4-BE49-F238E27FC236}">
                <a16:creationId xmlns:a16="http://schemas.microsoft.com/office/drawing/2014/main" id="{0D405AEA-A514-4285-A292-E1F817D0FB27}"/>
              </a:ext>
            </a:extLst>
          </p:cNvPr>
          <p:cNvSpPr>
            <a:spLocks noGrp="1"/>
          </p:cNvSpPr>
          <p:nvPr>
            <p:ph type="ftr" sz="quarter" idx="11"/>
          </p:nvPr>
        </p:nvSpPr>
        <p:spPr/>
        <p:txBody>
          <a:bodyPr/>
          <a:lstStyle/>
          <a:p>
            <a:endParaRPr lang="en-GB"/>
          </a:p>
        </p:txBody>
      </p:sp>
      <p:sp>
        <p:nvSpPr>
          <p:cNvPr id="6" name="スライド番号プレースホルダー 5">
            <a:extLst>
              <a:ext uri="{FF2B5EF4-FFF2-40B4-BE49-F238E27FC236}">
                <a16:creationId xmlns:a16="http://schemas.microsoft.com/office/drawing/2014/main" id="{F40B7D56-ED17-445E-BFE4-675A762E88CF}"/>
              </a:ext>
            </a:extLst>
          </p:cNvPr>
          <p:cNvSpPr>
            <a:spLocks noGrp="1"/>
          </p:cNvSpPr>
          <p:nvPr>
            <p:ph type="sldNum" sz="quarter" idx="12"/>
          </p:nvPr>
        </p:nvSpPr>
        <p:spPr/>
        <p:txBody>
          <a:bodyPr/>
          <a:lstStyle/>
          <a:p>
            <a:fld id="{CC8B731A-DCF7-4273-BA1A-21517ACBB5E5}" type="slidenum">
              <a:rPr lang="en-GB" smtClean="0"/>
              <a:t>‹#›</a:t>
            </a:fld>
            <a:endParaRPr lang="en-GB"/>
          </a:p>
        </p:txBody>
      </p:sp>
    </p:spTree>
    <p:extLst>
      <p:ext uri="{BB962C8B-B14F-4D97-AF65-F5344CB8AC3E}">
        <p14:creationId xmlns:p14="http://schemas.microsoft.com/office/powerpoint/2010/main" val="4037885263"/>
      </p:ext>
    </p:extLst>
  </p:cSld>
  <p:clrMapOvr>
    <a:masterClrMapping/>
  </p:clrMapOvr>
</p:sldLayout>
</file>

<file path=ppt/slideMasters/_rels/slideMaster1.xml.rels><?xml version="1.0" encoding="UTF-8" standalone="yes"?>
<Relationships xmlns="http://schemas.openxmlformats.org/package/2006/relationships"><Relationship Id="rId8" Type="http://schemas.openxmlformats.org/officeDocument/2006/relationships/slideLayout" Target="../slideLayouts/slideLayout8.xml"/><Relationship Id="rId3" Type="http://schemas.openxmlformats.org/officeDocument/2006/relationships/slideLayout" Target="../slideLayouts/slideLayout3.xml"/><Relationship Id="rId7" Type="http://schemas.openxmlformats.org/officeDocument/2006/relationships/slideLayout" Target="../slideLayouts/slideLayout7.xml"/><Relationship Id="rId12" Type="http://schemas.openxmlformats.org/officeDocument/2006/relationships/theme" Target="../theme/theme1.xml"/><Relationship Id="rId2" Type="http://schemas.openxmlformats.org/officeDocument/2006/relationships/slideLayout" Target="../slideLayouts/slideLayout2.xml"/><Relationship Id="rId1" Type="http://schemas.openxmlformats.org/officeDocument/2006/relationships/slideLayout" Target="../slideLayouts/slideLayout1.xml"/><Relationship Id="rId6" Type="http://schemas.openxmlformats.org/officeDocument/2006/relationships/slideLayout" Target="../slideLayouts/slideLayout6.xml"/><Relationship Id="rId11" Type="http://schemas.openxmlformats.org/officeDocument/2006/relationships/slideLayout" Target="../slideLayouts/slideLayout11.xml"/><Relationship Id="rId5" Type="http://schemas.openxmlformats.org/officeDocument/2006/relationships/slideLayout" Target="../slideLayouts/slideLayout5.xml"/><Relationship Id="rId10" Type="http://schemas.openxmlformats.org/officeDocument/2006/relationships/slideLayout" Target="../slideLayouts/slideLayout10.xml"/><Relationship Id="rId4" Type="http://schemas.openxmlformats.org/officeDocument/2006/relationships/slideLayout" Target="../slideLayouts/slideLayout4.xml"/><Relationship Id="rId9" Type="http://schemas.openxmlformats.org/officeDocument/2006/relationships/slideLayout" Target="../slideLayouts/slideLayout9.xml"/></Relationships>
</file>

<file path=ppt/slideMasters/slideMaster1.xml><?xml version="1.0" encoding="utf-8"?>
<p:sldMaster xmlns:a="http://schemas.openxmlformats.org/drawingml/2006/main" xmlns:r="http://schemas.openxmlformats.org/officeDocument/2006/relationships" xmlns:p="http://schemas.openxmlformats.org/presentationml/2006/main">
  <p:cSld>
    <p:bg>
      <p:bgRef idx="1001">
        <a:schemeClr val="bg1"/>
      </p:bgRef>
    </p:bg>
    <p:spTree>
      <p:nvGrpSpPr>
        <p:cNvPr id="1" name=""/>
        <p:cNvGrpSpPr/>
        <p:nvPr/>
      </p:nvGrpSpPr>
      <p:grpSpPr>
        <a:xfrm>
          <a:off x="0" y="0"/>
          <a:ext cx="0" cy="0"/>
          <a:chOff x="0" y="0"/>
          <a:chExt cx="0" cy="0"/>
        </a:xfrm>
      </p:grpSpPr>
      <p:sp>
        <p:nvSpPr>
          <p:cNvPr id="2" name="タイトル プレースホルダー 1">
            <a:extLst>
              <a:ext uri="{FF2B5EF4-FFF2-40B4-BE49-F238E27FC236}">
                <a16:creationId xmlns:a16="http://schemas.microsoft.com/office/drawing/2014/main" id="{863F3B0D-4141-4D30-8082-577CD41671C7}"/>
              </a:ext>
            </a:extLst>
          </p:cNvPr>
          <p:cNvSpPr>
            <a:spLocks noGrp="1"/>
          </p:cNvSpPr>
          <p:nvPr>
            <p:ph type="title"/>
          </p:nvPr>
        </p:nvSpPr>
        <p:spPr>
          <a:xfrm>
            <a:off x="838200" y="365125"/>
            <a:ext cx="10515600" cy="1325563"/>
          </a:xfrm>
          <a:prstGeom prst="rect">
            <a:avLst/>
          </a:prstGeom>
        </p:spPr>
        <p:txBody>
          <a:bodyPr vert="horz" lIns="91440" tIns="45720" rIns="91440" bIns="45720" rtlCol="0" anchor="ctr">
            <a:normAutofit/>
          </a:bodyPr>
          <a:lstStyle/>
          <a:p>
            <a:r>
              <a:rPr lang="ja-JP" altLang="en-US"/>
              <a:t>マスター タイトルの書式設定</a:t>
            </a:r>
            <a:endParaRPr lang="en-GB"/>
          </a:p>
        </p:txBody>
      </p:sp>
      <p:sp>
        <p:nvSpPr>
          <p:cNvPr id="3" name="テキスト プレースホルダー 2">
            <a:extLst>
              <a:ext uri="{FF2B5EF4-FFF2-40B4-BE49-F238E27FC236}">
                <a16:creationId xmlns:a16="http://schemas.microsoft.com/office/drawing/2014/main" id="{A027EF37-390B-4D5F-B2F6-103F90B81A8F}"/>
              </a:ext>
            </a:extLst>
          </p:cNvPr>
          <p:cNvSpPr>
            <a:spLocks noGrp="1"/>
          </p:cNvSpPr>
          <p:nvPr>
            <p:ph type="body" idx="1"/>
          </p:nvPr>
        </p:nvSpPr>
        <p:spPr>
          <a:xfrm>
            <a:off x="838200" y="1825625"/>
            <a:ext cx="10515600" cy="4351338"/>
          </a:xfrm>
          <a:prstGeom prst="rect">
            <a:avLst/>
          </a:prstGeom>
        </p:spPr>
        <p:txBody>
          <a:bodyPr vert="horz" lIns="91440" tIns="45720" rIns="91440" bIns="45720" rtlCol="0">
            <a:normAutofit/>
          </a:bodyPr>
          <a:lstStyle/>
          <a:p>
            <a:pPr lvl="0"/>
            <a:r>
              <a:rPr lang="ja-JP" altLang="en-US"/>
              <a:t>マスター テキストの書式設定</a:t>
            </a:r>
          </a:p>
          <a:p>
            <a:pPr lvl="1"/>
            <a:r>
              <a:rPr lang="ja-JP" altLang="en-US"/>
              <a:t>第 </a:t>
            </a:r>
            <a:r>
              <a:rPr lang="en-US" altLang="ja-JP"/>
              <a:t>2 </a:t>
            </a:r>
            <a:r>
              <a:rPr lang="ja-JP" altLang="en-US"/>
              <a:t>レベル</a:t>
            </a:r>
          </a:p>
          <a:p>
            <a:pPr lvl="2"/>
            <a:r>
              <a:rPr lang="ja-JP" altLang="en-US"/>
              <a:t>第 </a:t>
            </a:r>
            <a:r>
              <a:rPr lang="en-US" altLang="ja-JP"/>
              <a:t>3 </a:t>
            </a:r>
            <a:r>
              <a:rPr lang="ja-JP" altLang="en-US"/>
              <a:t>レベル</a:t>
            </a:r>
          </a:p>
          <a:p>
            <a:pPr lvl="3"/>
            <a:r>
              <a:rPr lang="ja-JP" altLang="en-US"/>
              <a:t>第 </a:t>
            </a:r>
            <a:r>
              <a:rPr lang="en-US" altLang="ja-JP"/>
              <a:t>4 </a:t>
            </a:r>
            <a:r>
              <a:rPr lang="ja-JP" altLang="en-US"/>
              <a:t>レベル</a:t>
            </a:r>
          </a:p>
          <a:p>
            <a:pPr lvl="4"/>
            <a:r>
              <a:rPr lang="ja-JP" altLang="en-US"/>
              <a:t>第 </a:t>
            </a:r>
            <a:r>
              <a:rPr lang="en-US" altLang="ja-JP"/>
              <a:t>5 </a:t>
            </a:r>
            <a:r>
              <a:rPr lang="ja-JP" altLang="en-US"/>
              <a:t>レベル</a:t>
            </a:r>
            <a:endParaRPr lang="en-GB"/>
          </a:p>
        </p:txBody>
      </p:sp>
      <p:sp>
        <p:nvSpPr>
          <p:cNvPr id="4" name="日付プレースホルダー 3">
            <a:extLst>
              <a:ext uri="{FF2B5EF4-FFF2-40B4-BE49-F238E27FC236}">
                <a16:creationId xmlns:a16="http://schemas.microsoft.com/office/drawing/2014/main" id="{9D639B55-8065-43F8-BF39-9B908098DB09}"/>
              </a:ext>
            </a:extLst>
          </p:cNvPr>
          <p:cNvSpPr>
            <a:spLocks noGrp="1"/>
          </p:cNvSpPr>
          <p:nvPr>
            <p:ph type="dt" sz="half" idx="2"/>
          </p:nvPr>
        </p:nvSpPr>
        <p:spPr>
          <a:xfrm>
            <a:off x="838200" y="6356350"/>
            <a:ext cx="2743200" cy="365125"/>
          </a:xfrm>
          <a:prstGeom prst="rect">
            <a:avLst/>
          </a:prstGeom>
        </p:spPr>
        <p:txBody>
          <a:bodyPr vert="horz" lIns="91440" tIns="45720" rIns="91440" bIns="45720" rtlCol="0" anchor="ctr"/>
          <a:lstStyle>
            <a:lvl1pPr algn="l">
              <a:defRPr sz="1200">
                <a:solidFill>
                  <a:schemeClr val="tx1">
                    <a:tint val="75000"/>
                  </a:schemeClr>
                </a:solidFill>
              </a:defRPr>
            </a:lvl1pPr>
          </a:lstStyle>
          <a:p>
            <a:fld id="{4292097A-6903-4692-A2D1-BE7A41A75E71}" type="datetime1">
              <a:rPr lang="en-GB" smtClean="0"/>
              <a:t>01/09/2025</a:t>
            </a:fld>
            <a:endParaRPr lang="en-GB"/>
          </a:p>
        </p:txBody>
      </p:sp>
      <p:sp>
        <p:nvSpPr>
          <p:cNvPr id="5" name="フッター プレースホルダー 4">
            <a:extLst>
              <a:ext uri="{FF2B5EF4-FFF2-40B4-BE49-F238E27FC236}">
                <a16:creationId xmlns:a16="http://schemas.microsoft.com/office/drawing/2014/main" id="{D16F0227-74FF-42A7-8C7D-0BD2B1E110D3}"/>
              </a:ext>
            </a:extLst>
          </p:cNvPr>
          <p:cNvSpPr>
            <a:spLocks noGrp="1"/>
          </p:cNvSpPr>
          <p:nvPr>
            <p:ph type="ftr" sz="quarter" idx="3"/>
          </p:nvPr>
        </p:nvSpPr>
        <p:spPr>
          <a:xfrm>
            <a:off x="4038600" y="6356350"/>
            <a:ext cx="4114800" cy="365125"/>
          </a:xfrm>
          <a:prstGeom prst="rect">
            <a:avLst/>
          </a:prstGeom>
        </p:spPr>
        <p:txBody>
          <a:bodyPr vert="horz" lIns="91440" tIns="45720" rIns="91440" bIns="45720" rtlCol="0" anchor="ctr"/>
          <a:lstStyle>
            <a:lvl1pPr algn="ctr">
              <a:defRPr sz="1200">
                <a:solidFill>
                  <a:schemeClr val="tx1">
                    <a:tint val="75000"/>
                  </a:schemeClr>
                </a:solidFill>
              </a:defRPr>
            </a:lvl1pPr>
          </a:lstStyle>
          <a:p>
            <a:endParaRPr lang="en-GB"/>
          </a:p>
        </p:txBody>
      </p:sp>
      <p:sp>
        <p:nvSpPr>
          <p:cNvPr id="6" name="スライド番号プレースホルダー 5">
            <a:extLst>
              <a:ext uri="{FF2B5EF4-FFF2-40B4-BE49-F238E27FC236}">
                <a16:creationId xmlns:a16="http://schemas.microsoft.com/office/drawing/2014/main" id="{3B34893C-F66E-48FA-BA80-CC18FCF0AD96}"/>
              </a:ext>
            </a:extLst>
          </p:cNvPr>
          <p:cNvSpPr>
            <a:spLocks noGrp="1"/>
          </p:cNvSpPr>
          <p:nvPr>
            <p:ph type="sldNum" sz="quarter" idx="4"/>
          </p:nvPr>
        </p:nvSpPr>
        <p:spPr>
          <a:xfrm>
            <a:off x="8610600" y="6356350"/>
            <a:ext cx="2743200" cy="365125"/>
          </a:xfrm>
          <a:prstGeom prst="rect">
            <a:avLst/>
          </a:prstGeom>
        </p:spPr>
        <p:txBody>
          <a:bodyPr vert="horz" lIns="91440" tIns="45720" rIns="91440" bIns="45720" rtlCol="0" anchor="ctr"/>
          <a:lstStyle>
            <a:lvl1pPr algn="r">
              <a:defRPr sz="1200">
                <a:solidFill>
                  <a:schemeClr val="tx1">
                    <a:tint val="75000"/>
                  </a:schemeClr>
                </a:solidFill>
              </a:defRPr>
            </a:lvl1pPr>
          </a:lstStyle>
          <a:p>
            <a:fld id="{CC8B731A-DCF7-4273-BA1A-21517ACBB5E5}" type="slidenum">
              <a:rPr lang="en-GB" smtClean="0"/>
              <a:t>‹#›</a:t>
            </a:fld>
            <a:endParaRPr lang="en-GB"/>
          </a:p>
        </p:txBody>
      </p:sp>
    </p:spTree>
    <p:extLst>
      <p:ext uri="{BB962C8B-B14F-4D97-AF65-F5344CB8AC3E}">
        <p14:creationId xmlns:p14="http://schemas.microsoft.com/office/powerpoint/2010/main" val="1019568716"/>
      </p:ext>
    </p:extLst>
  </p:cSld>
  <p:clrMap bg1="lt1" tx1="dk1" bg2="lt2" tx2="dk2" accent1="accent1" accent2="accent2" accent3="accent3" accent4="accent4" accent5="accent5" accent6="accent6" hlink="hlink" folHlink="folHlink"/>
  <p:sldLayoutIdLst>
    <p:sldLayoutId id="2147483649" r:id="rId1"/>
    <p:sldLayoutId id="2147483650" r:id="rId2"/>
    <p:sldLayoutId id="2147483651" r:id="rId3"/>
    <p:sldLayoutId id="2147483652" r:id="rId4"/>
    <p:sldLayoutId id="2147483653" r:id="rId5"/>
    <p:sldLayoutId id="2147483654" r:id="rId6"/>
    <p:sldLayoutId id="2147483655" r:id="rId7"/>
    <p:sldLayoutId id="2147483656" r:id="rId8"/>
    <p:sldLayoutId id="2147483657" r:id="rId9"/>
    <p:sldLayoutId id="2147483658" r:id="rId10"/>
    <p:sldLayoutId id="2147483659" r:id="rId11"/>
  </p:sldLayoutIdLst>
  <p:hf hdr="0" ftr="0" dt="0"/>
  <p:txStyles>
    <p:titleStyle>
      <a:lvl1pPr algn="l" defTabSz="914400" rtl="0" eaLnBrk="1" latinLnBrk="0" hangingPunct="1">
        <a:lnSpc>
          <a:spcPct val="90000"/>
        </a:lnSpc>
        <a:spcBef>
          <a:spcPct val="0"/>
        </a:spcBef>
        <a:buNone/>
        <a:defRPr sz="4400" kern="1200">
          <a:solidFill>
            <a:schemeClr val="tx1"/>
          </a:solidFill>
          <a:latin typeface="+mj-lt"/>
          <a:ea typeface="+mj-ea"/>
          <a:cs typeface="+mj-cs"/>
        </a:defRPr>
      </a:lvl1pPr>
    </p:titleStyle>
    <p:bodyStyle>
      <a:lvl1pPr marL="228600" indent="-228600" algn="l" defTabSz="914400" rtl="0" eaLnBrk="1" latinLnBrk="0" hangingPunct="1">
        <a:lnSpc>
          <a:spcPct val="90000"/>
        </a:lnSpc>
        <a:spcBef>
          <a:spcPts val="1000"/>
        </a:spcBef>
        <a:buFont typeface="Arial" panose="020B0604020202020204" pitchFamily="34" charset="0"/>
        <a:buChar char="•"/>
        <a:defRPr sz="2800" kern="1200">
          <a:solidFill>
            <a:schemeClr val="tx1"/>
          </a:solidFill>
          <a:latin typeface="+mn-lt"/>
          <a:ea typeface="+mn-ea"/>
          <a:cs typeface="+mn-cs"/>
        </a:defRPr>
      </a:lvl1pPr>
      <a:lvl2pPr marL="685800" indent="-228600" algn="l" defTabSz="914400" rtl="0" eaLnBrk="1" latinLnBrk="0" hangingPunct="1">
        <a:lnSpc>
          <a:spcPct val="90000"/>
        </a:lnSpc>
        <a:spcBef>
          <a:spcPts val="500"/>
        </a:spcBef>
        <a:buFont typeface="Arial" panose="020B0604020202020204" pitchFamily="34" charset="0"/>
        <a:buChar char="•"/>
        <a:defRPr sz="2400" kern="1200">
          <a:solidFill>
            <a:schemeClr val="tx1"/>
          </a:solidFill>
          <a:latin typeface="+mn-lt"/>
          <a:ea typeface="+mn-ea"/>
          <a:cs typeface="+mn-cs"/>
        </a:defRPr>
      </a:lvl2pPr>
      <a:lvl3pPr marL="1143000" indent="-228600" algn="l" defTabSz="914400" rtl="0" eaLnBrk="1" latinLnBrk="0" hangingPunct="1">
        <a:lnSpc>
          <a:spcPct val="90000"/>
        </a:lnSpc>
        <a:spcBef>
          <a:spcPts val="500"/>
        </a:spcBef>
        <a:buFont typeface="Arial" panose="020B0604020202020204" pitchFamily="34" charset="0"/>
        <a:buChar char="•"/>
        <a:defRPr sz="2000" kern="1200">
          <a:solidFill>
            <a:schemeClr val="tx1"/>
          </a:solidFill>
          <a:latin typeface="+mn-lt"/>
          <a:ea typeface="+mn-ea"/>
          <a:cs typeface="+mn-cs"/>
        </a:defRPr>
      </a:lvl3pPr>
      <a:lvl4pPr marL="1600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4pPr>
      <a:lvl5pPr marL="20574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5pPr>
      <a:lvl6pPr marL="25146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6pPr>
      <a:lvl7pPr marL="29718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7pPr>
      <a:lvl8pPr marL="34290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8pPr>
      <a:lvl9pPr marL="3886200" indent="-228600" algn="l" defTabSz="914400" rtl="0" eaLnBrk="1" latinLnBrk="0" hangingPunct="1">
        <a:lnSpc>
          <a:spcPct val="90000"/>
        </a:lnSpc>
        <a:spcBef>
          <a:spcPts val="500"/>
        </a:spcBef>
        <a:buFont typeface="Arial" panose="020B0604020202020204" pitchFamily="34" charset="0"/>
        <a:buChar char="•"/>
        <a:defRPr sz="1800" kern="1200">
          <a:solidFill>
            <a:schemeClr val="tx1"/>
          </a:solidFill>
          <a:latin typeface="+mn-lt"/>
          <a:ea typeface="+mn-ea"/>
          <a:cs typeface="+mn-cs"/>
        </a:defRPr>
      </a:lvl9pPr>
    </p:bodyStyle>
    <p:otherStyle>
      <a:defPPr>
        <a:defRPr lang="en-US"/>
      </a:defPPr>
      <a:lvl1pPr marL="0" algn="l" defTabSz="914400" rtl="0" eaLnBrk="1" latinLnBrk="0" hangingPunct="1">
        <a:defRPr sz="1800" kern="1200">
          <a:solidFill>
            <a:schemeClr val="tx1"/>
          </a:solidFill>
          <a:latin typeface="+mn-lt"/>
          <a:ea typeface="+mn-ea"/>
          <a:cs typeface="+mn-cs"/>
        </a:defRPr>
      </a:lvl1pPr>
      <a:lvl2pPr marL="457200" algn="l" defTabSz="914400" rtl="0" eaLnBrk="1" latinLnBrk="0" hangingPunct="1">
        <a:defRPr sz="1800" kern="1200">
          <a:solidFill>
            <a:schemeClr val="tx1"/>
          </a:solidFill>
          <a:latin typeface="+mn-lt"/>
          <a:ea typeface="+mn-ea"/>
          <a:cs typeface="+mn-cs"/>
        </a:defRPr>
      </a:lvl2pPr>
      <a:lvl3pPr marL="914400" algn="l" defTabSz="914400" rtl="0" eaLnBrk="1" latinLnBrk="0" hangingPunct="1">
        <a:defRPr sz="1800" kern="1200">
          <a:solidFill>
            <a:schemeClr val="tx1"/>
          </a:solidFill>
          <a:latin typeface="+mn-lt"/>
          <a:ea typeface="+mn-ea"/>
          <a:cs typeface="+mn-cs"/>
        </a:defRPr>
      </a:lvl3pPr>
      <a:lvl4pPr marL="1371600" algn="l" defTabSz="914400" rtl="0" eaLnBrk="1" latinLnBrk="0" hangingPunct="1">
        <a:defRPr sz="1800" kern="1200">
          <a:solidFill>
            <a:schemeClr val="tx1"/>
          </a:solidFill>
          <a:latin typeface="+mn-lt"/>
          <a:ea typeface="+mn-ea"/>
          <a:cs typeface="+mn-cs"/>
        </a:defRPr>
      </a:lvl4pPr>
      <a:lvl5pPr marL="1828800" algn="l" defTabSz="914400" rtl="0" eaLnBrk="1" latinLnBrk="0" hangingPunct="1">
        <a:defRPr sz="1800" kern="1200">
          <a:solidFill>
            <a:schemeClr val="tx1"/>
          </a:solidFill>
          <a:latin typeface="+mn-lt"/>
          <a:ea typeface="+mn-ea"/>
          <a:cs typeface="+mn-cs"/>
        </a:defRPr>
      </a:lvl5pPr>
      <a:lvl6pPr marL="2286000" algn="l" defTabSz="914400" rtl="0" eaLnBrk="1" latinLnBrk="0" hangingPunct="1">
        <a:defRPr sz="1800" kern="1200">
          <a:solidFill>
            <a:schemeClr val="tx1"/>
          </a:solidFill>
          <a:latin typeface="+mn-lt"/>
          <a:ea typeface="+mn-ea"/>
          <a:cs typeface="+mn-cs"/>
        </a:defRPr>
      </a:lvl6pPr>
      <a:lvl7pPr marL="2743200" algn="l" defTabSz="914400" rtl="0" eaLnBrk="1" latinLnBrk="0" hangingPunct="1">
        <a:defRPr sz="1800" kern="1200">
          <a:solidFill>
            <a:schemeClr val="tx1"/>
          </a:solidFill>
          <a:latin typeface="+mn-lt"/>
          <a:ea typeface="+mn-ea"/>
          <a:cs typeface="+mn-cs"/>
        </a:defRPr>
      </a:lvl7pPr>
      <a:lvl8pPr marL="3200400" algn="l" defTabSz="914400" rtl="0" eaLnBrk="1" latinLnBrk="0" hangingPunct="1">
        <a:defRPr sz="1800" kern="1200">
          <a:solidFill>
            <a:schemeClr val="tx1"/>
          </a:solidFill>
          <a:latin typeface="+mn-lt"/>
          <a:ea typeface="+mn-ea"/>
          <a:cs typeface="+mn-cs"/>
        </a:defRPr>
      </a:lvl8pPr>
      <a:lvl9pPr marL="3657600" algn="l" defTabSz="914400" rtl="0" eaLnBrk="1" latinLnBrk="0" hangingPunct="1">
        <a:defRPr sz="1800" kern="1200">
          <a:solidFill>
            <a:schemeClr val="tx1"/>
          </a:solidFill>
          <a:latin typeface="+mn-lt"/>
          <a:ea typeface="+mn-ea"/>
          <a:cs typeface="+mn-cs"/>
        </a:defRPr>
      </a:lvl9pPr>
    </p:otherStyle>
  </p:txStyles>
</p:sldMaster>
</file>

<file path=ppt/slides/_rels/slide1.xml.rels><?xml version="1.0" encoding="UTF-8" standalone="yes"?>
<Relationships xmlns="http://schemas.openxmlformats.org/package/2006/relationships"><Relationship Id="rId3" Type="http://schemas.openxmlformats.org/officeDocument/2006/relationships/hyperlink" Target="https://speakerdeck.com/hayat01sh1da/dive-deeper-into-presentday-english-vol3-english-vocabulary-1-compounds-derivatives-load-words" TargetMode="External"/><Relationship Id="rId2" Type="http://schemas.openxmlformats.org/officeDocument/2006/relationships/image" Target="../media/image1.jpg"/><Relationship Id="rId1" Type="http://schemas.openxmlformats.org/officeDocument/2006/relationships/slideLayout" Target="../slideLayouts/slideLayout1.xml"/></Relationships>
</file>

<file path=ppt/slides/_rels/slide2.xml.rels><?xml version="1.0" encoding="UTF-8" standalone="yes"?>
<Relationships xmlns="http://schemas.openxmlformats.org/package/2006/relationships"><Relationship Id="rId8" Type="http://schemas.openxmlformats.org/officeDocument/2006/relationships/image" Target="../media/image2.jpg"/><Relationship Id="rId3" Type="http://schemas.openxmlformats.org/officeDocument/2006/relationships/hyperlink" Target="https://github.com/hayat01sh1da" TargetMode="External"/><Relationship Id="rId7" Type="http://schemas.openxmlformats.org/officeDocument/2006/relationships/hyperlink" Target="https://www.docswell.com/user/hayat01sh1da"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speakerdeck.com/hayat01sh1da" TargetMode="External"/><Relationship Id="rId5" Type="http://schemas.openxmlformats.org/officeDocument/2006/relationships/hyperlink" Target="https://www.linkedin.com/in/hayat01sh1da/" TargetMode="External"/><Relationship Id="rId4" Type="http://schemas.openxmlformats.org/officeDocument/2006/relationships/hyperlink" Target="https://hackmd.io/@hayat01sh1da" TargetMode="External"/></Relationships>
</file>

<file path=ppt/slides/_rels/slide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7.xml.rels><?xml version="1.0" encoding="UTF-8" standalone="yes"?>
<Relationships xmlns="http://schemas.openxmlformats.org/package/2006/relationships"><Relationship Id="rId8" Type="http://schemas.openxmlformats.org/officeDocument/2006/relationships/hyperlink" Target="http://vitaljapan.com/" TargetMode="External"/><Relationship Id="rId3" Type="http://schemas.openxmlformats.org/officeDocument/2006/relationships/hyperlink" Target="http://www.centerye.org/" TargetMode="External"/><Relationship Id="rId7" Type="http://schemas.openxmlformats.org/officeDocument/2006/relationships/hyperlink" Target="https://sunrisetmc.toastmastersclubs.org/" TargetMode="Externa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hyperlink" Target="https://idiy.biz/teachers-profile/?id=4976" TargetMode="External"/><Relationship Id="rId5" Type="http://schemas.openxmlformats.org/officeDocument/2006/relationships/hyperlink" Target="https://stives-h.schools.nsw.gov.au/" TargetMode="External"/><Relationship Id="rId4" Type="http://schemas.openxmlformats.org/officeDocument/2006/relationships/hyperlink" Target="https://www.hamiltonisland.com.au/" TargetMode="External"/></Relationships>
</file>

<file path=ppt/slides/_rels/slide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9.xml.rels><?xml version="1.0" encoding="UTF-8" standalone="yes"?>
<Relationships xmlns="http://schemas.openxmlformats.org/package/2006/relationships"><Relationship Id="rId3" Type="http://schemas.openxmlformats.org/officeDocument/2006/relationships/slide" Target="slide10.xml"/><Relationship Id="rId7" Type="http://schemas.openxmlformats.org/officeDocument/2006/relationships/slide" Target="slide29.xml"/><Relationship Id="rId2" Type="http://schemas.openxmlformats.org/officeDocument/2006/relationships/image" Target="../media/image1.jpg"/><Relationship Id="rId1" Type="http://schemas.openxmlformats.org/officeDocument/2006/relationships/slideLayout" Target="../slideLayouts/slideLayout2.xml"/><Relationship Id="rId6" Type="http://schemas.openxmlformats.org/officeDocument/2006/relationships/slide" Target="slide27.xml"/><Relationship Id="rId5" Type="http://schemas.openxmlformats.org/officeDocument/2006/relationships/slide" Target="slide19.xml"/><Relationship Id="rId4" Type="http://schemas.openxmlformats.org/officeDocument/2006/relationships/slide" Target="slide15.xml"/></Relationships>
</file>

<file path=ppt/slides/_rels/slide1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1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0.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2.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3.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4.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5.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6.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7.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8.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29.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0.xml.rels><?xml version="1.0" encoding="UTF-8" standalone="yes"?>
<Relationships xmlns="http://schemas.openxmlformats.org/package/2006/relationships"><Relationship Id="rId3" Type="http://schemas.openxmlformats.org/officeDocument/2006/relationships/hyperlink" Target="https://www.dictionary.com/" TargetMode="External"/><Relationship Id="rId2" Type="http://schemas.openxmlformats.org/officeDocument/2006/relationships/image" Target="../media/image1.jpg"/><Relationship Id="rId1" Type="http://schemas.openxmlformats.org/officeDocument/2006/relationships/slideLayout" Target="../slideLayouts/slideLayout2.xml"/></Relationships>
</file>

<file path=ppt/slides/_rels/slide31.xml.rels><?xml version="1.0" encoding="UTF-8" standalone="yes"?>
<Relationships xmlns="http://schemas.openxmlformats.org/package/2006/relationships"><Relationship Id="rId2" Type="http://schemas.openxmlformats.org/officeDocument/2006/relationships/image" Target="../media/image1.jpg"/><Relationship Id="rId1" Type="http://schemas.openxmlformats.org/officeDocument/2006/relationships/slideLayout" Target="../slideLayouts/slideLayout2.xml"/></Relationships>
</file>

<file path=ppt/slides/slide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10" name="タイトル 1">
            <a:extLst>
              <a:ext uri="{FF2B5EF4-FFF2-40B4-BE49-F238E27FC236}">
                <a16:creationId xmlns:a16="http://schemas.microsoft.com/office/drawing/2014/main" id="{838FDBDF-AA97-A755-5929-CA04991594C5}"/>
              </a:ext>
            </a:extLst>
          </p:cNvPr>
          <p:cNvSpPr>
            <a:spLocks noGrp="1"/>
          </p:cNvSpPr>
          <p:nvPr>
            <p:ph type="ctrTitle"/>
          </p:nvPr>
        </p:nvSpPr>
        <p:spPr>
          <a:xfrm>
            <a:off x="1470870" y="1824605"/>
            <a:ext cx="9144000" cy="1689552"/>
          </a:xfrm>
          <a:ln>
            <a:noFill/>
          </a:ln>
        </p:spPr>
        <p:txBody>
          <a:bodyPr>
            <a:normAutofit/>
          </a:bodyPr>
          <a:lstStyle/>
          <a:p>
            <a:r>
              <a:rPr lang="ja-JP" altLang="en-US" sz="5400" b="1" dirty="0">
                <a:effectLst>
                  <a:outerShdw blurRad="38100" dist="38100" dir="2700000" algn="tl">
                    <a:srgbClr val="000000">
                      <a:alpha val="43137"/>
                    </a:srgbClr>
                  </a:outerShdw>
                </a:effectLst>
                <a:latin typeface="+mn-lt"/>
              </a:rPr>
              <a:t>現代英語を知ろう</a:t>
            </a:r>
            <a:endParaRPr lang="en-GB" sz="5400" b="1" dirty="0">
              <a:effectLst>
                <a:outerShdw blurRad="38100" dist="38100" dir="2700000" algn="tl">
                  <a:srgbClr val="000000">
                    <a:alpha val="43137"/>
                  </a:srgbClr>
                </a:outerShdw>
              </a:effectLst>
              <a:latin typeface="+mn-lt"/>
            </a:endParaRPr>
          </a:p>
        </p:txBody>
      </p:sp>
      <p:sp>
        <p:nvSpPr>
          <p:cNvPr id="11" name="字幕 2">
            <a:extLst>
              <a:ext uri="{FF2B5EF4-FFF2-40B4-BE49-F238E27FC236}">
                <a16:creationId xmlns:a16="http://schemas.microsoft.com/office/drawing/2014/main" id="{9F3859FD-9718-0C81-33B3-44F030588BCF}"/>
              </a:ext>
            </a:extLst>
          </p:cNvPr>
          <p:cNvSpPr>
            <a:spLocks noGrp="1"/>
          </p:cNvSpPr>
          <p:nvPr>
            <p:ph type="subTitle" idx="1"/>
          </p:nvPr>
        </p:nvSpPr>
        <p:spPr>
          <a:xfrm>
            <a:off x="5931017" y="4706224"/>
            <a:ext cx="4683854" cy="496465"/>
          </a:xfrm>
          <a:ln>
            <a:noFill/>
          </a:ln>
        </p:spPr>
        <p:txBody>
          <a:bodyPr>
            <a:normAutofit fontScale="92500" lnSpcReduction="10000"/>
          </a:bodyPr>
          <a:lstStyle/>
          <a:p>
            <a:pPr algn="r"/>
            <a:r>
              <a:rPr lang="ja-JP" altLang="en-US" sz="3200" b="1" dirty="0">
                <a:latin typeface="+mn-ea"/>
              </a:rPr>
              <a:t>作成者</a:t>
            </a:r>
            <a:r>
              <a:rPr lang="en-US" sz="3200" b="1" dirty="0">
                <a:latin typeface="+mn-ea"/>
              </a:rPr>
              <a:t>: </a:t>
            </a:r>
            <a:r>
              <a:rPr lang="ja-JP" altLang="en-US" sz="3200" b="1" dirty="0">
                <a:latin typeface="+mn-ea"/>
              </a:rPr>
              <a:t>石田</a:t>
            </a:r>
            <a:r>
              <a:rPr lang="en-US" sz="3200" b="1" dirty="0">
                <a:latin typeface="+mn-ea"/>
              </a:rPr>
              <a:t> </a:t>
            </a:r>
            <a:r>
              <a:rPr lang="ja-JP" altLang="en-US" sz="3200" b="1" dirty="0">
                <a:latin typeface="+mn-ea"/>
              </a:rPr>
              <a:t>隼人</a:t>
            </a:r>
            <a:endParaRPr lang="en-GB" sz="3200" b="1" dirty="0">
              <a:latin typeface="+mn-ea"/>
            </a:endParaRPr>
          </a:p>
        </p:txBody>
      </p:sp>
      <p:sp>
        <p:nvSpPr>
          <p:cNvPr id="12" name="スライド番号プレースホルダー 3">
            <a:extLst>
              <a:ext uri="{FF2B5EF4-FFF2-40B4-BE49-F238E27FC236}">
                <a16:creationId xmlns:a16="http://schemas.microsoft.com/office/drawing/2014/main" id="{37DCA1F6-8A6F-EFA2-32E0-4107C174B296}"/>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13" name="字幕 2">
            <a:extLst>
              <a:ext uri="{FF2B5EF4-FFF2-40B4-BE49-F238E27FC236}">
                <a16:creationId xmlns:a16="http://schemas.microsoft.com/office/drawing/2014/main" id="{7EC127B2-8036-0DBB-686D-9BBD027D4A12}"/>
              </a:ext>
            </a:extLst>
          </p:cNvPr>
          <p:cNvSpPr txBox="1">
            <a:spLocks/>
          </p:cNvSpPr>
          <p:nvPr/>
        </p:nvSpPr>
        <p:spPr>
          <a:xfrm>
            <a:off x="6648275" y="5445970"/>
            <a:ext cx="396659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marL="0" marR="0" lvl="0" indent="0" algn="r" defTabSz="914400" rtl="0" eaLnBrk="1" fontAlgn="auto" latinLnBrk="0" hangingPunct="1">
              <a:lnSpc>
                <a:spcPct val="90000"/>
              </a:lnSpc>
              <a:spcBef>
                <a:spcPts val="1000"/>
              </a:spcBef>
              <a:spcAft>
                <a:spcPts val="0"/>
              </a:spcAft>
              <a:buClrTx/>
              <a:buSzTx/>
              <a:buFont typeface="Arial" panose="020B0604020202020204" pitchFamily="34" charset="0"/>
              <a:buNone/>
              <a:tabLst/>
              <a:defRPr/>
            </a:pPr>
            <a:r>
              <a:rPr kumimoji="0" lang="ja-JP" altLang="en-US" sz="2000" b="1" i="0" u="none" strike="noStrike" kern="1200" cap="none" spc="0" normalizeH="0" baseline="0" noProof="0" dirty="0">
                <a:ln>
                  <a:noFill/>
                </a:ln>
                <a:solidFill>
                  <a:prstClr val="black"/>
                </a:solidFill>
                <a:effectLst/>
                <a:uLnTx/>
                <a:uFillTx/>
                <a:latin typeface="+mn-ea"/>
                <a:cs typeface="+mn-cs"/>
              </a:rPr>
              <a:t>最終更新日</a:t>
            </a:r>
            <a:r>
              <a:rPr kumimoji="0" lang="en-GB" altLang="ja-JP" sz="2000" b="1" i="0" u="none" strike="noStrike" kern="1200" cap="none" spc="0" normalizeH="0" baseline="0" noProof="0" dirty="0">
                <a:ln>
                  <a:noFill/>
                </a:ln>
                <a:solidFill>
                  <a:prstClr val="black"/>
                </a:solidFill>
                <a:effectLst/>
                <a:uLnTx/>
                <a:uFillTx/>
                <a:latin typeface="+mn-ea"/>
                <a:cs typeface="+mn-cs"/>
              </a:rPr>
              <a:t>: </a:t>
            </a:r>
            <a:r>
              <a:rPr kumimoji="0" lang="en-GB" altLang="ja-JP" sz="2000" b="1" i="0" u="none" strike="noStrike" kern="1200" cap="none" spc="0" normalizeH="0" baseline="0" noProof="0" dirty="0">
                <a:ln>
                  <a:noFill/>
                </a:ln>
                <a:solidFill>
                  <a:prstClr val="black"/>
                </a:solidFill>
                <a:effectLst/>
                <a:uLnTx/>
                <a:uFillTx/>
                <a:cs typeface="+mn-cs"/>
              </a:rPr>
              <a:t>2024</a:t>
            </a:r>
            <a:r>
              <a:rPr kumimoji="0" lang="ja-JP" altLang="en-US" sz="2000" b="1" i="0" u="none" strike="noStrike" kern="1200" cap="none" spc="0" normalizeH="0" baseline="0" noProof="0" dirty="0">
                <a:ln>
                  <a:noFill/>
                </a:ln>
                <a:solidFill>
                  <a:prstClr val="black"/>
                </a:solidFill>
                <a:effectLst/>
                <a:uLnTx/>
                <a:uFillTx/>
                <a:latin typeface="+mn-ea"/>
                <a:cs typeface="+mn-cs"/>
              </a:rPr>
              <a:t>年</a:t>
            </a:r>
            <a:r>
              <a:rPr kumimoji="0" lang="en-GB" altLang="ja-JP" sz="2000" b="1" i="0" u="none" strike="noStrike" kern="1200" cap="none" spc="0" normalizeH="0" baseline="0" noProof="0" dirty="0">
                <a:ln>
                  <a:noFill/>
                </a:ln>
                <a:solidFill>
                  <a:prstClr val="black"/>
                </a:solidFill>
                <a:effectLst/>
                <a:uLnTx/>
                <a:uFillTx/>
                <a:cs typeface="+mn-cs"/>
              </a:rPr>
              <a:t>07</a:t>
            </a:r>
            <a:r>
              <a:rPr kumimoji="0" lang="ja-JP" altLang="en-US" sz="2000" b="1" i="0" u="none" strike="noStrike" kern="1200" cap="none" spc="0" normalizeH="0" baseline="0" noProof="0" dirty="0">
                <a:ln>
                  <a:noFill/>
                </a:ln>
                <a:solidFill>
                  <a:prstClr val="black"/>
                </a:solidFill>
                <a:effectLst/>
                <a:uLnTx/>
                <a:uFillTx/>
                <a:latin typeface="+mn-ea"/>
                <a:cs typeface="+mn-cs"/>
              </a:rPr>
              <a:t>月</a:t>
            </a:r>
            <a:r>
              <a:rPr kumimoji="0" lang="en-GB" altLang="ja-JP" sz="2000" b="1" i="0" u="none" strike="noStrike" kern="1200" cap="none" spc="0" normalizeH="0" baseline="0" noProof="0" dirty="0">
                <a:ln>
                  <a:noFill/>
                </a:ln>
                <a:solidFill>
                  <a:prstClr val="black"/>
                </a:solidFill>
                <a:effectLst/>
                <a:uLnTx/>
                <a:uFillTx/>
                <a:cs typeface="+mn-cs"/>
              </a:rPr>
              <a:t>16</a:t>
            </a:r>
            <a:r>
              <a:rPr kumimoji="0" lang="ja-JP" altLang="en-US" sz="2000" b="1" i="0" u="none" strike="noStrike" kern="1200" cap="none" spc="0" normalizeH="0" baseline="0" noProof="0" dirty="0">
                <a:ln>
                  <a:noFill/>
                </a:ln>
                <a:solidFill>
                  <a:prstClr val="black"/>
                </a:solidFill>
                <a:effectLst/>
                <a:uLnTx/>
                <a:uFillTx/>
                <a:latin typeface="+mn-ea"/>
                <a:cs typeface="+mn-cs"/>
              </a:rPr>
              <a:t>日</a:t>
            </a:r>
            <a:endParaRPr kumimoji="0" lang="en-GB" sz="2000" b="1" i="0" u="none" strike="noStrike" kern="1200" cap="none" spc="0" normalizeH="0" baseline="0" noProof="0" dirty="0">
              <a:ln>
                <a:noFill/>
              </a:ln>
              <a:solidFill>
                <a:prstClr val="black"/>
              </a:solidFill>
              <a:effectLst/>
              <a:uLnTx/>
              <a:uFillTx/>
              <a:latin typeface="+mn-ea"/>
              <a:cs typeface="+mn-cs"/>
            </a:endParaRPr>
          </a:p>
        </p:txBody>
      </p:sp>
      <p:sp>
        <p:nvSpPr>
          <p:cNvPr id="14" name="タイトル 1">
            <a:extLst>
              <a:ext uri="{FF2B5EF4-FFF2-40B4-BE49-F238E27FC236}">
                <a16:creationId xmlns:a16="http://schemas.microsoft.com/office/drawing/2014/main" id="{9384CEEA-9ED1-6887-AFE8-7BA71E626EBF}"/>
              </a:ext>
            </a:extLst>
          </p:cNvPr>
          <p:cNvSpPr txBox="1">
            <a:spLocks/>
          </p:cNvSpPr>
          <p:nvPr/>
        </p:nvSpPr>
        <p:spPr>
          <a:xfrm>
            <a:off x="1470870" y="3514157"/>
            <a:ext cx="9144000" cy="555772"/>
          </a:xfrm>
          <a:prstGeom prst="rect">
            <a:avLst/>
          </a:prstGeom>
          <a:ln>
            <a:noFill/>
          </a:ln>
        </p:spPr>
        <p:txBody>
          <a:bodyPr vert="horz" lIns="91440" tIns="45720" rIns="91440" bIns="45720" rtlCol="0" anchor="b">
            <a:normAutofit/>
          </a:bodyPr>
          <a:lstStyle>
            <a:lvl1pPr algn="ctr" defTabSz="914400" rtl="0" eaLnBrk="1" latinLnBrk="0" hangingPunct="1">
              <a:lnSpc>
                <a:spcPct val="90000"/>
              </a:lnSpc>
              <a:spcBef>
                <a:spcPct val="0"/>
              </a:spcBef>
              <a:buNone/>
              <a:defRPr sz="6000" kern="1200">
                <a:solidFill>
                  <a:schemeClr val="tx1"/>
                </a:solidFill>
                <a:latin typeface="+mj-lt"/>
                <a:ea typeface="+mj-ea"/>
                <a:cs typeface="+mj-cs"/>
              </a:defRPr>
            </a:lvl1pPr>
          </a:lstStyle>
          <a:p>
            <a:pPr marL="0" marR="0" lvl="0" indent="0" algn="ctr" defTabSz="914400" rtl="0" eaLnBrk="1" fontAlgn="auto" latinLnBrk="0" hangingPunct="1">
              <a:lnSpc>
                <a:spcPct val="90000"/>
              </a:lnSpc>
              <a:spcBef>
                <a:spcPct val="0"/>
              </a:spcBef>
              <a:spcAft>
                <a:spcPts val="0"/>
              </a:spcAft>
              <a:buClrTx/>
              <a:buSzTx/>
              <a:buFontTx/>
              <a:buNone/>
              <a:tabLst/>
              <a:defRPr/>
            </a:pPr>
            <a:r>
              <a:rPr kumimoji="0" lang="en-GB" altLang="ja-JP" sz="3200" b="1" i="0" u="none" strike="noStrike" kern="1200" cap="none" spc="0" normalizeH="0" baseline="0" noProof="0">
                <a:ln>
                  <a:noFill/>
                </a:ln>
                <a:solidFill>
                  <a:prstClr val="black"/>
                </a:solidFill>
                <a:effectLst>
                  <a:outerShdw blurRad="38100" dist="38100" dir="2700000" algn="tl">
                    <a:srgbClr val="000000">
                      <a:alpha val="43137"/>
                    </a:srgbClr>
                  </a:outerShdw>
                </a:effectLst>
                <a:uLnTx/>
                <a:uFillTx/>
                <a:latin typeface="+mn-lt"/>
                <a:cs typeface="+mj-cs"/>
              </a:rPr>
              <a:t>Vol.3 -</a:t>
            </a:r>
            <a:r>
              <a:rPr kumimoji="0" lang="ja-JP" altLang="en-US"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英語の語彙①</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r>
              <a:rPr kumimoji="0" lang="ja-JP" altLang="en-US"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複合語・派生語・借用語</a:t>
            </a:r>
            <a:r>
              <a:rPr kumimoji="0" lang="en-US"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r>
              <a:rPr kumimoji="0" lang="en-GB" altLang="ja-JP" sz="32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n-lt"/>
                <a:cs typeface="+mj-cs"/>
              </a:rPr>
              <a:t>-</a:t>
            </a:r>
            <a:endParaRPr kumimoji="0" lang="en-GB" sz="5400" b="1" i="0" u="none" strike="noStrike" kern="1200" cap="none" spc="0" normalizeH="0" baseline="0" noProof="0" dirty="0">
              <a:ln>
                <a:noFill/>
              </a:ln>
              <a:solidFill>
                <a:prstClr val="black"/>
              </a:solidFill>
              <a:effectLst>
                <a:outerShdw blurRad="38100" dist="38100" dir="2700000" algn="tl">
                  <a:srgbClr val="000000">
                    <a:alpha val="43137"/>
                  </a:srgbClr>
                </a:outerShdw>
              </a:effectLst>
              <a:uLnTx/>
              <a:uFillTx/>
              <a:latin typeface="+mj-ea"/>
              <a:cs typeface="+mj-cs"/>
            </a:endParaRPr>
          </a:p>
        </p:txBody>
      </p:sp>
      <p:sp>
        <p:nvSpPr>
          <p:cNvPr id="2" name="字幕 2">
            <a:extLst>
              <a:ext uri="{FF2B5EF4-FFF2-40B4-BE49-F238E27FC236}">
                <a16:creationId xmlns:a16="http://schemas.microsoft.com/office/drawing/2014/main" id="{9105717C-FCFA-427A-0249-8F2D02825EE3}"/>
              </a:ext>
            </a:extLst>
          </p:cNvPr>
          <p:cNvSpPr txBox="1">
            <a:spLocks/>
          </p:cNvSpPr>
          <p:nvPr/>
        </p:nvSpPr>
        <p:spPr>
          <a:xfrm>
            <a:off x="1470871" y="5440495"/>
            <a:ext cx="1968615" cy="365125"/>
          </a:xfrm>
          <a:prstGeom prst="rect">
            <a:avLst/>
          </a:prstGeom>
          <a:ln>
            <a:noFill/>
          </a:ln>
        </p:spPr>
        <p:txBody>
          <a:bodyPr vert="horz" lIns="91440" tIns="45720" rIns="91440" bIns="45720" rtlCol="0">
            <a:noAutofit/>
          </a:bodyPr>
          <a:lstStyle>
            <a:lvl1pPr marL="0" indent="0" algn="ctr" defTabSz="914400" rtl="0" eaLnBrk="1" latinLnBrk="0" hangingPunct="1">
              <a:lnSpc>
                <a:spcPct val="90000"/>
              </a:lnSpc>
              <a:spcBef>
                <a:spcPts val="1000"/>
              </a:spcBef>
              <a:buFont typeface="Arial" panose="020B0604020202020204" pitchFamily="34" charset="0"/>
              <a:buNone/>
              <a:defRPr sz="2400" kern="1200">
                <a:solidFill>
                  <a:schemeClr val="tx1"/>
                </a:solidFill>
                <a:latin typeface="+mn-lt"/>
                <a:ea typeface="+mn-ea"/>
                <a:cs typeface="+mn-cs"/>
              </a:defRPr>
            </a:lvl1pPr>
            <a:lvl2pPr marL="457200" indent="0" algn="ctr" defTabSz="914400" rtl="0" eaLnBrk="1" latinLnBrk="0" hangingPunct="1">
              <a:lnSpc>
                <a:spcPct val="90000"/>
              </a:lnSpc>
              <a:spcBef>
                <a:spcPts val="500"/>
              </a:spcBef>
              <a:buFont typeface="Arial" panose="020B0604020202020204" pitchFamily="34" charset="0"/>
              <a:buNone/>
              <a:defRPr sz="2000" kern="1200">
                <a:solidFill>
                  <a:schemeClr val="tx1"/>
                </a:solidFill>
                <a:latin typeface="+mn-lt"/>
                <a:ea typeface="+mn-ea"/>
                <a:cs typeface="+mn-cs"/>
              </a:defRPr>
            </a:lvl2pPr>
            <a:lvl3pPr marL="914400" indent="0" algn="ctr" defTabSz="914400" rtl="0" eaLnBrk="1" latinLnBrk="0" hangingPunct="1">
              <a:lnSpc>
                <a:spcPct val="90000"/>
              </a:lnSpc>
              <a:spcBef>
                <a:spcPts val="500"/>
              </a:spcBef>
              <a:buFont typeface="Arial" panose="020B0604020202020204" pitchFamily="34" charset="0"/>
              <a:buNone/>
              <a:defRPr sz="1800" kern="1200">
                <a:solidFill>
                  <a:schemeClr val="tx1"/>
                </a:solidFill>
                <a:latin typeface="+mn-lt"/>
                <a:ea typeface="+mn-ea"/>
                <a:cs typeface="+mn-cs"/>
              </a:defRPr>
            </a:lvl3pPr>
            <a:lvl4pPr marL="1371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4pPr>
            <a:lvl5pPr marL="18288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5pPr>
            <a:lvl6pPr marL="22860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6pPr>
            <a:lvl7pPr marL="27432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7pPr>
            <a:lvl8pPr marL="32004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8pPr>
            <a:lvl9pPr marL="3657600" indent="0" algn="ctr" defTabSz="914400" rtl="0" eaLnBrk="1" latinLnBrk="0" hangingPunct="1">
              <a:lnSpc>
                <a:spcPct val="90000"/>
              </a:lnSpc>
              <a:spcBef>
                <a:spcPts val="500"/>
              </a:spcBef>
              <a:buFont typeface="Arial" panose="020B0604020202020204" pitchFamily="34" charset="0"/>
              <a:buNone/>
              <a:defRPr sz="1600" kern="1200">
                <a:solidFill>
                  <a:schemeClr val="tx1"/>
                </a:solidFill>
                <a:latin typeface="+mn-lt"/>
                <a:ea typeface="+mn-ea"/>
                <a:cs typeface="+mn-cs"/>
              </a:defRPr>
            </a:lvl9pPr>
          </a:lstStyle>
          <a:p>
            <a:pPr algn="l"/>
            <a:r>
              <a:rPr lang="ja-JP" altLang="en-US" sz="2000" dirty="0"/>
              <a:t>英語版は</a:t>
            </a:r>
            <a:r>
              <a:rPr lang="ja-JP" altLang="en-US" sz="2000" dirty="0">
                <a:hlinkClick r:id="rId3"/>
              </a:rPr>
              <a:t>こちら</a:t>
            </a:r>
            <a:endParaRPr lang="en-GB" sz="2000" dirty="0"/>
          </a:p>
        </p:txBody>
      </p:sp>
    </p:spTree>
    <p:extLst>
      <p:ext uri="{BB962C8B-B14F-4D97-AF65-F5344CB8AC3E}">
        <p14:creationId xmlns:p14="http://schemas.microsoft.com/office/powerpoint/2010/main" val="3878715192"/>
      </p:ext>
    </p:extLst>
  </p:cSld>
  <p:clrMapOvr>
    <a:masterClrMapping/>
  </p:clrMapOvr>
</p:sld>
</file>

<file path=ppt/slides/slide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AC62CCA8-60BB-216D-AA6C-1A084563E589}"/>
              </a:ext>
            </a:extLst>
          </p:cNvPr>
          <p:cNvSpPr>
            <a:spLocks noGrp="1"/>
          </p:cNvSpPr>
          <p:nvPr>
            <p:ph type="title"/>
          </p:nvPr>
        </p:nvSpPr>
        <p:spPr>
          <a:xfrm>
            <a:off x="838200" y="365125"/>
            <a:ext cx="10515600" cy="1325563"/>
          </a:xfrm>
        </p:spPr>
        <p:txBody>
          <a:bodyPr/>
          <a:lstStyle/>
          <a:p>
            <a:pPr algn="ctr"/>
            <a:r>
              <a:rPr lang="ja-JP" altLang="en-US" b="1" dirty="0"/>
              <a:t>自己紹介</a:t>
            </a:r>
            <a:endParaRPr lang="en-GB" b="1" dirty="0"/>
          </a:p>
        </p:txBody>
      </p:sp>
      <p:sp>
        <p:nvSpPr>
          <p:cNvPr id="10" name="コンテンツ プレースホルダー 2">
            <a:extLst>
              <a:ext uri="{FF2B5EF4-FFF2-40B4-BE49-F238E27FC236}">
                <a16:creationId xmlns:a16="http://schemas.microsoft.com/office/drawing/2014/main" id="{AC69D874-80C0-2547-18E9-3FC16FB5F3F8}"/>
              </a:ext>
            </a:extLst>
          </p:cNvPr>
          <p:cNvSpPr>
            <a:spLocks noGrp="1"/>
          </p:cNvSpPr>
          <p:nvPr>
            <p:ph idx="1"/>
          </p:nvPr>
        </p:nvSpPr>
        <p:spPr>
          <a:xfrm>
            <a:off x="838200" y="1825625"/>
            <a:ext cx="10515600" cy="4351338"/>
          </a:xfrm>
        </p:spPr>
        <p:txBody>
          <a:bodyPr>
            <a:normAutofit lnSpcReduction="10000"/>
          </a:bodyPr>
          <a:lstStyle/>
          <a:p>
            <a:pPr marL="268288" indent="-268288"/>
            <a:r>
              <a:rPr lang="ja-JP" altLang="en-US" sz="2400" dirty="0"/>
              <a:t>各種アカウント</a:t>
            </a:r>
            <a:endParaRPr lang="en-GB" altLang="ja-JP" sz="2400" dirty="0"/>
          </a:p>
          <a:p>
            <a:pPr marL="725488" lvl="1" indent="-268288"/>
            <a:r>
              <a:rPr lang="en-US" altLang="ja-JP" sz="2000" dirty="0"/>
              <a:t>GitHub: </a:t>
            </a:r>
            <a:r>
              <a:rPr lang="en-US" altLang="ja-JP" sz="2000" dirty="0">
                <a:hlinkClick r:id="rId3"/>
              </a:rPr>
              <a:t>@hayat01sh1da</a:t>
            </a:r>
            <a:endParaRPr lang="en-US" altLang="ja-JP" sz="2000" dirty="0"/>
          </a:p>
          <a:p>
            <a:pPr marL="725488" lvl="1" indent="-268288"/>
            <a:r>
              <a:rPr lang="en-US" altLang="ja-JP" sz="2000" dirty="0"/>
              <a:t>X: </a:t>
            </a:r>
            <a:r>
              <a:rPr lang="en-US" altLang="ja-JP" sz="2000" dirty="0">
                <a:hlinkClick r:id="rId4"/>
              </a:rPr>
              <a:t>@hayat01sh1da</a:t>
            </a:r>
            <a:endParaRPr lang="en-GB" altLang="ja-JP" sz="2000" dirty="0"/>
          </a:p>
          <a:p>
            <a:pPr marL="725488" lvl="1" indent="-268288"/>
            <a:r>
              <a:rPr lang="en-GB" altLang="ja-JP" sz="2000" dirty="0"/>
              <a:t>LinkedIn: </a:t>
            </a:r>
            <a:r>
              <a:rPr lang="en-US" altLang="ja-JP" sz="2000" dirty="0">
                <a:hlinkClick r:id="rId5"/>
              </a:rPr>
              <a:t>@hayat01sh1da</a:t>
            </a:r>
            <a:endParaRPr lang="en-US" altLang="ja-JP" sz="2000" dirty="0"/>
          </a:p>
          <a:p>
            <a:pPr marL="725488" lvl="1" indent="-268288"/>
            <a:r>
              <a:rPr lang="en-US" altLang="ja-JP" sz="2000" dirty="0"/>
              <a:t>Speaker Deck: </a:t>
            </a:r>
            <a:r>
              <a:rPr lang="en-US" altLang="ja-JP" sz="2000" dirty="0">
                <a:hlinkClick r:id="rId6"/>
              </a:rPr>
              <a:t>@hayat01sh1da</a:t>
            </a:r>
            <a:endParaRPr lang="en-US" altLang="ja-JP" sz="2000" dirty="0"/>
          </a:p>
          <a:p>
            <a:pPr marL="725488" lvl="1" indent="-268288"/>
            <a:r>
              <a:rPr lang="en-US" altLang="ja-JP" sz="2000" dirty="0"/>
              <a:t>Docswell: </a:t>
            </a:r>
            <a:r>
              <a:rPr lang="en-US" altLang="ja-JP" sz="2000" dirty="0">
                <a:hlinkClick r:id="rId7"/>
              </a:rPr>
              <a:t>@hayat01sh1da</a:t>
            </a:r>
            <a:endParaRPr lang="en-US" altLang="ja-JP" sz="2000" dirty="0"/>
          </a:p>
          <a:p>
            <a:pPr marL="268288" indent="-268288"/>
            <a:r>
              <a:rPr lang="ja-JP" altLang="en-US" sz="2400" dirty="0"/>
              <a:t>職業</a:t>
            </a:r>
            <a:r>
              <a:rPr lang="en-GB" altLang="ja-JP" sz="2400" dirty="0"/>
              <a:t>: </a:t>
            </a:r>
            <a:r>
              <a:rPr lang="ja-JP" altLang="en-US" sz="2400" dirty="0"/>
              <a:t>ソフトウェアエンジニア</a:t>
            </a:r>
            <a:endParaRPr lang="en-GB" altLang="ja-JP" sz="2400" dirty="0"/>
          </a:p>
          <a:p>
            <a:pPr marL="268288" indent="-268288"/>
            <a:r>
              <a:rPr lang="ja-JP" altLang="en-US" sz="2400" dirty="0"/>
              <a:t>趣味</a:t>
            </a:r>
            <a:endParaRPr lang="en-GB" altLang="ja-JP" sz="2400" dirty="0"/>
          </a:p>
          <a:p>
            <a:pPr marL="725488" lvl="1" indent="-268288"/>
            <a:r>
              <a:rPr lang="ja-JP" altLang="en-US" sz="2000" dirty="0"/>
              <a:t>言語学</a:t>
            </a:r>
            <a:endParaRPr lang="en-GB" altLang="ja-JP" sz="2000" dirty="0"/>
          </a:p>
          <a:p>
            <a:pPr marL="725488" lvl="1" indent="-268288"/>
            <a:r>
              <a:rPr lang="ja-JP" altLang="en-US" sz="2000" dirty="0"/>
              <a:t>カラオケ</a:t>
            </a:r>
            <a:endParaRPr lang="en-GB" altLang="ja-JP" sz="2000" dirty="0"/>
          </a:p>
          <a:p>
            <a:pPr marL="725488" lvl="1" indent="-268288"/>
            <a:r>
              <a:rPr lang="ja-JP" altLang="en-US" sz="2000" dirty="0"/>
              <a:t>音楽鑑賞</a:t>
            </a:r>
            <a:endParaRPr lang="en-GB" altLang="ja-JP" sz="2000" dirty="0"/>
          </a:p>
          <a:p>
            <a:pPr marL="725488" lvl="1" indent="-268288"/>
            <a:r>
              <a:rPr lang="ja-JP" altLang="en-US" sz="2000" dirty="0"/>
              <a:t>映画鑑賞</a:t>
            </a:r>
            <a:endParaRPr lang="en-GB" altLang="ja-JP" sz="2000" dirty="0"/>
          </a:p>
          <a:p>
            <a:pPr marL="725488" lvl="1" indent="-268288"/>
            <a:r>
              <a:rPr lang="ja-JP" altLang="en-US" sz="2000" dirty="0"/>
              <a:t>猫飼育</a:t>
            </a:r>
            <a:endParaRPr lang="en-GB" altLang="ja-JP" sz="2000" dirty="0"/>
          </a:p>
        </p:txBody>
      </p:sp>
      <p:sp>
        <p:nvSpPr>
          <p:cNvPr id="11" name="スライド番号プレースホルダー 3">
            <a:extLst>
              <a:ext uri="{FF2B5EF4-FFF2-40B4-BE49-F238E27FC236}">
                <a16:creationId xmlns:a16="http://schemas.microsoft.com/office/drawing/2014/main" id="{C646B313-6AC5-EF2C-1F64-D81281DFA00D}"/>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pic>
        <p:nvPicPr>
          <p:cNvPr id="13" name="Picture 12">
            <a:extLst>
              <a:ext uri="{FF2B5EF4-FFF2-40B4-BE49-F238E27FC236}">
                <a16:creationId xmlns:a16="http://schemas.microsoft.com/office/drawing/2014/main" id="{36F033C3-88E0-DE88-9FAF-602295ADDDF6}"/>
              </a:ext>
            </a:extLst>
          </p:cNvPr>
          <p:cNvPicPr>
            <a:picLocks noChangeAspect="1"/>
          </p:cNvPicPr>
          <p:nvPr/>
        </p:nvPicPr>
        <p:blipFill>
          <a:blip r:embed="rId8">
            <a:extLst>
              <a:ext uri="{28A0092B-C50C-407E-A947-70E740481C1C}">
                <a14:useLocalDpi xmlns:a14="http://schemas.microsoft.com/office/drawing/2010/main" val="0"/>
              </a:ext>
            </a:extLst>
          </a:blip>
          <a:stretch>
            <a:fillRect/>
          </a:stretch>
        </p:blipFill>
        <p:spPr>
          <a:xfrm>
            <a:off x="5549316" y="1824399"/>
            <a:ext cx="5804483" cy="4352564"/>
          </a:xfrm>
          <a:prstGeom prst="rect">
            <a:avLst/>
          </a:prstGeom>
        </p:spPr>
      </p:pic>
    </p:spTree>
    <p:extLst>
      <p:ext uri="{BB962C8B-B14F-4D97-AF65-F5344CB8AC3E}">
        <p14:creationId xmlns:p14="http://schemas.microsoft.com/office/powerpoint/2010/main" val="654251065"/>
      </p:ext>
    </p:extLst>
  </p:cSld>
  <p:clrMapOvr>
    <a:masterClrMapping/>
  </p:clrMapOvr>
</p:sld>
</file>

<file path=ppt/slides/slide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F455B8D0-FBD0-9B5F-A935-2990E9245FDB}"/>
              </a:ext>
            </a:extLst>
          </p:cNvPr>
          <p:cNvSpPr>
            <a:spLocks noGrp="1"/>
          </p:cNvSpPr>
          <p:nvPr>
            <p:ph type="title"/>
          </p:nvPr>
        </p:nvSpPr>
        <p:spPr>
          <a:xfrm>
            <a:off x="838200" y="365125"/>
            <a:ext cx="10515600" cy="1325563"/>
          </a:xfrm>
        </p:spPr>
        <p:txBody>
          <a:bodyPr/>
          <a:lstStyle/>
          <a:p>
            <a:pPr algn="ctr"/>
            <a:r>
              <a:rPr lang="ja-JP" altLang="en-US" b="1" dirty="0">
                <a:latin typeface="+mj-ea"/>
              </a:rPr>
              <a:t>免許</a:t>
            </a:r>
            <a:r>
              <a:rPr lang="en-GB" altLang="ja-JP" b="1" dirty="0">
                <a:latin typeface="+mj-ea"/>
              </a:rPr>
              <a:t> / </a:t>
            </a:r>
            <a:r>
              <a:rPr lang="ja-JP" altLang="en-US" b="1" dirty="0">
                <a:latin typeface="+mj-ea"/>
              </a:rPr>
              <a:t>資格</a:t>
            </a:r>
            <a:endParaRPr lang="en-GB" b="1" dirty="0">
              <a:latin typeface="+mj-ea"/>
            </a:endParaRPr>
          </a:p>
        </p:txBody>
      </p:sp>
      <p:sp>
        <p:nvSpPr>
          <p:cNvPr id="3" name="コンテンツ プレースホルダー 2">
            <a:extLst>
              <a:ext uri="{FF2B5EF4-FFF2-40B4-BE49-F238E27FC236}">
                <a16:creationId xmlns:a16="http://schemas.microsoft.com/office/drawing/2014/main" id="{8A56D017-33E9-546F-B8B3-A9515D8FACD7}"/>
              </a:ext>
            </a:extLst>
          </p:cNvPr>
          <p:cNvSpPr>
            <a:spLocks noGrp="1"/>
          </p:cNvSpPr>
          <p:nvPr>
            <p:ph idx="1"/>
          </p:nvPr>
        </p:nvSpPr>
        <p:spPr>
          <a:xfrm>
            <a:off x="838200" y="1825625"/>
            <a:ext cx="10515600" cy="4351338"/>
          </a:xfrm>
        </p:spPr>
        <p:txBody>
          <a:bodyPr>
            <a:normAutofit/>
          </a:bodyPr>
          <a:lstStyle/>
          <a:p>
            <a:pPr marL="268288" lvl="1" indent="-268288"/>
            <a:r>
              <a:rPr lang="ja-JP" altLang="en-US" dirty="0"/>
              <a:t>英語</a:t>
            </a:r>
            <a:endParaRPr lang="en-US" altLang="ja-JP" dirty="0"/>
          </a:p>
          <a:p>
            <a:pPr marL="725488" lvl="2" indent="-268288"/>
            <a:r>
              <a:rPr lang="en-US" altLang="ja-JP" dirty="0"/>
              <a:t>TOEIC® Listening &amp; Reading 915</a:t>
            </a:r>
            <a:r>
              <a:rPr lang="ja-JP" altLang="en-US" dirty="0"/>
              <a:t>点</a:t>
            </a:r>
            <a:r>
              <a:rPr lang="en-GB" altLang="ja-JP" dirty="0"/>
              <a:t>: 2019</a:t>
            </a:r>
            <a:r>
              <a:rPr lang="ja-JP" altLang="en-US" dirty="0"/>
              <a:t>年</a:t>
            </a:r>
            <a:r>
              <a:rPr lang="en-US" altLang="ja-JP" dirty="0"/>
              <a:t>12</a:t>
            </a:r>
            <a:r>
              <a:rPr lang="ja-JP" altLang="en-US" dirty="0"/>
              <a:t>月</a:t>
            </a:r>
            <a:r>
              <a:rPr lang="en-GB" altLang="ja-JP" dirty="0"/>
              <a:t> </a:t>
            </a:r>
            <a:r>
              <a:rPr lang="ja-JP" altLang="en-US" dirty="0"/>
              <a:t>取得</a:t>
            </a:r>
          </a:p>
          <a:p>
            <a:pPr marL="268288" lvl="1" indent="-268288"/>
            <a:r>
              <a:rPr lang="ja-JP" altLang="en-US" dirty="0"/>
              <a:t>エンジニアリング</a:t>
            </a:r>
            <a:endParaRPr lang="en-GB" altLang="ja-JP" dirty="0"/>
          </a:p>
          <a:p>
            <a:pPr marL="725488" lvl="2" indent="-268288"/>
            <a:r>
              <a:rPr lang="ja-JP" altLang="en-US" dirty="0"/>
              <a:t>情報セキュリティマネジメント</a:t>
            </a:r>
            <a:r>
              <a:rPr lang="en-GB" altLang="ja-JP" dirty="0"/>
              <a:t>: 2017</a:t>
            </a:r>
            <a:r>
              <a:rPr lang="ja-JP" altLang="en-US" dirty="0"/>
              <a:t>年</a:t>
            </a:r>
            <a:r>
              <a:rPr lang="en-US" altLang="ja-JP" dirty="0"/>
              <a:t>11</a:t>
            </a:r>
            <a:r>
              <a:rPr lang="ja-JP" altLang="en-US" dirty="0"/>
              <a:t>月</a:t>
            </a:r>
            <a:r>
              <a:rPr lang="en-GB" altLang="ja-JP" dirty="0"/>
              <a:t> </a:t>
            </a:r>
            <a:r>
              <a:rPr lang="ja-JP" altLang="en-US" dirty="0"/>
              <a:t>取得</a:t>
            </a:r>
            <a:endParaRPr lang="en-GB" altLang="ja-JP" dirty="0"/>
          </a:p>
          <a:p>
            <a:pPr marL="725488" lvl="2" indent="-268288"/>
            <a:r>
              <a:rPr lang="ja-JP" altLang="en-US" dirty="0"/>
              <a:t>応用情報技術者</a:t>
            </a:r>
            <a:r>
              <a:rPr lang="en-GB" altLang="ja-JP" dirty="0"/>
              <a:t>: 2017</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t>基本情報技術者</a:t>
            </a:r>
            <a:r>
              <a:rPr lang="en-GB" altLang="ja-JP" dirty="0"/>
              <a:t>: 2016</a:t>
            </a:r>
            <a:r>
              <a:rPr lang="ja-JP" altLang="en-US" dirty="0"/>
              <a:t>年</a:t>
            </a:r>
            <a:r>
              <a:rPr lang="en-US" altLang="ja-JP" dirty="0"/>
              <a:t>11</a:t>
            </a:r>
            <a:r>
              <a:rPr lang="ja-JP" altLang="en-US" dirty="0"/>
              <a:t>月</a:t>
            </a:r>
            <a:r>
              <a:rPr lang="en-GB" altLang="ja-JP" dirty="0"/>
              <a:t> </a:t>
            </a:r>
            <a:r>
              <a:rPr lang="ja-JP" altLang="en-US" dirty="0"/>
              <a:t>取得</a:t>
            </a:r>
          </a:p>
          <a:p>
            <a:pPr marL="725488" lvl="2" indent="-268288"/>
            <a:r>
              <a:rPr lang="en-US" altLang="ja-JP" dirty="0"/>
              <a:t>IT </a:t>
            </a:r>
            <a:r>
              <a:rPr lang="ja-JP" altLang="en-US" dirty="0"/>
              <a:t>パスポート</a:t>
            </a:r>
            <a:r>
              <a:rPr lang="en-GB" altLang="ja-JP" dirty="0"/>
              <a:t>: 2016</a:t>
            </a:r>
            <a:r>
              <a:rPr lang="ja-JP" altLang="en-US" dirty="0"/>
              <a:t>年</a:t>
            </a:r>
            <a:r>
              <a:rPr lang="en-US" altLang="ja-JP" dirty="0"/>
              <a:t>04</a:t>
            </a:r>
            <a:r>
              <a:rPr lang="ja-JP" altLang="en-US" dirty="0"/>
              <a:t>月</a:t>
            </a:r>
            <a:r>
              <a:rPr lang="en-GB" altLang="ja-JP" dirty="0"/>
              <a:t> </a:t>
            </a:r>
            <a:r>
              <a:rPr lang="ja-JP" altLang="en-US" dirty="0"/>
              <a:t>取得</a:t>
            </a:r>
            <a:endParaRPr lang="en-GB" altLang="ja-JP" b="0" i="0" dirty="0">
              <a:solidFill>
                <a:srgbClr val="333333"/>
              </a:solidFill>
              <a:effectLst/>
              <a:latin typeface="-apple-system"/>
            </a:endParaRPr>
          </a:p>
          <a:p>
            <a:pPr marL="268288" lvl="1" indent="-268288"/>
            <a:r>
              <a:rPr lang="ja-JP" altLang="en-US" dirty="0">
                <a:solidFill>
                  <a:srgbClr val="333333"/>
                </a:solidFill>
                <a:latin typeface="-apple-system"/>
              </a:rPr>
              <a:t>その他</a:t>
            </a:r>
            <a:endParaRPr lang="en-GB" altLang="ja-JP" dirty="0">
              <a:solidFill>
                <a:srgbClr val="333333"/>
              </a:solidFill>
              <a:latin typeface="-apple-system"/>
            </a:endParaRPr>
          </a:p>
          <a:p>
            <a:pPr marL="725488" lvl="2" indent="-268288"/>
            <a:r>
              <a:rPr lang="ja-JP" altLang="en-US" dirty="0">
                <a:solidFill>
                  <a:srgbClr val="333333"/>
                </a:solidFill>
                <a:latin typeface="-apple-system"/>
              </a:rPr>
              <a:t>珠算</a:t>
            </a:r>
            <a:r>
              <a:rPr lang="en-GB" altLang="ja-JP" dirty="0">
                <a:solidFill>
                  <a:srgbClr val="333333"/>
                </a:solidFill>
                <a:latin typeface="-apple-system"/>
              </a:rPr>
              <a:t>2</a:t>
            </a:r>
            <a:r>
              <a:rPr lang="ja-JP" altLang="en-US" dirty="0">
                <a:solidFill>
                  <a:srgbClr val="333333"/>
                </a:solidFill>
                <a:latin typeface="-apple-system"/>
              </a:rPr>
              <a:t>級</a:t>
            </a:r>
            <a:r>
              <a:rPr lang="en-GB" altLang="ja-JP" dirty="0">
                <a:solidFill>
                  <a:srgbClr val="333333"/>
                </a:solidFill>
                <a:latin typeface="-apple-system"/>
              </a:rPr>
              <a:t>: </a:t>
            </a:r>
            <a:r>
              <a:rPr lang="en-GB" altLang="ja-JP" dirty="0"/>
              <a:t>2002</a:t>
            </a:r>
            <a:r>
              <a:rPr lang="ja-JP" altLang="en-US" dirty="0"/>
              <a:t>年</a:t>
            </a:r>
            <a:r>
              <a:rPr lang="en-US" altLang="ja-JP" dirty="0"/>
              <a:t>06</a:t>
            </a:r>
            <a:r>
              <a:rPr lang="ja-JP" altLang="en-US" dirty="0"/>
              <a:t>月</a:t>
            </a:r>
            <a:r>
              <a:rPr lang="en-GB" altLang="ja-JP" dirty="0"/>
              <a:t> </a:t>
            </a:r>
            <a:r>
              <a:rPr lang="ja-JP" altLang="en-US" dirty="0"/>
              <a:t>取得</a:t>
            </a:r>
            <a:endParaRPr lang="en-GB" altLang="ja-JP" dirty="0"/>
          </a:p>
          <a:p>
            <a:pPr marL="725488" lvl="2" indent="-268288"/>
            <a:r>
              <a:rPr lang="ja-JP" altLang="en-US" dirty="0">
                <a:solidFill>
                  <a:srgbClr val="333333"/>
                </a:solidFill>
                <a:latin typeface="-apple-system"/>
              </a:rPr>
              <a:t>暗算</a:t>
            </a:r>
            <a:r>
              <a:rPr lang="en-US" altLang="ja-JP" dirty="0">
                <a:solidFill>
                  <a:srgbClr val="333333"/>
                </a:solidFill>
                <a:latin typeface="-apple-system"/>
              </a:rPr>
              <a:t>3</a:t>
            </a:r>
            <a:r>
              <a:rPr lang="ja-JP" altLang="en-US" dirty="0">
                <a:solidFill>
                  <a:srgbClr val="333333"/>
                </a:solidFill>
                <a:latin typeface="-apple-system"/>
              </a:rPr>
              <a:t>級</a:t>
            </a:r>
            <a:r>
              <a:rPr lang="en-GB" altLang="ja-JP" b="0" i="0" dirty="0">
                <a:solidFill>
                  <a:srgbClr val="333333"/>
                </a:solidFill>
                <a:effectLst/>
                <a:latin typeface="-apple-system"/>
              </a:rPr>
              <a:t>: </a:t>
            </a:r>
            <a:r>
              <a:rPr lang="en-GB" altLang="ja-JP" dirty="0"/>
              <a:t>2001</a:t>
            </a:r>
            <a:r>
              <a:rPr lang="ja-JP" altLang="en-US" dirty="0"/>
              <a:t>年</a:t>
            </a:r>
            <a:r>
              <a:rPr lang="en-US" altLang="ja-JP" dirty="0"/>
              <a:t>02</a:t>
            </a:r>
            <a:r>
              <a:rPr lang="ja-JP" altLang="en-US" dirty="0"/>
              <a:t>月</a:t>
            </a:r>
            <a:r>
              <a:rPr lang="en-GB" altLang="ja-JP" dirty="0"/>
              <a:t> </a:t>
            </a:r>
            <a:r>
              <a:rPr lang="ja-JP" altLang="en-US" dirty="0"/>
              <a:t>取得</a:t>
            </a:r>
            <a:endParaRPr lang="en-GB" altLang="ja-JP" dirty="0"/>
          </a:p>
        </p:txBody>
      </p:sp>
      <p:sp>
        <p:nvSpPr>
          <p:cNvPr id="4" name="スライド番号プレースホルダー 3">
            <a:extLst>
              <a:ext uri="{FF2B5EF4-FFF2-40B4-BE49-F238E27FC236}">
                <a16:creationId xmlns:a16="http://schemas.microsoft.com/office/drawing/2014/main" id="{CF305983-0249-A6CE-AD02-933B3C887106}"/>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712671586"/>
      </p:ext>
    </p:extLst>
  </p:cSld>
  <p:clrMapOvr>
    <a:masterClrMapping/>
  </p:clrMapOvr>
</p:sld>
</file>

<file path=ppt/slides/slide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a:extLst>
            <a:ext uri="{FF2B5EF4-FFF2-40B4-BE49-F238E27FC236}">
              <a16:creationId xmlns:a16="http://schemas.microsoft.com/office/drawing/2014/main" id="{B44514AE-D3E9-EF43-3273-92DEA70676B2}"/>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4EBB1E-072A-8837-294A-31278060794E}"/>
              </a:ext>
            </a:extLst>
          </p:cNvPr>
          <p:cNvSpPr>
            <a:spLocks noGrp="1"/>
          </p:cNvSpPr>
          <p:nvPr>
            <p:ph type="title"/>
          </p:nvPr>
        </p:nvSpPr>
        <p:spPr>
          <a:xfrm>
            <a:off x="838200" y="365125"/>
            <a:ext cx="10515600" cy="1325563"/>
          </a:xfrm>
        </p:spPr>
        <p:txBody>
          <a:bodyPr/>
          <a:lstStyle/>
          <a:p>
            <a:pPr algn="ctr"/>
            <a:r>
              <a:rPr kumimoji="1" lang="ja-JP" altLang="en-US" b="1" dirty="0">
                <a:latin typeface="+mn-lt"/>
              </a:rPr>
              <a:t>スキルスタック</a:t>
            </a:r>
            <a:endParaRPr lang="en-GB" b="1" dirty="0"/>
          </a:p>
        </p:txBody>
      </p:sp>
      <p:sp>
        <p:nvSpPr>
          <p:cNvPr id="3" name="コンテンツ プレースホルダー 2">
            <a:extLst>
              <a:ext uri="{FF2B5EF4-FFF2-40B4-BE49-F238E27FC236}">
                <a16:creationId xmlns:a16="http://schemas.microsoft.com/office/drawing/2014/main" id="{FF829568-9768-2A1E-D6F0-804B4127FE57}"/>
              </a:ext>
            </a:extLst>
          </p:cNvPr>
          <p:cNvSpPr>
            <a:spLocks noGrp="1"/>
          </p:cNvSpPr>
          <p:nvPr>
            <p:ph idx="1"/>
          </p:nvPr>
        </p:nvSpPr>
        <p:spPr>
          <a:xfrm>
            <a:off x="838200" y="1825625"/>
            <a:ext cx="10515600" cy="4351338"/>
          </a:xfrm>
          <a:ln>
            <a:noFill/>
          </a:ln>
        </p:spPr>
        <p:txBody>
          <a:bodyPr>
            <a:normAutofit/>
          </a:bodyPr>
          <a:lstStyle/>
          <a:p>
            <a:pPr marL="268288" indent="-268288"/>
            <a:r>
              <a:rPr lang="ja-JP" altLang="en-US" sz="2400" dirty="0"/>
              <a:t>自然言語</a:t>
            </a:r>
          </a:p>
          <a:p>
            <a:pPr marL="717550" lvl="1" indent="-260350"/>
            <a:r>
              <a:rPr lang="ja-JP" altLang="en-US" sz="2000" dirty="0"/>
              <a:t>日本語</a:t>
            </a:r>
            <a:r>
              <a:rPr lang="en-GB" altLang="ja-JP" sz="2000" dirty="0"/>
              <a:t>: </a:t>
            </a:r>
            <a:r>
              <a:rPr lang="ja-JP" altLang="en-US" sz="2000" dirty="0"/>
              <a:t>母語</a:t>
            </a:r>
            <a:endParaRPr lang="en-GB" altLang="ja-JP" sz="2000" dirty="0"/>
          </a:p>
          <a:p>
            <a:pPr marL="717550" lvl="1" indent="-260350"/>
            <a:r>
              <a:rPr lang="ja-JP" altLang="en-US" sz="2000" dirty="0"/>
              <a:t>英語</a:t>
            </a:r>
            <a:r>
              <a:rPr lang="en-GB" altLang="ja-JP" sz="2000" dirty="0"/>
              <a:t>: </a:t>
            </a:r>
            <a:r>
              <a:rPr lang="ja-JP" altLang="en-US" sz="2000" dirty="0"/>
              <a:t>ビジネスレベル</a:t>
            </a:r>
            <a:endParaRPr lang="en-GB" altLang="ja-JP" sz="2000" dirty="0"/>
          </a:p>
          <a:p>
            <a:pPr marL="268288" indent="-268288"/>
            <a:r>
              <a:rPr lang="ja-JP" altLang="en-US" sz="2400" dirty="0"/>
              <a:t>開発</a:t>
            </a:r>
            <a:endParaRPr lang="en-GB" altLang="ja-JP" sz="2400" dirty="0"/>
          </a:p>
          <a:p>
            <a:pPr marL="717550" lvl="1" indent="-260350"/>
            <a:r>
              <a:rPr lang="ja-JP" altLang="en-US" sz="2000" b="1" dirty="0"/>
              <a:t>バックエンド</a:t>
            </a:r>
            <a:r>
              <a:rPr lang="en-GB" altLang="ja-JP" sz="2000" b="1" dirty="0"/>
              <a:t>: Ruby(Ruby on Rails)</a:t>
            </a:r>
            <a:r>
              <a:rPr lang="en-GB" altLang="ja-JP" sz="2000" dirty="0"/>
              <a:t>, Python</a:t>
            </a:r>
          </a:p>
          <a:p>
            <a:pPr marL="717550" lvl="1" indent="-260350"/>
            <a:r>
              <a:rPr lang="ja-JP" altLang="en-US" sz="2000" dirty="0"/>
              <a:t>フロントエンド</a:t>
            </a:r>
            <a:r>
              <a:rPr lang="en-GB" altLang="ja-JP" sz="2000" dirty="0"/>
              <a:t>: TypeScript + React.js, TypeScript +Vue.js</a:t>
            </a:r>
          </a:p>
          <a:p>
            <a:pPr marL="717550" lvl="1" indent="-260350"/>
            <a:r>
              <a:rPr lang="ja-JP" altLang="en-US" sz="2000" b="1" dirty="0"/>
              <a:t>データベース</a:t>
            </a:r>
            <a:r>
              <a:rPr lang="en-GB" altLang="ja-JP" sz="2000" b="1" dirty="0"/>
              <a:t>: MySQL</a:t>
            </a:r>
            <a:r>
              <a:rPr lang="en-GB" altLang="ja-JP" sz="2000" dirty="0"/>
              <a:t>, PostgreSQL, MongoDB</a:t>
            </a:r>
          </a:p>
          <a:p>
            <a:pPr marL="717550" lvl="1" indent="-260350"/>
            <a:r>
              <a:rPr lang="ja-JP" altLang="en-US" sz="2000" b="1" dirty="0"/>
              <a:t>アーキテクチャー</a:t>
            </a:r>
            <a:r>
              <a:rPr lang="en-GB" altLang="ja-JP" sz="2000" b="1" dirty="0"/>
              <a:t>: </a:t>
            </a:r>
            <a:r>
              <a:rPr lang="ja-JP" altLang="en-US" sz="2000" b="1" dirty="0"/>
              <a:t>モノリス</a:t>
            </a:r>
            <a:r>
              <a:rPr lang="en-GB" altLang="ja-JP" sz="2000" b="1" dirty="0"/>
              <a:t>, </a:t>
            </a:r>
            <a:r>
              <a:rPr lang="ja-JP" altLang="en-US" sz="2000" b="1" dirty="0"/>
              <a:t>モジューラーモノリス</a:t>
            </a:r>
            <a:endParaRPr lang="en-GB" altLang="ja-JP" sz="2000" b="1" dirty="0"/>
          </a:p>
          <a:p>
            <a:pPr marL="717550" lvl="1" indent="-260350"/>
            <a:r>
              <a:rPr lang="ja-JP" altLang="en-US" sz="2000" dirty="0"/>
              <a:t>ホスティング</a:t>
            </a:r>
            <a:r>
              <a:rPr lang="en-GB" altLang="ja-JP" sz="2000" dirty="0"/>
              <a:t>: AWS ESK</a:t>
            </a:r>
          </a:p>
          <a:p>
            <a:pPr marL="717550" lvl="1" indent="-260350"/>
            <a:r>
              <a:rPr lang="ja-JP" altLang="en-US" sz="2000" dirty="0"/>
              <a:t>バージョン管理</a:t>
            </a:r>
            <a:r>
              <a:rPr lang="en-GB" altLang="ja-JP" sz="2000" dirty="0"/>
              <a:t>: Git, GitHub</a:t>
            </a:r>
          </a:p>
          <a:p>
            <a:pPr marL="717550" lvl="1" indent="-260350"/>
            <a:r>
              <a:rPr lang="en-GB" altLang="ja-JP" sz="2000" b="1" dirty="0"/>
              <a:t>CI/CD: GitHub Actions</a:t>
            </a:r>
            <a:r>
              <a:rPr lang="en-GB" altLang="ja-JP" sz="2000" dirty="0"/>
              <a:t>, ArgoCD</a:t>
            </a:r>
          </a:p>
          <a:p>
            <a:pPr marL="717550" lvl="1" indent="-260350"/>
            <a:r>
              <a:rPr lang="ja-JP" altLang="en-US" sz="2000" dirty="0"/>
              <a:t>監視</a:t>
            </a:r>
            <a:r>
              <a:rPr lang="en-GB" altLang="ja-JP" sz="2000" dirty="0"/>
              <a:t>: Datadog, Sentry</a:t>
            </a:r>
            <a:endParaRPr lang="en-GB" altLang="ja-JP" dirty="0"/>
          </a:p>
        </p:txBody>
      </p:sp>
      <p:sp>
        <p:nvSpPr>
          <p:cNvPr id="4" name="スライド番号プレースホルダー 3">
            <a:extLst>
              <a:ext uri="{FF2B5EF4-FFF2-40B4-BE49-F238E27FC236}">
                <a16:creationId xmlns:a16="http://schemas.microsoft.com/office/drawing/2014/main" id="{0D0E5C07-70C7-BEAF-5541-1A13A7946F78}"/>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215796120"/>
      </p:ext>
    </p:extLst>
  </p:cSld>
  <p:clrMapOvr>
    <a:masterClrMapping/>
  </p:clrMapOvr>
</p:sld>
</file>

<file path=ppt/slides/slide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a:extLst>
            <a:ext uri="{FF2B5EF4-FFF2-40B4-BE49-F238E27FC236}">
              <a16:creationId xmlns:a16="http://schemas.microsoft.com/office/drawing/2014/main" id="{79D35710-13F3-1DDC-ED3A-8DCF360A66BB}"/>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8AE9BD43-BD4D-7530-5D9F-19C89823FA0A}"/>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928D62D7-12B6-A224-93A5-DFA5C5AC06DA}"/>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D71BE182-9AA3-EF1B-528D-0EE601919E4D}"/>
              </a:ext>
            </a:extLst>
          </p:cNvPr>
          <p:cNvGraphicFramePr>
            <a:graphicFrameLocks noGrp="1"/>
          </p:cNvGraphicFramePr>
          <p:nvPr>
            <p:extLst>
              <p:ext uri="{D42A27DB-BD31-4B8C-83A1-F6EECF244321}">
                <p14:modId xmlns:p14="http://schemas.microsoft.com/office/powerpoint/2010/main" val="812265345"/>
              </p:ext>
            </p:extLst>
          </p:nvPr>
        </p:nvGraphicFramePr>
        <p:xfrm>
          <a:off x="836798" y="1822829"/>
          <a:ext cx="10515600" cy="411988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2021</a:t>
                      </a:r>
                      <a:r>
                        <a:rPr lang="ja-JP" altLang="en-US" dirty="0"/>
                        <a:t>年</a:t>
                      </a:r>
                      <a:r>
                        <a:rPr lang="en-GB" altLang="ja-JP" dirty="0"/>
                        <a:t>08</a:t>
                      </a:r>
                      <a:r>
                        <a:rPr lang="ja-JP" altLang="en-US" dirty="0"/>
                        <a:t>月</a:t>
                      </a:r>
                      <a:r>
                        <a:rPr lang="en-GB" altLang="ja-JP" dirty="0"/>
                        <a:t>-</a:t>
                      </a:r>
                    </a:p>
                    <a:p>
                      <a:r>
                        <a:rPr lang="en-GB" dirty="0"/>
                        <a:t>Present</a:t>
                      </a:r>
                    </a:p>
                  </a:txBody>
                  <a:tcPr/>
                </a:tc>
                <a:tc>
                  <a:txBody>
                    <a:bodyPr/>
                    <a:lstStyle/>
                    <a:p>
                      <a:r>
                        <a:rPr lang="en-GB" dirty="0"/>
                        <a:t>EdTech SaaS</a:t>
                      </a:r>
                    </a:p>
                  </a:txBody>
                  <a:tcPr/>
                </a:tc>
                <a:tc>
                  <a:txBody>
                    <a:bodyPr/>
                    <a:lstStyle/>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ソフトウェア</a:t>
                      </a:r>
                      <a:endParaRPr lang="en-GB" altLang="ja-JP" dirty="0"/>
                    </a:p>
                    <a:p>
                      <a:pPr marL="0" marR="0" lvl="0" indent="0" algn="l" defTabSz="914400" rtl="0" eaLnBrk="1" fontAlgn="auto" latinLnBrk="0" hangingPunct="1">
                        <a:lnSpc>
                          <a:spcPct val="100000"/>
                        </a:lnSpc>
                        <a:spcBef>
                          <a:spcPts val="0"/>
                        </a:spcBef>
                        <a:spcAft>
                          <a:spcPts val="0"/>
                        </a:spcAft>
                        <a:buClrTx/>
                        <a:buSzTx/>
                        <a:buFontTx/>
                        <a:buNone/>
                        <a:tabLst/>
                        <a:defRPr/>
                      </a:pPr>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en-GB" dirty="0"/>
                        <a:t>CI/CD </a:t>
                      </a:r>
                      <a:r>
                        <a:rPr lang="ja-JP" altLang="en-US" dirty="0"/>
                        <a:t>運用・保守</a:t>
                      </a:r>
                      <a:endParaRPr lang="en-GB" dirty="0"/>
                    </a:p>
                    <a:p>
                      <a:pPr marL="180975" indent="-180975">
                        <a:buFont typeface="Arial" panose="020B0604020202020204" pitchFamily="34" charset="0"/>
                        <a:buChar char="•"/>
                      </a:pPr>
                      <a:r>
                        <a:rPr lang="ja-JP" altLang="en-US" dirty="0"/>
                        <a:t>週次リリースマネージャー</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altLang="ja-JP" dirty="0"/>
                    </a:p>
                    <a:p>
                      <a:pPr marL="180975" indent="-180975">
                        <a:buFont typeface="Arial" panose="020B0604020202020204" pitchFamily="34" charset="0"/>
                        <a:buChar char="•"/>
                      </a:pPr>
                      <a:r>
                        <a:rPr lang="ja-JP" altLang="en-US" dirty="0"/>
                        <a:t>技術ブログ記事執筆</a:t>
                      </a:r>
                      <a:endParaRPr lang="en-GB" dirty="0"/>
                    </a:p>
                    <a:p>
                      <a:pPr marL="180975" indent="-180975">
                        <a:buFont typeface="Arial" panose="020B0604020202020204" pitchFamily="34" charset="0"/>
                        <a:buChar char="•"/>
                      </a:pPr>
                      <a:r>
                        <a:rPr lang="en-GB" dirty="0"/>
                        <a:t>LT </a:t>
                      </a:r>
                      <a:r>
                        <a:rPr lang="ja-JP" altLang="en-US" dirty="0"/>
                        <a:t>登壇</a:t>
                      </a:r>
                      <a:endParaRPr lang="en-GB" dirty="0"/>
                    </a:p>
                  </a:txBody>
                  <a:tcPr/>
                </a:tc>
                <a:extLst>
                  <a:ext uri="{0D108BD9-81ED-4DB2-BD59-A6C34878D82A}">
                    <a16:rowId xmlns:a16="http://schemas.microsoft.com/office/drawing/2014/main" val="1529764250"/>
                  </a:ext>
                </a:extLst>
              </a:tr>
              <a:tr h="370840">
                <a:tc>
                  <a:txBody>
                    <a:bodyPr/>
                    <a:lstStyle/>
                    <a:p>
                      <a:r>
                        <a:rPr lang="en-GB" dirty="0"/>
                        <a:t>2020</a:t>
                      </a:r>
                      <a:r>
                        <a:rPr lang="ja-JP" altLang="en-US" dirty="0"/>
                        <a:t>年</a:t>
                      </a:r>
                      <a:r>
                        <a:rPr lang="en-GB" altLang="ja-JP" dirty="0"/>
                        <a:t>02</a:t>
                      </a:r>
                      <a:r>
                        <a:rPr lang="ja-JP" altLang="en-US" dirty="0"/>
                        <a:t>月</a:t>
                      </a:r>
                      <a:r>
                        <a:rPr lang="en-GB" dirty="0"/>
                        <a:t>-</a:t>
                      </a:r>
                    </a:p>
                    <a:p>
                      <a:r>
                        <a:rPr lang="en-GB" dirty="0"/>
                        <a:t>2020</a:t>
                      </a:r>
                      <a:r>
                        <a:rPr lang="ja-JP" altLang="en-US" dirty="0"/>
                        <a:t>年</a:t>
                      </a:r>
                      <a:r>
                        <a:rPr lang="en-GB" altLang="ja-JP" dirty="0"/>
                        <a:t>12</a:t>
                      </a:r>
                      <a:r>
                        <a:rPr lang="ja-JP" altLang="en-US" dirty="0"/>
                        <a:t>月</a:t>
                      </a:r>
                      <a:endParaRPr lang="en-GB" dirty="0"/>
                    </a:p>
                  </a:txBody>
                  <a:tcPr/>
                </a:tc>
                <a:tc>
                  <a:txBody>
                    <a:bodyPr/>
                    <a:lstStyle/>
                    <a:p>
                      <a:r>
                        <a:rPr lang="ja-JP" altLang="en-US" dirty="0"/>
                        <a:t>チャットボット系</a:t>
                      </a:r>
                      <a:r>
                        <a:rPr lang="en-GB" altLang="ja-JP" dirty="0"/>
                        <a:t> </a:t>
                      </a:r>
                      <a:r>
                        <a:rPr lang="en-GB" dirty="0"/>
                        <a:t>SaaS</a:t>
                      </a:r>
                    </a:p>
                  </a:txBody>
                  <a:tcPr/>
                </a:tc>
                <a:tc>
                  <a:txBody>
                    <a:bodyPr/>
                    <a:lstStyle/>
                    <a:p>
                      <a:r>
                        <a:rPr lang="ja-JP" altLang="en-US" dirty="0"/>
                        <a:t>バックエンド</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ドキュメンテーション</a:t>
                      </a:r>
                      <a:endParaRPr lang="en-GB" dirty="0"/>
                    </a:p>
                    <a:p>
                      <a:pPr marL="180975" indent="-180975">
                        <a:buFont typeface="Arial" panose="020B0604020202020204" pitchFamily="34" charset="0"/>
                        <a:buChar char="•"/>
                      </a:pPr>
                      <a:r>
                        <a:rPr lang="ja-JP" altLang="en-US" dirty="0"/>
                        <a:t>技術負債解消</a:t>
                      </a:r>
                      <a:endParaRPr lang="en-GB" dirty="0"/>
                    </a:p>
                    <a:p>
                      <a:pPr marL="180975" indent="-180975">
                        <a:buFont typeface="Arial" panose="020B0604020202020204" pitchFamily="34" charset="0"/>
                        <a:buChar char="•"/>
                      </a:pPr>
                      <a:r>
                        <a:rPr lang="ja-JP" altLang="en-US" dirty="0"/>
                        <a:t>代替</a:t>
                      </a:r>
                      <a:r>
                        <a:rPr lang="en-GB" dirty="0"/>
                        <a:t> API </a:t>
                      </a:r>
                      <a:r>
                        <a:rPr lang="ja-JP" altLang="en-US" dirty="0"/>
                        <a:t>検証</a:t>
                      </a:r>
                      <a:endParaRPr lang="en-GB" dirty="0"/>
                    </a:p>
                  </a:txBody>
                  <a:tcPr/>
                </a:tc>
                <a:extLst>
                  <a:ext uri="{0D108BD9-81ED-4DB2-BD59-A6C34878D82A}">
                    <a16:rowId xmlns:a16="http://schemas.microsoft.com/office/drawing/2014/main" val="2157449828"/>
                  </a:ext>
                </a:extLst>
              </a:tr>
            </a:tbl>
          </a:graphicData>
        </a:graphic>
      </p:graphicFrame>
    </p:spTree>
    <p:extLst>
      <p:ext uri="{BB962C8B-B14F-4D97-AF65-F5344CB8AC3E}">
        <p14:creationId xmlns:p14="http://schemas.microsoft.com/office/powerpoint/2010/main" val="1667821035"/>
      </p:ext>
    </p:extLst>
  </p:cSld>
  <p:clrMapOvr>
    <a:masterClrMapping/>
  </p:clrMapOvr>
</p:sld>
</file>

<file path=ppt/slides/slide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a:extLst>
            <a:ext uri="{FF2B5EF4-FFF2-40B4-BE49-F238E27FC236}">
              <a16:creationId xmlns:a16="http://schemas.microsoft.com/office/drawing/2014/main" id="{DA963319-8BD9-1FDC-117A-46D4D1FA84B5}"/>
            </a:ext>
          </a:extLst>
        </p:cNvPr>
        <p:cNvGrpSpPr/>
        <p:nvPr/>
      </p:nvGrpSpPr>
      <p:grpSpPr>
        <a:xfrm>
          <a:off x="0" y="0"/>
          <a:ext cx="0" cy="0"/>
          <a:chOff x="0" y="0"/>
          <a:chExt cx="0" cy="0"/>
        </a:xfrm>
      </p:grpSpPr>
      <p:sp>
        <p:nvSpPr>
          <p:cNvPr id="2" name="タイトル 1">
            <a:extLst>
              <a:ext uri="{FF2B5EF4-FFF2-40B4-BE49-F238E27FC236}">
                <a16:creationId xmlns:a16="http://schemas.microsoft.com/office/drawing/2014/main" id="{D5E17198-B162-EDEA-9A55-24D1ED3CCDB3}"/>
              </a:ext>
            </a:extLst>
          </p:cNvPr>
          <p:cNvSpPr>
            <a:spLocks noGrp="1"/>
          </p:cNvSpPr>
          <p:nvPr>
            <p:ph type="title"/>
          </p:nvPr>
        </p:nvSpPr>
        <p:spPr>
          <a:xfrm>
            <a:off x="838200" y="365125"/>
            <a:ext cx="10515600" cy="1325563"/>
          </a:xfrm>
          <a:ln>
            <a:noFill/>
          </a:ln>
        </p:spPr>
        <p:txBody>
          <a:bodyPr/>
          <a:lstStyle/>
          <a:p>
            <a:pPr algn="ctr"/>
            <a:r>
              <a:rPr kumimoji="1" lang="ja-JP" altLang="en-US" b="1" dirty="0">
                <a:latin typeface="+mn-lt"/>
              </a:rPr>
              <a:t>職歴</a:t>
            </a:r>
          </a:p>
        </p:txBody>
      </p:sp>
      <p:sp>
        <p:nvSpPr>
          <p:cNvPr id="3" name="スライド番号プレースホルダー 3">
            <a:extLst>
              <a:ext uri="{FF2B5EF4-FFF2-40B4-BE49-F238E27FC236}">
                <a16:creationId xmlns:a16="http://schemas.microsoft.com/office/drawing/2014/main" id="{0C90DAC1-6AAC-0DFC-F9FC-2AA3B2C1409B}"/>
              </a:ext>
            </a:extLst>
          </p:cNvPr>
          <p:cNvSpPr>
            <a:spLocks noGrp="1"/>
          </p:cNvSpPr>
          <p:nvPr>
            <p:ph type="sldNum" sz="quarter" idx="12"/>
          </p:nvPr>
        </p:nvSpPr>
        <p:spPr>
          <a:xfrm>
            <a:off x="8610600" y="6356350"/>
            <a:ext cx="2743200" cy="365125"/>
          </a:xfrm>
          <a:ln>
            <a:noFill/>
          </a:ln>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graphicFrame>
        <p:nvGraphicFramePr>
          <p:cNvPr id="4" name="Table 3">
            <a:extLst>
              <a:ext uri="{FF2B5EF4-FFF2-40B4-BE49-F238E27FC236}">
                <a16:creationId xmlns:a16="http://schemas.microsoft.com/office/drawing/2014/main" id="{BAEF824A-0BBC-239B-E479-2513A08BC51C}"/>
              </a:ext>
            </a:extLst>
          </p:cNvPr>
          <p:cNvGraphicFramePr>
            <a:graphicFrameLocks noGrp="1"/>
          </p:cNvGraphicFramePr>
          <p:nvPr>
            <p:extLst>
              <p:ext uri="{D42A27DB-BD31-4B8C-83A1-F6EECF244321}">
                <p14:modId xmlns:p14="http://schemas.microsoft.com/office/powerpoint/2010/main" val="1788297845"/>
              </p:ext>
            </p:extLst>
          </p:nvPr>
        </p:nvGraphicFramePr>
        <p:xfrm>
          <a:off x="836798" y="1822829"/>
          <a:ext cx="10515600" cy="3022600"/>
        </p:xfrm>
        <a:graphic>
          <a:graphicData uri="http://schemas.openxmlformats.org/drawingml/2006/table">
            <a:tbl>
              <a:tblPr firstRow="1" bandRow="1">
                <a:tableStyleId>{5C22544A-7EE6-4342-B048-85BDC9FD1C3A}</a:tableStyleId>
              </a:tblPr>
              <a:tblGrid>
                <a:gridCol w="2086765">
                  <a:extLst>
                    <a:ext uri="{9D8B030D-6E8A-4147-A177-3AD203B41FA5}">
                      <a16:colId xmlns:a16="http://schemas.microsoft.com/office/drawing/2014/main" val="2877444782"/>
                    </a:ext>
                  </a:extLst>
                </a:gridCol>
                <a:gridCol w="2743200">
                  <a:extLst>
                    <a:ext uri="{9D8B030D-6E8A-4147-A177-3AD203B41FA5}">
                      <a16:colId xmlns:a16="http://schemas.microsoft.com/office/drawing/2014/main" val="4201988920"/>
                    </a:ext>
                  </a:extLst>
                </a:gridCol>
                <a:gridCol w="1900107">
                  <a:extLst>
                    <a:ext uri="{9D8B030D-6E8A-4147-A177-3AD203B41FA5}">
                      <a16:colId xmlns:a16="http://schemas.microsoft.com/office/drawing/2014/main" val="2452243297"/>
                    </a:ext>
                  </a:extLst>
                </a:gridCol>
                <a:gridCol w="3785528">
                  <a:extLst>
                    <a:ext uri="{9D8B030D-6E8A-4147-A177-3AD203B41FA5}">
                      <a16:colId xmlns:a16="http://schemas.microsoft.com/office/drawing/2014/main" val="2548828920"/>
                    </a:ext>
                  </a:extLst>
                </a:gridCol>
              </a:tblGrid>
              <a:tr h="370840">
                <a:tc>
                  <a:txBody>
                    <a:bodyPr/>
                    <a:lstStyle/>
                    <a:p>
                      <a:r>
                        <a:rPr lang="ja-JP" altLang="en-US" dirty="0"/>
                        <a:t>期間</a:t>
                      </a:r>
                      <a:endParaRPr lang="en-GB" dirty="0"/>
                    </a:p>
                  </a:txBody>
                  <a:tcPr/>
                </a:tc>
                <a:tc>
                  <a:txBody>
                    <a:bodyPr/>
                    <a:lstStyle/>
                    <a:p>
                      <a:r>
                        <a:rPr lang="ja-JP" altLang="en-US" dirty="0"/>
                        <a:t>業種</a:t>
                      </a:r>
                      <a:endParaRPr lang="en-GB" dirty="0"/>
                    </a:p>
                  </a:txBody>
                  <a:tcPr/>
                </a:tc>
                <a:tc>
                  <a:txBody>
                    <a:bodyPr/>
                    <a:lstStyle/>
                    <a:p>
                      <a:r>
                        <a:rPr lang="ja-JP" altLang="en-US" dirty="0"/>
                        <a:t>職種</a:t>
                      </a:r>
                      <a:endParaRPr lang="en-GB" dirty="0"/>
                    </a:p>
                  </a:txBody>
                  <a:tcPr/>
                </a:tc>
                <a:tc>
                  <a:txBody>
                    <a:bodyPr/>
                    <a:lstStyle/>
                    <a:p>
                      <a:r>
                        <a:rPr lang="ja-JP" altLang="en-US" dirty="0"/>
                        <a:t>業務内容</a:t>
                      </a:r>
                      <a:endParaRPr lang="en-GB" dirty="0"/>
                    </a:p>
                  </a:txBody>
                  <a:tcPr/>
                </a:tc>
                <a:extLst>
                  <a:ext uri="{0D108BD9-81ED-4DB2-BD59-A6C34878D82A}">
                    <a16:rowId xmlns:a16="http://schemas.microsoft.com/office/drawing/2014/main" val="2477192480"/>
                  </a:ext>
                </a:extLst>
              </a:tr>
              <a:tr h="370840">
                <a:tc>
                  <a:txBody>
                    <a:bodyPr/>
                    <a:lstStyle/>
                    <a:p>
                      <a:r>
                        <a:rPr lang="en-GB" dirty="0"/>
                        <a:t>2018</a:t>
                      </a:r>
                      <a:r>
                        <a:rPr lang="ja-JP" altLang="en-US" dirty="0"/>
                        <a:t>年</a:t>
                      </a:r>
                      <a:r>
                        <a:rPr lang="en-US" altLang="ja-JP" dirty="0"/>
                        <a:t>06</a:t>
                      </a:r>
                      <a:r>
                        <a:rPr lang="ja-JP" altLang="en-US" dirty="0"/>
                        <a:t>月</a:t>
                      </a:r>
                      <a:r>
                        <a:rPr lang="en-GB" dirty="0"/>
                        <a:t> -</a:t>
                      </a:r>
                    </a:p>
                    <a:p>
                      <a:r>
                        <a:rPr lang="en-GB" dirty="0"/>
                        <a:t>2020</a:t>
                      </a:r>
                      <a:r>
                        <a:rPr lang="ja-JP" altLang="en-US" dirty="0"/>
                        <a:t>年</a:t>
                      </a:r>
                      <a:r>
                        <a:rPr lang="en-US" altLang="ja-JP" dirty="0"/>
                        <a:t>01</a:t>
                      </a:r>
                      <a:r>
                        <a:rPr lang="ja-JP" altLang="en-US" dirty="0"/>
                        <a:t>月</a:t>
                      </a:r>
                      <a:endParaRPr lang="en-GB" dirty="0"/>
                    </a:p>
                  </a:txBody>
                  <a:tcPr/>
                </a:tc>
                <a:tc>
                  <a:txBody>
                    <a:bodyPr/>
                    <a:lstStyle/>
                    <a:p>
                      <a:r>
                        <a:rPr lang="ja-JP" altLang="en-US" dirty="0"/>
                        <a:t>受託開発</a:t>
                      </a:r>
                      <a:endParaRPr lang="en-GB" dirty="0"/>
                    </a:p>
                  </a:txBody>
                  <a:tcPr/>
                </a:tc>
                <a:tc>
                  <a:txBody>
                    <a:bodyPr/>
                    <a:lstStyle/>
                    <a:p>
                      <a:r>
                        <a:rPr lang="ja-JP" altLang="en-US" dirty="0"/>
                        <a:t>ソフトウェア</a:t>
                      </a:r>
                      <a:endParaRPr lang="en-GB" altLang="ja-JP" dirty="0"/>
                    </a:p>
                    <a:p>
                      <a:r>
                        <a:rPr lang="ja-JP" altLang="en-US" dirty="0"/>
                        <a:t>エンジニア</a:t>
                      </a:r>
                      <a:endParaRPr lang="en-GB" dirty="0"/>
                    </a:p>
                  </a:txBody>
                  <a:tcPr/>
                </a:tc>
                <a:tc>
                  <a:txBody>
                    <a:bodyPr/>
                    <a:lstStyle/>
                    <a:p>
                      <a:pPr marL="180975" indent="-180975">
                        <a:buFont typeface="Arial" panose="020B0604020202020204" pitchFamily="34" charset="0"/>
                        <a:buChar char="•"/>
                      </a:pPr>
                      <a:r>
                        <a:rPr lang="ja-JP" altLang="en-US" dirty="0"/>
                        <a:t>バックエンド開発</a:t>
                      </a:r>
                      <a:endParaRPr lang="en-GB" dirty="0"/>
                    </a:p>
                    <a:p>
                      <a:pPr marL="180975" indent="-180975">
                        <a:buFont typeface="Arial" panose="020B0604020202020204" pitchFamily="34" charset="0"/>
                        <a:buChar char="•"/>
                      </a:pPr>
                      <a:r>
                        <a:rPr lang="ja-JP" altLang="en-US" dirty="0"/>
                        <a:t>フロントエンド開発</a:t>
                      </a:r>
                      <a:endParaRPr lang="en-GB" dirty="0"/>
                    </a:p>
                    <a:p>
                      <a:pPr marL="180975" indent="-180975">
                        <a:buFont typeface="Arial" panose="020B0604020202020204" pitchFamily="34" charset="0"/>
                        <a:buChar char="•"/>
                      </a:pPr>
                      <a:r>
                        <a:rPr lang="ja-JP" altLang="en-US" dirty="0"/>
                        <a:t>トラブル対応</a:t>
                      </a:r>
                      <a:endParaRPr lang="en-GB" dirty="0"/>
                    </a:p>
                    <a:p>
                      <a:pPr marL="180975" indent="-180975">
                        <a:buFont typeface="Arial" panose="020B0604020202020204" pitchFamily="34" charset="0"/>
                        <a:buChar char="•"/>
                      </a:pPr>
                      <a:r>
                        <a:rPr lang="en-GB" dirty="0"/>
                        <a:t>QA</a:t>
                      </a:r>
                    </a:p>
                    <a:p>
                      <a:pPr marL="180975" indent="-180975">
                        <a:buFont typeface="Arial" panose="020B0604020202020204" pitchFamily="34" charset="0"/>
                        <a:buChar char="•"/>
                      </a:pPr>
                      <a:r>
                        <a:rPr lang="ja-JP" altLang="en-US" dirty="0"/>
                        <a:t>技術ブログ記事執筆</a:t>
                      </a:r>
                      <a:endParaRPr lang="en-GB" dirty="0"/>
                    </a:p>
                  </a:txBody>
                  <a:tcPr/>
                </a:tc>
                <a:extLst>
                  <a:ext uri="{0D108BD9-81ED-4DB2-BD59-A6C34878D82A}">
                    <a16:rowId xmlns:a16="http://schemas.microsoft.com/office/drawing/2014/main" val="2130531394"/>
                  </a:ext>
                </a:extLst>
              </a:tr>
              <a:tr h="370840">
                <a:tc>
                  <a:txBody>
                    <a:bodyPr/>
                    <a:lstStyle/>
                    <a:p>
                      <a:r>
                        <a:rPr lang="en-GB" dirty="0"/>
                        <a:t>2016</a:t>
                      </a:r>
                      <a:r>
                        <a:rPr lang="ja-JP" altLang="en-US" dirty="0"/>
                        <a:t>年</a:t>
                      </a:r>
                      <a:r>
                        <a:rPr lang="en-US" altLang="ja-JP" dirty="0"/>
                        <a:t>04</a:t>
                      </a:r>
                      <a:r>
                        <a:rPr lang="ja-JP" altLang="en-US" dirty="0"/>
                        <a:t>月</a:t>
                      </a:r>
                      <a:r>
                        <a:rPr lang="en-GB" dirty="0"/>
                        <a:t> -</a:t>
                      </a:r>
                    </a:p>
                    <a:p>
                      <a:r>
                        <a:rPr lang="en-GB" dirty="0"/>
                        <a:t>2018</a:t>
                      </a:r>
                      <a:r>
                        <a:rPr lang="ja-JP" altLang="en-US" dirty="0"/>
                        <a:t>年</a:t>
                      </a:r>
                      <a:r>
                        <a:rPr lang="en-US" altLang="ja-JP" dirty="0"/>
                        <a:t>01</a:t>
                      </a:r>
                      <a:r>
                        <a:rPr lang="ja-JP" altLang="en-US" dirty="0"/>
                        <a:t>月</a:t>
                      </a:r>
                      <a:endParaRPr lang="en-GB" dirty="0"/>
                    </a:p>
                  </a:txBody>
                  <a:tcPr/>
                </a:tc>
                <a:tc>
                  <a:txBody>
                    <a:bodyPr/>
                    <a:lstStyle/>
                    <a:p>
                      <a:r>
                        <a:rPr lang="en-GB" altLang="ja-JP" dirty="0"/>
                        <a:t>SES</a:t>
                      </a:r>
                      <a:endParaRPr lang="en-GB" dirty="0"/>
                    </a:p>
                  </a:txBody>
                  <a:tcPr/>
                </a:tc>
                <a:tc>
                  <a:txBody>
                    <a:bodyPr/>
                    <a:lstStyle/>
                    <a:p>
                      <a:r>
                        <a:rPr lang="ja-JP" altLang="en-US" dirty="0"/>
                        <a:t>システムエンジニア</a:t>
                      </a:r>
                      <a:endParaRPr lang="en-GB" dirty="0"/>
                    </a:p>
                  </a:txBody>
                  <a:tcPr/>
                </a:tc>
                <a:tc>
                  <a:txBody>
                    <a:bodyPr/>
                    <a:lstStyle/>
                    <a:p>
                      <a:pPr marL="180975" indent="-180975">
                        <a:buFont typeface="Arial" panose="020B0604020202020204" pitchFamily="34" charset="0"/>
                        <a:buChar char="•"/>
                      </a:pPr>
                      <a:r>
                        <a:rPr lang="ja-JP" altLang="en-US" dirty="0"/>
                        <a:t>全社アカウント管理者</a:t>
                      </a:r>
                      <a:endParaRPr lang="en-GB" dirty="0"/>
                    </a:p>
                    <a:p>
                      <a:pPr marL="180975" indent="-180975">
                        <a:buFont typeface="Arial" panose="020B0604020202020204" pitchFamily="34" charset="0"/>
                        <a:buChar char="•"/>
                      </a:pPr>
                      <a:r>
                        <a:rPr lang="en-GB" dirty="0"/>
                        <a:t>Windows Server </a:t>
                      </a:r>
                      <a:r>
                        <a:rPr lang="ja-JP" altLang="en-US" dirty="0"/>
                        <a:t>運用・保守</a:t>
                      </a:r>
                      <a:endParaRPr lang="en-GB" dirty="0"/>
                    </a:p>
                    <a:p>
                      <a:pPr marL="180975" indent="-180975">
                        <a:buFont typeface="Arial" panose="020B0604020202020204" pitchFamily="34" charset="0"/>
                        <a:buChar char="•"/>
                      </a:pPr>
                      <a:r>
                        <a:rPr lang="ja-JP" altLang="en-US" dirty="0"/>
                        <a:t>セキュリティ管理者助手</a:t>
                      </a:r>
                      <a:endParaRPr lang="en-GB" dirty="0"/>
                    </a:p>
                    <a:p>
                      <a:pPr marL="180975" indent="-180975">
                        <a:buFont typeface="Arial" panose="020B0604020202020204" pitchFamily="34" charset="0"/>
                        <a:buChar char="•"/>
                      </a:pPr>
                      <a:r>
                        <a:rPr lang="ja-JP" altLang="en-US" dirty="0"/>
                        <a:t>翻訳・通訳</a:t>
                      </a:r>
                      <a:endParaRPr lang="en-GB" dirty="0"/>
                    </a:p>
                  </a:txBody>
                  <a:tcPr/>
                </a:tc>
                <a:extLst>
                  <a:ext uri="{0D108BD9-81ED-4DB2-BD59-A6C34878D82A}">
                    <a16:rowId xmlns:a16="http://schemas.microsoft.com/office/drawing/2014/main" val="2598994669"/>
                  </a:ext>
                </a:extLst>
              </a:tr>
            </a:tbl>
          </a:graphicData>
        </a:graphic>
      </p:graphicFrame>
    </p:spTree>
    <p:extLst>
      <p:ext uri="{BB962C8B-B14F-4D97-AF65-F5344CB8AC3E}">
        <p14:creationId xmlns:p14="http://schemas.microsoft.com/office/powerpoint/2010/main" val="3782107945"/>
      </p:ext>
    </p:extLst>
  </p:cSld>
  <p:clrMapOvr>
    <a:masterClrMapping/>
  </p:clrMapOvr>
</p:sld>
</file>

<file path=ppt/slides/slide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9" name="タイトル 1">
            <a:extLst>
              <a:ext uri="{FF2B5EF4-FFF2-40B4-BE49-F238E27FC236}">
                <a16:creationId xmlns:a16="http://schemas.microsoft.com/office/drawing/2014/main" id="{378C05C1-87B1-BA30-D593-66D492FF1152}"/>
              </a:ext>
            </a:extLst>
          </p:cNvPr>
          <p:cNvSpPr>
            <a:spLocks noGrp="1"/>
          </p:cNvSpPr>
          <p:nvPr>
            <p:ph type="title"/>
          </p:nvPr>
        </p:nvSpPr>
        <p:spPr>
          <a:xfrm>
            <a:off x="838200" y="365125"/>
            <a:ext cx="10515600" cy="1325563"/>
          </a:xfrm>
        </p:spPr>
        <p:txBody>
          <a:bodyPr/>
          <a:lstStyle/>
          <a:p>
            <a:pPr algn="ctr"/>
            <a:r>
              <a:rPr lang="ja-JP" altLang="en-US" b="1" dirty="0"/>
              <a:t>国際交流活動</a:t>
            </a:r>
            <a:endParaRPr lang="en-GB" b="1" dirty="0"/>
          </a:p>
        </p:txBody>
      </p:sp>
      <p:sp>
        <p:nvSpPr>
          <p:cNvPr id="10" name="スライド番号プレースホルダー 3">
            <a:extLst>
              <a:ext uri="{FF2B5EF4-FFF2-40B4-BE49-F238E27FC236}">
                <a16:creationId xmlns:a16="http://schemas.microsoft.com/office/drawing/2014/main" id="{D7C9EA79-C769-23E2-9F3D-D4890F3C11E9}"/>
              </a:ext>
            </a:extLst>
          </p:cNvPr>
          <p:cNvSpPr>
            <a:spLocks noGrp="1"/>
          </p:cNvSpPr>
          <p:nvPr>
            <p:ph type="sldNum" sz="quarter" idx="12"/>
          </p:nvPr>
        </p:nvSpPr>
        <p:spPr>
          <a:xfrm>
            <a:off x="8610600" y="6356350"/>
            <a:ext cx="2743200" cy="365125"/>
          </a:xfrm>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7</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11" name="コンテンツ プレースホルダー 2">
            <a:extLst>
              <a:ext uri="{FF2B5EF4-FFF2-40B4-BE49-F238E27FC236}">
                <a16:creationId xmlns:a16="http://schemas.microsoft.com/office/drawing/2014/main" id="{1A2A920C-FA0F-BEBB-BB45-6CBA82FEACD1}"/>
              </a:ext>
            </a:extLst>
          </p:cNvPr>
          <p:cNvSpPr>
            <a:spLocks noGrp="1"/>
          </p:cNvSpPr>
          <p:nvPr>
            <p:ph idx="1"/>
          </p:nvPr>
        </p:nvSpPr>
        <p:spPr>
          <a:xfrm>
            <a:off x="838200" y="1830270"/>
            <a:ext cx="10515600" cy="4343898"/>
          </a:xfrm>
          <a:ln>
            <a:noFill/>
          </a:ln>
        </p:spPr>
        <p:txBody>
          <a:bodyPr>
            <a:normAutofit/>
          </a:bodyPr>
          <a:lstStyle/>
          <a:p>
            <a:pPr marL="268288" indent="-268288"/>
            <a:r>
              <a:rPr lang="ja-JP" altLang="en-US" sz="1600" dirty="0"/>
              <a:t>大学時代</a:t>
            </a:r>
          </a:p>
          <a:p>
            <a:pPr marL="536575" lvl="1" indent="-268288"/>
            <a:r>
              <a:rPr lang="ja-JP" altLang="en-US" sz="1400" dirty="0"/>
              <a:t>英語学ゼミ</a:t>
            </a:r>
            <a:r>
              <a:rPr lang="en-US" altLang="ja-JP" sz="1400" dirty="0"/>
              <a:t>(</a:t>
            </a:r>
            <a:r>
              <a:rPr lang="ja-JP" altLang="en-US" sz="1400" dirty="0"/>
              <a:t>マスメディア英語</a:t>
            </a:r>
            <a:r>
              <a:rPr lang="en-US" altLang="ja-JP" sz="1400" dirty="0"/>
              <a:t>)</a:t>
            </a:r>
          </a:p>
          <a:p>
            <a:pPr marL="536575" lvl="1" indent="-268288"/>
            <a:r>
              <a:rPr lang="ja-JP" altLang="en-US" sz="1400" dirty="0"/>
              <a:t>国際交流サークル兼部</a:t>
            </a:r>
            <a:r>
              <a:rPr lang="en-US" altLang="ja-JP" sz="1400" dirty="0"/>
              <a:t>(2</a:t>
            </a:r>
            <a:r>
              <a:rPr lang="ja-JP" altLang="en-US" sz="1400" dirty="0"/>
              <a:t>年次</a:t>
            </a:r>
            <a:r>
              <a:rPr lang="en-US" altLang="ja-JP" sz="1400" dirty="0"/>
              <a:t>)</a:t>
            </a:r>
          </a:p>
          <a:p>
            <a:pPr marL="536575" lvl="1" indent="-268288"/>
            <a:r>
              <a:rPr lang="ja-JP" altLang="en-US" sz="1400" dirty="0">
                <a:hlinkClick r:id="rId3"/>
              </a:rPr>
              <a:t>内閣府主催国際交流プログラム</a:t>
            </a:r>
            <a:r>
              <a:rPr lang="en-US" altLang="ja-JP" sz="1400" dirty="0"/>
              <a:t>(2013</a:t>
            </a:r>
            <a:r>
              <a:rPr lang="ja-JP" altLang="en-US" sz="1400" dirty="0"/>
              <a:t>年 </a:t>
            </a:r>
            <a:r>
              <a:rPr lang="en-GB" altLang="ja-JP" sz="1400" dirty="0"/>
              <a:t>-</a:t>
            </a:r>
            <a:r>
              <a:rPr lang="en-US" altLang="ja-JP" sz="1400" dirty="0"/>
              <a:t> 2016</a:t>
            </a:r>
            <a:r>
              <a:rPr lang="ja-JP" altLang="en-US" sz="1400" dirty="0"/>
              <a:t>年</a:t>
            </a:r>
            <a:r>
              <a:rPr lang="en-US" altLang="ja-JP" sz="1400" dirty="0"/>
              <a:t>)</a:t>
            </a:r>
          </a:p>
          <a:p>
            <a:pPr marL="536575" lvl="1" indent="-268288"/>
            <a:r>
              <a:rPr lang="ja-JP" altLang="en-US" sz="1400" dirty="0"/>
              <a:t>日本語学の授業の</a:t>
            </a:r>
            <a:r>
              <a:rPr lang="en-GB" altLang="ja-JP" sz="1400" dirty="0"/>
              <a:t> S </a:t>
            </a:r>
            <a:r>
              <a:rPr lang="ja-JP" altLang="en-US" sz="1400" dirty="0"/>
              <a:t>単位取得</a:t>
            </a:r>
            <a:r>
              <a:rPr lang="en-GB" altLang="ja-JP" sz="1400" dirty="0"/>
              <a:t>(</a:t>
            </a:r>
            <a:r>
              <a:rPr lang="ja-JP" altLang="en-US" sz="1400" dirty="0"/>
              <a:t>最終年次</a:t>
            </a:r>
            <a:r>
              <a:rPr lang="en-GB" altLang="ja-JP" sz="1400" dirty="0"/>
              <a:t>)</a:t>
            </a:r>
            <a:endParaRPr lang="en-US" altLang="ja-JP" sz="1400" dirty="0"/>
          </a:p>
          <a:p>
            <a:pPr marL="268288" indent="-268288"/>
            <a:r>
              <a:rPr lang="ja-JP" altLang="en-US" sz="1600" dirty="0"/>
              <a:t>海外生活</a:t>
            </a:r>
          </a:p>
          <a:p>
            <a:pPr marL="536575" lvl="1" indent="-268288"/>
            <a:r>
              <a:rPr lang="ja-JP" altLang="en-US" sz="1400" dirty="0"/>
              <a:t>オーストラリアでのワーキングホリデー</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en-GB" altLang="ja-JP" sz="1400" dirty="0"/>
              <a:t>2015</a:t>
            </a:r>
            <a:r>
              <a:rPr lang="ja-JP" altLang="en-US" sz="1400" dirty="0"/>
              <a:t>年</a:t>
            </a:r>
            <a:r>
              <a:rPr lang="en-US" altLang="ja-JP" sz="1400" dirty="0"/>
              <a:t>03</a:t>
            </a:r>
            <a:r>
              <a:rPr lang="ja-JP" altLang="en-US" sz="1400" dirty="0"/>
              <a:t>月</a:t>
            </a:r>
            <a:r>
              <a:rPr lang="en-US" altLang="ja-JP" sz="1400" dirty="0"/>
              <a:t>)</a:t>
            </a:r>
          </a:p>
          <a:p>
            <a:pPr marL="728662" lvl="2" indent="-285750"/>
            <a:r>
              <a:rPr lang="en-GB" altLang="ja-JP" sz="1200" dirty="0"/>
              <a:t>2</a:t>
            </a:r>
            <a:r>
              <a:rPr lang="ja-JP" altLang="en-US" sz="1200" dirty="0"/>
              <a:t>ヶ月間のシドニーの語学学校通学</a:t>
            </a:r>
            <a:endParaRPr lang="en-GB" altLang="ja-JP" sz="1200" dirty="0"/>
          </a:p>
          <a:p>
            <a:pPr marL="728662" lvl="2" indent="-285750"/>
            <a:r>
              <a:rPr lang="en-US" altLang="ja-JP" sz="1200" dirty="0"/>
              <a:t>6</a:t>
            </a:r>
            <a:r>
              <a:rPr lang="ja-JP" altLang="en-US" sz="1200" dirty="0"/>
              <a:t>ヶ月間の</a:t>
            </a:r>
            <a:r>
              <a:rPr lang="en-GB" altLang="ja-JP" sz="1200" dirty="0"/>
              <a:t> </a:t>
            </a:r>
            <a:r>
              <a:rPr lang="en-GB" altLang="ja-JP" sz="1200" dirty="0">
                <a:hlinkClick r:id="rId4"/>
              </a:rPr>
              <a:t>Hamilton Island Resort</a:t>
            </a:r>
            <a:r>
              <a:rPr lang="en-GB" altLang="ja-JP" sz="1200" dirty="0"/>
              <a:t> </a:t>
            </a:r>
            <a:r>
              <a:rPr lang="ja-JP" altLang="en-US" sz="1200" dirty="0"/>
              <a:t>での就労</a:t>
            </a:r>
            <a:endParaRPr lang="en-GB" altLang="ja-JP" sz="1200" dirty="0"/>
          </a:p>
          <a:p>
            <a:pPr marL="728662" lvl="2" indent="-285750"/>
            <a:r>
              <a:rPr lang="en-US" altLang="ja-JP" sz="1200" dirty="0"/>
              <a:t>1</a:t>
            </a:r>
            <a:r>
              <a:rPr lang="ja-JP" altLang="en-US" sz="1200" dirty="0"/>
              <a:t>ヶ月間の </a:t>
            </a:r>
            <a:r>
              <a:rPr lang="en-GB" altLang="ja-JP" sz="1200" dirty="0"/>
              <a:t>NSW </a:t>
            </a:r>
            <a:r>
              <a:rPr lang="ja-JP" altLang="en-US" sz="1200" dirty="0"/>
              <a:t>州の </a:t>
            </a:r>
            <a:r>
              <a:rPr lang="en-GB" altLang="ja-JP" sz="1200" dirty="0">
                <a:hlinkClick r:id="rId5"/>
              </a:rPr>
              <a:t>St Ives High School</a:t>
            </a:r>
            <a:r>
              <a:rPr lang="ja-JP" altLang="en-US" sz="1200" dirty="0"/>
              <a:t> での日本語教師アシスタントボランティア活動</a:t>
            </a:r>
            <a:endParaRPr lang="en-US" altLang="ja-JP" sz="1200" dirty="0"/>
          </a:p>
          <a:p>
            <a:pPr marL="268288" indent="-268288"/>
            <a:r>
              <a:rPr lang="ja-JP" altLang="en-US" sz="1600" dirty="0"/>
              <a:t>その他活動</a:t>
            </a:r>
            <a:endParaRPr lang="ja-JP" altLang="en-US" sz="900" dirty="0"/>
          </a:p>
          <a:p>
            <a:pPr marL="536575" lvl="1" indent="-268288"/>
            <a:r>
              <a:rPr lang="ja-JP" altLang="en-US" sz="1400" dirty="0"/>
              <a:t>英語での日々の日記</a:t>
            </a:r>
            <a:r>
              <a:rPr lang="en-GB" altLang="ja-JP" sz="1400" dirty="0"/>
              <a:t>(</a:t>
            </a:r>
            <a:r>
              <a:rPr lang="en-US" altLang="ja-JP" sz="1400" dirty="0"/>
              <a:t>2014</a:t>
            </a:r>
            <a:r>
              <a:rPr lang="ja-JP" altLang="en-US" sz="1400" dirty="0"/>
              <a:t>年</a:t>
            </a:r>
            <a:r>
              <a:rPr lang="en-US" altLang="ja-JP" sz="1400" dirty="0"/>
              <a:t>04</a:t>
            </a:r>
            <a:r>
              <a:rPr lang="ja-JP" altLang="en-US" sz="1400" dirty="0"/>
              <a:t>月 </a:t>
            </a:r>
            <a:r>
              <a:rPr lang="en-US" altLang="ja-JP" sz="1400" dirty="0"/>
              <a:t>- </a:t>
            </a:r>
            <a:r>
              <a:rPr lang="ja-JP" altLang="en-US" sz="1400" dirty="0"/>
              <a:t>現在</a:t>
            </a:r>
            <a:r>
              <a:rPr lang="en-GB" altLang="ja-JP" sz="1400" dirty="0"/>
              <a:t>)</a:t>
            </a:r>
            <a:endParaRPr lang="en-US" altLang="ja-JP" sz="1400" dirty="0">
              <a:hlinkClick r:id="rId6"/>
            </a:endParaRPr>
          </a:p>
          <a:p>
            <a:pPr marL="536575" lvl="1" indent="-268288"/>
            <a:r>
              <a:rPr lang="en-US" altLang="ja-JP" sz="1400" dirty="0">
                <a:hlinkClick r:id="rId7"/>
              </a:rPr>
              <a:t>Sunrise Toastmasters Club</a:t>
            </a:r>
            <a:r>
              <a:rPr lang="en-GB" altLang="ja-JP" sz="1400" dirty="0"/>
              <a:t> </a:t>
            </a:r>
            <a:r>
              <a:rPr lang="ja-JP" altLang="en-US" sz="1400" dirty="0"/>
              <a:t>参加</a:t>
            </a:r>
            <a:r>
              <a:rPr lang="en-US" altLang="ja-JP" sz="1400" dirty="0"/>
              <a:t>(2017</a:t>
            </a:r>
            <a:r>
              <a:rPr lang="ja-JP" altLang="en-US" sz="1400" dirty="0"/>
              <a:t>年</a:t>
            </a:r>
            <a:r>
              <a:rPr lang="en-US" altLang="ja-JP" sz="1400" dirty="0"/>
              <a:t>02</a:t>
            </a:r>
            <a:r>
              <a:rPr lang="ja-JP" altLang="en-US" sz="1400" dirty="0"/>
              <a:t>月 </a:t>
            </a:r>
            <a:r>
              <a:rPr lang="en-US" altLang="ja-JP" sz="1400" dirty="0"/>
              <a:t>- 2018</a:t>
            </a:r>
            <a:r>
              <a:rPr lang="ja-JP" altLang="en-US" sz="1400" dirty="0"/>
              <a:t>年</a:t>
            </a:r>
            <a:r>
              <a:rPr lang="en-US" altLang="ja-JP" sz="1400" dirty="0"/>
              <a:t>03</a:t>
            </a:r>
            <a:r>
              <a:rPr lang="ja-JP" altLang="en-US" sz="1400" dirty="0"/>
              <a:t>月</a:t>
            </a:r>
            <a:r>
              <a:rPr lang="en-US" altLang="ja-JP" sz="1400" dirty="0"/>
              <a:t>)</a:t>
            </a:r>
          </a:p>
          <a:p>
            <a:pPr marL="536575" lvl="1" indent="-268288"/>
            <a:r>
              <a:rPr lang="en-US" altLang="ja-JP" sz="1400" dirty="0">
                <a:hlinkClick r:id="rId8"/>
              </a:rPr>
              <a:t>Vital Japan</a:t>
            </a:r>
            <a:r>
              <a:rPr lang="en-US" altLang="ja-JP" sz="1400" dirty="0"/>
              <a:t> </a:t>
            </a:r>
            <a:r>
              <a:rPr lang="ja-JP" altLang="en-US" sz="1400" dirty="0"/>
              <a:t>参加</a:t>
            </a:r>
            <a:r>
              <a:rPr lang="en-US" altLang="ja-JP" sz="1400" dirty="0"/>
              <a:t>(2018</a:t>
            </a:r>
            <a:r>
              <a:rPr lang="ja-JP" altLang="en-US" sz="1400" dirty="0"/>
              <a:t>年</a:t>
            </a:r>
            <a:r>
              <a:rPr lang="en-US" altLang="ja-JP" sz="1400" dirty="0"/>
              <a:t>0</a:t>
            </a:r>
            <a:r>
              <a:rPr lang="en-GB" altLang="ja-JP" sz="1400" dirty="0"/>
              <a:t>1</a:t>
            </a:r>
            <a:r>
              <a:rPr lang="ja-JP" altLang="en-US" sz="1400" dirty="0"/>
              <a:t>月 </a:t>
            </a:r>
            <a:r>
              <a:rPr lang="en-US" altLang="ja-JP" sz="1400" dirty="0"/>
              <a:t>- 2019</a:t>
            </a:r>
            <a:r>
              <a:rPr lang="ja-JP" altLang="en-US" sz="1400" dirty="0"/>
              <a:t>年</a:t>
            </a:r>
            <a:r>
              <a:rPr lang="en-US" altLang="ja-JP" sz="1400" dirty="0"/>
              <a:t>0</a:t>
            </a:r>
            <a:r>
              <a:rPr lang="en-GB" altLang="ja-JP" sz="1400" dirty="0"/>
              <a:t>7</a:t>
            </a:r>
            <a:r>
              <a:rPr lang="ja-JP" altLang="en-US" sz="1400" dirty="0"/>
              <a:t>月、</a:t>
            </a:r>
            <a:r>
              <a:rPr lang="en-US" altLang="ja-JP" sz="1400" dirty="0"/>
              <a:t>2022</a:t>
            </a:r>
            <a:r>
              <a:rPr lang="ja-JP" altLang="en-US" sz="1400" dirty="0"/>
              <a:t>年</a:t>
            </a:r>
            <a:r>
              <a:rPr lang="en-US" altLang="ja-JP" sz="1400" dirty="0"/>
              <a:t>10</a:t>
            </a:r>
            <a:r>
              <a:rPr lang="ja-JP" altLang="en-US" sz="1400" dirty="0"/>
              <a:t>月 </a:t>
            </a:r>
            <a:r>
              <a:rPr lang="en-US" altLang="ja-JP" sz="1400" dirty="0"/>
              <a:t>- 2023</a:t>
            </a:r>
            <a:r>
              <a:rPr lang="ja-JP" altLang="en-US" sz="1400" dirty="0"/>
              <a:t>年</a:t>
            </a:r>
            <a:r>
              <a:rPr lang="en-US" altLang="ja-JP" sz="1400" dirty="0"/>
              <a:t>0</a:t>
            </a:r>
            <a:r>
              <a:rPr lang="en-GB" altLang="ja-JP" sz="1400" dirty="0"/>
              <a:t>2</a:t>
            </a:r>
            <a:r>
              <a:rPr lang="ja-JP" altLang="en-US" sz="1400" dirty="0"/>
              <a:t>月</a:t>
            </a:r>
            <a:r>
              <a:rPr lang="en-US" altLang="ja-JP" sz="1400" dirty="0"/>
              <a:t>) </a:t>
            </a:r>
          </a:p>
          <a:p>
            <a:pPr marL="536575" lvl="1" indent="-268288"/>
            <a:r>
              <a:rPr lang="ja-JP" altLang="en-US" sz="1400" dirty="0"/>
              <a:t>英語自己学習</a:t>
            </a:r>
            <a:endParaRPr lang="en-GB" altLang="ja-JP" sz="1400" dirty="0"/>
          </a:p>
          <a:p>
            <a:pPr marL="536575" lvl="1" indent="-268288"/>
            <a:r>
              <a:rPr lang="en-GB" altLang="ja-JP" sz="1400" dirty="0"/>
              <a:t>Ruby </a:t>
            </a:r>
            <a:r>
              <a:rPr lang="ja-JP" altLang="en-US" sz="1400"/>
              <a:t>関連カンファレンス参加</a:t>
            </a:r>
            <a:endParaRPr lang="en-GB" altLang="ja-JP" sz="1400" dirty="0"/>
          </a:p>
        </p:txBody>
      </p:sp>
    </p:spTree>
    <p:extLst>
      <p:ext uri="{BB962C8B-B14F-4D97-AF65-F5344CB8AC3E}">
        <p14:creationId xmlns:p14="http://schemas.microsoft.com/office/powerpoint/2010/main" val="2567433019"/>
      </p:ext>
    </p:extLst>
  </p:cSld>
  <p:clrMapOvr>
    <a:masterClrMapping/>
  </p:clrMapOvr>
</p:sld>
</file>

<file path=ppt/slides/slide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このシリーズのコンセプト</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280035" marR="0" lvl="0" indent="-267335" defTabSz="914400" eaLnBrk="1" fontAlgn="auto" latinLnBrk="0" hangingPunct="1">
              <a:lnSpc>
                <a:spcPct val="100000"/>
              </a:lnSpc>
              <a:spcBef>
                <a:spcPts val="100"/>
              </a:spcBef>
              <a:spcAft>
                <a:spcPts val="0"/>
              </a:spcAft>
              <a:buClrTx/>
              <a:buSzPct val="116666"/>
              <a:buFont typeface="Arial MT"/>
              <a:buChar char="•"/>
              <a:tabLst>
                <a:tab pos="280035" algn="l"/>
              </a:tabLst>
              <a:defRPr/>
            </a:pPr>
            <a:r>
              <a:rPr kumimoji="0" lang="ja-JP" altLang="en-US" sz="2400" b="1" i="0" u="none" strike="noStrike" kern="0" cap="none" spc="-10" normalizeH="0" baseline="0" noProof="0" dirty="0">
                <a:ln>
                  <a:noFill/>
                </a:ln>
                <a:solidFill>
                  <a:sysClr val="windowText" lastClr="000000"/>
                </a:solidFill>
                <a:effectLst/>
                <a:uLnTx/>
                <a:uFillTx/>
                <a:latin typeface="Yu Gothic"/>
                <a:cs typeface="Yu Gothic"/>
              </a:rPr>
              <a:t>英語の奥深さを知る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28980" marR="0" lvl="1" indent="-266700" defTabSz="914400" eaLnBrk="1" fontAlgn="auto" latinLnBrk="0" hangingPunct="1">
              <a:lnSpc>
                <a:spcPct val="100000"/>
              </a:lnSpc>
              <a:spcBef>
                <a:spcPts val="290"/>
              </a:spcBef>
              <a:spcAft>
                <a:spcPts val="0"/>
              </a:spcAft>
              <a:buClrTx/>
              <a:buSzPct val="140000"/>
              <a:buFont typeface="Arial MT"/>
              <a:buChar char="•"/>
              <a:tabLst>
                <a:tab pos="728980"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単なるコミュニケーション手段ではない</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035" marR="0" lvl="0" indent="-267335" defTabSz="914400" eaLnBrk="1" fontAlgn="auto" latinLnBrk="0" hangingPunct="1">
              <a:lnSpc>
                <a:spcPct val="100000"/>
              </a:lnSpc>
              <a:spcBef>
                <a:spcPts val="685"/>
              </a:spcBef>
              <a:spcAft>
                <a:spcPts val="0"/>
              </a:spcAft>
              <a:buClrTx/>
              <a:buSzPct val="116666"/>
              <a:buFont typeface="Arial MT"/>
              <a:buChar char="•"/>
              <a:tabLst>
                <a:tab pos="280035" algn="l"/>
              </a:tabLst>
              <a:defRPr/>
            </a:pPr>
            <a:r>
              <a:rPr kumimoji="0" lang="ja-JP" altLang="en-US" sz="2400" b="1" i="0" u="none" strike="noStrike" kern="0" cap="none" spc="-5" normalizeH="0" baseline="0" noProof="0" dirty="0">
                <a:ln>
                  <a:noFill/>
                </a:ln>
                <a:solidFill>
                  <a:sysClr val="windowText" lastClr="000000"/>
                </a:solidFill>
                <a:effectLst/>
                <a:uLnTx/>
                <a:uFillTx/>
                <a:latin typeface="Yu Gothic"/>
                <a:cs typeface="Yu Gothic"/>
              </a:rPr>
              <a:t>英語を知ることで日本語を知る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29615" marR="0" lvl="1" indent="-267335" defTabSz="914400" eaLnBrk="1" fontAlgn="auto" latinLnBrk="0" hangingPunct="1">
              <a:lnSpc>
                <a:spcPct val="100000"/>
              </a:lnSpc>
              <a:spcBef>
                <a:spcPts val="290"/>
              </a:spcBef>
              <a:spcAft>
                <a:spcPts val="0"/>
              </a:spcAft>
              <a:buClrTx/>
              <a:buSzPct val="140000"/>
              <a:buFont typeface="Arial MT"/>
              <a:buChar char="•"/>
              <a:tabLst>
                <a:tab pos="729615" algn="l"/>
              </a:tabLst>
              <a:defRPr/>
            </a:pPr>
            <a:r>
              <a:rPr kumimoji="0" lang="ja-JP" altLang="en-US" sz="2000" b="0" i="0" u="none" strike="noStrike" kern="0" cap="none" spc="-20" normalizeH="0" baseline="0" noProof="0" dirty="0">
                <a:ln>
                  <a:noFill/>
                </a:ln>
                <a:solidFill>
                  <a:sysClr val="windowText" lastClr="000000"/>
                </a:solidFill>
                <a:effectLst/>
                <a:uLnTx/>
                <a:uFillTx/>
                <a:latin typeface="Yu Gothic"/>
                <a:cs typeface="Yu Gothic"/>
              </a:rPr>
              <a:t>一つの言語しか知らないことは何一つ知らないのと同じ</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a:p>
            <a:pPr marL="280035" marR="0" lvl="0" indent="-267335" defTabSz="914400" eaLnBrk="1" fontAlgn="auto" latinLnBrk="0" hangingPunct="1">
              <a:lnSpc>
                <a:spcPct val="100000"/>
              </a:lnSpc>
              <a:spcBef>
                <a:spcPts val="680"/>
              </a:spcBef>
              <a:spcAft>
                <a:spcPts val="0"/>
              </a:spcAft>
              <a:buClrTx/>
              <a:buSzPct val="116666"/>
              <a:buFont typeface="Arial MT"/>
              <a:buChar char="•"/>
              <a:tabLst>
                <a:tab pos="280035" algn="l"/>
              </a:tabLst>
              <a:defRPr/>
            </a:pPr>
            <a:r>
              <a:rPr kumimoji="0" lang="ja-JP" altLang="en-US" sz="2400" b="1" i="0" u="none" strike="noStrike" kern="0" cap="none" spc="-15" normalizeH="0" baseline="0" noProof="0" dirty="0">
                <a:ln>
                  <a:noFill/>
                </a:ln>
                <a:solidFill>
                  <a:sysClr val="windowText" lastClr="000000"/>
                </a:solidFill>
                <a:effectLst/>
                <a:uLnTx/>
                <a:uFillTx/>
                <a:latin typeface="Yu Gothic"/>
                <a:cs typeface="Yu Gothic"/>
              </a:rPr>
              <a:t>すぐに役に立たないことを追求する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729615" marR="0" lvl="1" indent="-267335" defTabSz="914400" eaLnBrk="1" fontAlgn="auto" latinLnBrk="0" hangingPunct="1">
              <a:lnSpc>
                <a:spcPct val="100000"/>
              </a:lnSpc>
              <a:spcBef>
                <a:spcPts val="295"/>
              </a:spcBef>
              <a:spcAft>
                <a:spcPts val="0"/>
              </a:spcAft>
              <a:buClrTx/>
              <a:buSzPct val="140000"/>
              <a:buFont typeface="Arial MT"/>
              <a:buChar char="•"/>
              <a:tabLst>
                <a:tab pos="729615" algn="l"/>
              </a:tabLst>
              <a:defRPr/>
            </a:pPr>
            <a:r>
              <a:rPr kumimoji="0" lang="ja-JP" altLang="en-US" sz="2000" b="0" i="0" u="none" strike="noStrike" kern="0" cap="none" spc="-15" normalizeH="0" baseline="0" noProof="0" dirty="0">
                <a:ln>
                  <a:noFill/>
                </a:ln>
                <a:solidFill>
                  <a:sysClr val="windowText" lastClr="000000"/>
                </a:solidFill>
                <a:effectLst/>
                <a:uLnTx/>
                <a:uFillTx/>
                <a:latin typeface="Yu Gothic"/>
                <a:cs typeface="Yu Gothic"/>
              </a:rPr>
              <a:t>無意味に思えることにこそ本質がある</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103166478"/>
      </p:ext>
    </p:extLst>
  </p:cSld>
  <p:clrMapOvr>
    <a:masterClrMapping/>
  </p:clrMapOvr>
</p:sld>
</file>

<file path=ppt/slides/slide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22B69D39-AAC7-42C5-8747-4B518371074C}"/>
              </a:ext>
            </a:extLst>
          </p:cNvPr>
          <p:cNvSpPr>
            <a:spLocks noGrp="1"/>
          </p:cNvSpPr>
          <p:nvPr>
            <p:ph type="title"/>
          </p:nvPr>
        </p:nvSpPr>
        <p:spPr/>
        <p:txBody>
          <a:bodyPr/>
          <a:lstStyle/>
          <a:p>
            <a:pPr algn="ctr"/>
            <a:r>
              <a:rPr lang="ja-JP" altLang="en-US" b="1" dirty="0">
                <a:latin typeface="Calibri (Headings)"/>
              </a:rPr>
              <a:t>目次</a:t>
            </a:r>
            <a:endParaRPr lang="en-GB" b="1" dirty="0">
              <a:latin typeface="Calibri (Headings)"/>
            </a:endParaRPr>
          </a:p>
        </p:txBody>
      </p:sp>
      <p:sp>
        <p:nvSpPr>
          <p:cNvPr id="3" name="コンテンツ プレースホルダー 2">
            <a:extLst>
              <a:ext uri="{FF2B5EF4-FFF2-40B4-BE49-F238E27FC236}">
                <a16:creationId xmlns:a16="http://schemas.microsoft.com/office/drawing/2014/main" id="{6865C527-BB5B-4296-B5C9-8645D3BC7D77}"/>
              </a:ext>
            </a:extLst>
          </p:cNvPr>
          <p:cNvSpPr>
            <a:spLocks noGrp="1"/>
          </p:cNvSpPr>
          <p:nvPr>
            <p:ph idx="1"/>
          </p:nvPr>
        </p:nvSpPr>
        <p:spPr/>
        <p:txBody>
          <a:bodyPr>
            <a:normAutofit/>
          </a:bodyPr>
          <a:lstStyle/>
          <a:p>
            <a:pPr marL="360363" indent="-360363">
              <a:buClr>
                <a:schemeClr val="dk1"/>
              </a:buClr>
              <a:buSzPts val="2800"/>
              <a:buAutoNum type="arabicPeriod"/>
            </a:pPr>
            <a:r>
              <a:rPr lang="ja-JP" altLang="en-US" sz="2400" dirty="0">
                <a:sym typeface="Arial"/>
                <a:hlinkClick r:id="rId3" action="ppaction://hlinksldjump"/>
              </a:rPr>
              <a:t>複合語</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4" action="ppaction://hlinksldjump"/>
              </a:rPr>
              <a:t>派生語</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5" action="ppaction://hlinksldjump"/>
              </a:rPr>
              <a:t>借用語</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6" action="ppaction://hlinksldjump"/>
              </a:rPr>
              <a:t>まとめ</a:t>
            </a:r>
            <a:endParaRPr lang="en-GB" altLang="ja-JP" sz="2400" dirty="0">
              <a:sym typeface="Arial"/>
            </a:endParaRPr>
          </a:p>
          <a:p>
            <a:pPr marL="360363" indent="-360363">
              <a:buClr>
                <a:schemeClr val="dk1"/>
              </a:buClr>
              <a:buSzPts val="2800"/>
              <a:buAutoNum type="arabicPeriod"/>
            </a:pPr>
            <a:r>
              <a:rPr lang="ja-JP" altLang="en-US" sz="2400" dirty="0">
                <a:sym typeface="Arial"/>
                <a:hlinkClick r:id="rId7" action="ppaction://hlinksldjump"/>
              </a:rPr>
              <a:t>参考文献</a:t>
            </a:r>
            <a:endParaRPr lang="en-GB" altLang="ja-JP" sz="2400" dirty="0">
              <a:sym typeface="Arial"/>
            </a:endParaRPr>
          </a:p>
        </p:txBody>
      </p:sp>
      <p:sp>
        <p:nvSpPr>
          <p:cNvPr id="4" name="スライド番号プレースホルダー 3">
            <a:extLst>
              <a:ext uri="{FF2B5EF4-FFF2-40B4-BE49-F238E27FC236}">
                <a16:creationId xmlns:a16="http://schemas.microsoft.com/office/drawing/2014/main" id="{36D8F513-A7B1-4711-A8CD-4E8A5B622D2A}"/>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9</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0825285"/>
      </p:ext>
    </p:extLst>
  </p:cSld>
  <p:clrMapOvr>
    <a:masterClrMapping/>
  </p:clrMapOvr>
</p:sld>
</file>

<file path=ppt/slides/slide1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複合語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10</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023418167"/>
      </p:ext>
    </p:extLst>
  </p:cSld>
  <p:clrMapOvr>
    <a:masterClrMapping/>
  </p:clrMapOvr>
</p:sld>
</file>

<file path=ppt/slides/slide1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複合語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11</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5080" lvl="0" indent="0" defTabSz="914400" eaLnBrk="1" fontAlgn="auto" latinLnBrk="0" hangingPunct="1">
              <a:lnSpc>
                <a:spcPts val="2590"/>
              </a:lnSpc>
              <a:spcBef>
                <a:spcPts val="425"/>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既存の</a:t>
            </a:r>
            <a:r>
              <a:rPr kumimoji="0" lang="en-US" altLang="ja-JP" sz="2400" b="0" i="0" u="none" strike="noStrike" kern="0" cap="none" spc="-10" normalizeH="0" baseline="0" noProof="0" dirty="0">
                <a:ln>
                  <a:noFill/>
                </a:ln>
                <a:solidFill>
                  <a:sysClr val="windowText" lastClr="000000"/>
                </a:solidFill>
                <a:effectLst/>
                <a:uLnTx/>
                <a:uFillTx/>
                <a:latin typeface="Calibri"/>
                <a:cs typeface="Calibri"/>
              </a:rPr>
              <a:t>2</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つ以上の語彙を組み合わせて作られた語を</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複合語</a:t>
            </a:r>
            <a:r>
              <a:rPr kumimoji="0" lang="en-US" altLang="ja-JP" sz="2400" b="1" i="0" u="none" strike="noStrike" kern="0" cap="none" spc="-10" normalizeH="0" baseline="0" noProof="0" dirty="0">
                <a:ln>
                  <a:noFill/>
                </a:ln>
                <a:solidFill>
                  <a:sysClr val="windowText" lastClr="000000"/>
                </a:solidFill>
                <a:effectLst/>
                <a:uLnTx/>
                <a:uFillTx/>
                <a:latin typeface="Arial"/>
                <a:cs typeface="Arial"/>
              </a:rPr>
              <a:t>(</a:t>
            </a:r>
            <a:r>
              <a:rPr kumimoji="0" lang="en-US" altLang="ja-JP" sz="2400" b="1" i="0" u="none" strike="noStrike" kern="0" cap="none" spc="-10" normalizeH="0" baseline="0" noProof="0" dirty="0">
                <a:ln>
                  <a:noFill/>
                </a:ln>
                <a:solidFill>
                  <a:sysClr val="windowText" lastClr="000000"/>
                </a:solidFill>
                <a:effectLst/>
                <a:uLnTx/>
                <a:uFillTx/>
                <a:latin typeface="Calibri"/>
                <a:cs typeface="Calibri"/>
              </a:rPr>
              <a:t>compounds</a:t>
            </a:r>
            <a:r>
              <a:rPr kumimoji="0" lang="en-US" altLang="ja-JP" sz="2400" b="1" i="0" u="none" strike="noStrike" kern="0" cap="none" spc="-10" normalizeH="0" baseline="0" noProof="0" dirty="0">
                <a:ln>
                  <a:noFill/>
                </a:ln>
                <a:solidFill>
                  <a:sysClr val="windowText" lastClr="000000"/>
                </a:solidFill>
                <a:effectLst/>
                <a:uLnTx/>
                <a:uFillTx/>
                <a:latin typeface="Arial"/>
                <a:cs typeface="Arial"/>
              </a:rPr>
              <a:t>)</a:t>
            </a:r>
            <a:r>
              <a:rPr kumimoji="0" lang="ja-JP" altLang="en-US" sz="2400" b="0" i="0" u="none" strike="noStrike" kern="0" cap="none" spc="-25" normalizeH="0" baseline="0" noProof="0" dirty="0">
                <a:ln>
                  <a:noFill/>
                </a:ln>
                <a:solidFill>
                  <a:sysClr val="windowText" lastClr="000000"/>
                </a:solidFill>
                <a:effectLst/>
                <a:uLnTx/>
                <a:uFillTx/>
                <a:latin typeface="Yu Gothic"/>
                <a:cs typeface="Yu Gothic"/>
              </a:rPr>
              <a:t>とい</a:t>
            </a:r>
            <a:r>
              <a:rPr kumimoji="0" lang="ja-JP" altLang="en-US" sz="2400" b="0" i="0" u="none" strike="noStrike" kern="0" cap="none" spc="-30" normalizeH="0" baseline="0" noProof="0" dirty="0">
                <a:ln>
                  <a:noFill/>
                </a:ln>
                <a:solidFill>
                  <a:sysClr val="windowText" lastClr="000000"/>
                </a:solidFill>
                <a:effectLst/>
                <a:uLnTx/>
                <a:uFillTx/>
                <a:latin typeface="Yu Gothic"/>
                <a:cs typeface="Yu Gothic"/>
              </a:rPr>
              <a:t>う。</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6350" lvl="0" indent="0" defTabSz="914400" eaLnBrk="1" fontAlgn="auto" latinLnBrk="0" hangingPunct="1">
              <a:lnSpc>
                <a:spcPts val="2590"/>
              </a:lnSpc>
              <a:spcBef>
                <a:spcPts val="1005"/>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現代英語では消えつつあるが、英語、ドイツ語、オランダ語等のゲルマン語派において歴史的に採られた手法である。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715280376"/>
      </p:ext>
    </p:extLst>
  </p:cSld>
  <p:clrMapOvr>
    <a:masterClrMapping/>
  </p:clrMapOvr>
</p:sld>
</file>

<file path=ppt/slides/slide1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複合語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12</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名詞の例</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p:txBody>
      </p:sp>
      <p:graphicFrame>
        <p:nvGraphicFramePr>
          <p:cNvPr id="6" name="object 4">
            <a:extLst>
              <a:ext uri="{FF2B5EF4-FFF2-40B4-BE49-F238E27FC236}">
                <a16:creationId xmlns:a16="http://schemas.microsoft.com/office/drawing/2014/main" id="{A0678EA4-EEC7-EAE5-6318-1B17C0D856C0}"/>
              </a:ext>
            </a:extLst>
          </p:cNvPr>
          <p:cNvGraphicFramePr>
            <a:graphicFrameLocks noGrp="1"/>
          </p:cNvGraphicFramePr>
          <p:nvPr/>
        </p:nvGraphicFramePr>
        <p:xfrm>
          <a:off x="949071" y="2296032"/>
          <a:ext cx="6487795" cy="2834005"/>
        </p:xfrm>
        <a:graphic>
          <a:graphicData uri="http://schemas.openxmlformats.org/drawingml/2006/table">
            <a:tbl>
              <a:tblPr firstRow="1" bandRow="1">
                <a:tableStyleId>{2D5ABB26-0587-4C30-8999-92F81FD0307C}</a:tableStyleId>
              </a:tblPr>
              <a:tblGrid>
                <a:gridCol w="1414780">
                  <a:extLst>
                    <a:ext uri="{9D8B030D-6E8A-4147-A177-3AD203B41FA5}">
                      <a16:colId xmlns:a16="http://schemas.microsoft.com/office/drawing/2014/main" val="20000"/>
                    </a:ext>
                  </a:extLst>
                </a:gridCol>
                <a:gridCol w="965200">
                  <a:extLst>
                    <a:ext uri="{9D8B030D-6E8A-4147-A177-3AD203B41FA5}">
                      <a16:colId xmlns:a16="http://schemas.microsoft.com/office/drawing/2014/main" val="20001"/>
                    </a:ext>
                  </a:extLst>
                </a:gridCol>
                <a:gridCol w="935990">
                  <a:extLst>
                    <a:ext uri="{9D8B030D-6E8A-4147-A177-3AD203B41FA5}">
                      <a16:colId xmlns:a16="http://schemas.microsoft.com/office/drawing/2014/main" val="20002"/>
                    </a:ext>
                  </a:extLst>
                </a:gridCol>
                <a:gridCol w="3171825">
                  <a:extLst>
                    <a:ext uri="{9D8B030D-6E8A-4147-A177-3AD203B41FA5}">
                      <a16:colId xmlns:a16="http://schemas.microsoft.com/office/drawing/2014/main" val="20003"/>
                    </a:ext>
                  </a:extLst>
                </a:gridCol>
              </a:tblGrid>
              <a:tr h="370205">
                <a:tc>
                  <a:txBody>
                    <a:bodyPr/>
                    <a:lstStyle/>
                    <a:p>
                      <a:pPr marL="91440">
                        <a:lnSpc>
                          <a:spcPct val="100000"/>
                        </a:lnSpc>
                        <a:spcBef>
                          <a:spcPts val="229"/>
                        </a:spcBef>
                      </a:pPr>
                      <a:r>
                        <a:rPr sz="1800" b="1" spc="-25" dirty="0">
                          <a:solidFill>
                            <a:srgbClr val="FFFFFF"/>
                          </a:solidFill>
                          <a:latin typeface="Yu Gothic"/>
                          <a:cs typeface="Yu Gothic"/>
                        </a:rPr>
                        <a:t>単語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0" dirty="0">
                          <a:solidFill>
                            <a:srgbClr val="FFFFFF"/>
                          </a:solidFill>
                          <a:latin typeface="Yu Gothic"/>
                          <a:cs typeface="Yu Gothic"/>
                        </a:rPr>
                        <a:t>語彙①</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0" dirty="0">
                          <a:solidFill>
                            <a:srgbClr val="FFFFFF"/>
                          </a:solidFill>
                          <a:latin typeface="Yu Gothic"/>
                          <a:cs typeface="Yu Gothic"/>
                        </a:rPr>
                        <a:t>語彙②</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63500">
                        <a:lnSpc>
                          <a:spcPct val="100000"/>
                        </a:lnSpc>
                        <a:spcBef>
                          <a:spcPts val="265"/>
                        </a:spcBef>
                      </a:pPr>
                      <a:r>
                        <a:rPr sz="1800" dirty="0">
                          <a:latin typeface="Calibri"/>
                          <a:cs typeface="Calibri"/>
                        </a:rPr>
                        <a:t>yellow</a:t>
                      </a:r>
                      <a:r>
                        <a:rPr sz="1800" spc="-75" dirty="0">
                          <a:latin typeface="Calibri"/>
                          <a:cs typeface="Calibri"/>
                        </a:rPr>
                        <a:t> </a:t>
                      </a:r>
                      <a:r>
                        <a:rPr sz="1800" spc="-10" dirty="0">
                          <a:latin typeface="Calibri"/>
                          <a:cs typeface="Calibri"/>
                        </a:rPr>
                        <a:t>jacket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10" dirty="0">
                          <a:latin typeface="Calibri"/>
                          <a:cs typeface="Calibri"/>
                        </a:rPr>
                        <a:t>yellow</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10" dirty="0">
                          <a:latin typeface="Calibri"/>
                          <a:cs typeface="Calibri"/>
                        </a:rPr>
                        <a:t>jacket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10" dirty="0">
                          <a:latin typeface="Yu Gothic"/>
                          <a:cs typeface="Yu Gothic"/>
                        </a:rPr>
                        <a:t>スズメバチ</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611505">
                <a:tc>
                  <a:txBody>
                    <a:bodyPr/>
                    <a:lstStyle/>
                    <a:p>
                      <a:pPr marL="63500">
                        <a:lnSpc>
                          <a:spcPct val="100000"/>
                        </a:lnSpc>
                        <a:spcBef>
                          <a:spcPts val="1215"/>
                        </a:spcBef>
                      </a:pPr>
                      <a:r>
                        <a:rPr sz="1800" spc="-10" dirty="0">
                          <a:latin typeface="Calibri"/>
                          <a:cs typeface="Calibri"/>
                        </a:rPr>
                        <a:t>redneck</a:t>
                      </a:r>
                      <a:endParaRPr sz="1800">
                        <a:latin typeface="Calibri"/>
                        <a:cs typeface="Calibri"/>
                      </a:endParaRPr>
                    </a:p>
                  </a:txBody>
                  <a:tcPr marL="0" marR="0" marT="154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1215"/>
                        </a:spcBef>
                      </a:pPr>
                      <a:r>
                        <a:rPr sz="1800" spc="-25" dirty="0">
                          <a:latin typeface="Calibri"/>
                          <a:cs typeface="Calibri"/>
                        </a:rPr>
                        <a:t>red</a:t>
                      </a:r>
                      <a:endParaRPr sz="1800">
                        <a:latin typeface="Calibri"/>
                        <a:cs typeface="Calibri"/>
                      </a:endParaRPr>
                    </a:p>
                  </a:txBody>
                  <a:tcPr marL="0" marR="0" marT="154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1215"/>
                        </a:spcBef>
                      </a:pPr>
                      <a:r>
                        <a:rPr sz="1800" spc="-20" dirty="0">
                          <a:latin typeface="Calibri"/>
                          <a:cs typeface="Calibri"/>
                        </a:rPr>
                        <a:t>neck</a:t>
                      </a:r>
                      <a:endParaRPr sz="1800">
                        <a:latin typeface="Calibri"/>
                        <a:cs typeface="Calibri"/>
                      </a:endParaRPr>
                    </a:p>
                  </a:txBody>
                  <a:tcPr marL="0" marR="0" marT="15430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110"/>
                        </a:spcBef>
                      </a:pPr>
                      <a:r>
                        <a:rPr sz="1800" dirty="0">
                          <a:latin typeface="Calibri"/>
                          <a:cs typeface="Calibri"/>
                        </a:rPr>
                        <a:t>[</a:t>
                      </a:r>
                      <a:r>
                        <a:rPr sz="1800" dirty="0">
                          <a:latin typeface="Yu Gothic"/>
                          <a:cs typeface="Yu Gothic"/>
                        </a:rPr>
                        <a:t>米俗・軽蔑的</a:t>
                      </a:r>
                      <a:r>
                        <a:rPr sz="1800" dirty="0">
                          <a:latin typeface="Calibri"/>
                          <a:cs typeface="Calibri"/>
                        </a:rPr>
                        <a:t>] </a:t>
                      </a:r>
                      <a:r>
                        <a:rPr sz="1800" spc="-10" dirty="0">
                          <a:latin typeface="Yu Gothic"/>
                          <a:cs typeface="Yu Gothic"/>
                        </a:rPr>
                        <a:t>レッドネック</a:t>
                      </a:r>
                      <a:endParaRPr sz="1800">
                        <a:latin typeface="Yu Gothic"/>
                        <a:cs typeface="Yu Gothic"/>
                      </a:endParaRPr>
                    </a:p>
                    <a:p>
                      <a:pPr marL="63500">
                        <a:lnSpc>
                          <a:spcPct val="100000"/>
                        </a:lnSpc>
                      </a:pPr>
                      <a:r>
                        <a:rPr sz="1800" dirty="0">
                          <a:latin typeface="Calibri"/>
                          <a:cs typeface="Calibri"/>
                        </a:rPr>
                        <a:t>[</a:t>
                      </a:r>
                      <a:r>
                        <a:rPr sz="1800" dirty="0">
                          <a:latin typeface="Yu Gothic"/>
                          <a:cs typeface="Yu Gothic"/>
                        </a:rPr>
                        <a:t>無学の白人</a:t>
                      </a:r>
                      <a:r>
                        <a:rPr sz="1800" dirty="0">
                          <a:latin typeface="Calibri"/>
                          <a:cs typeface="Calibri"/>
                        </a:rPr>
                        <a:t>] </a:t>
                      </a:r>
                      <a:r>
                        <a:rPr sz="1800" spc="-20" dirty="0">
                          <a:latin typeface="Yu Gothic"/>
                          <a:cs typeface="Yu Gothic"/>
                        </a:rPr>
                        <a:t>労働者</a:t>
                      </a:r>
                      <a:endParaRPr sz="1800">
                        <a:latin typeface="Yu Gothic"/>
                        <a:cs typeface="Yu Gothic"/>
                      </a:endParaRPr>
                    </a:p>
                  </a:txBody>
                  <a:tcPr marL="0" marR="0" marT="1397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40">
                <a:tc>
                  <a:txBody>
                    <a:bodyPr/>
                    <a:lstStyle/>
                    <a:p>
                      <a:pPr marL="63500">
                        <a:lnSpc>
                          <a:spcPct val="100000"/>
                        </a:lnSpc>
                        <a:spcBef>
                          <a:spcPts val="265"/>
                        </a:spcBef>
                      </a:pPr>
                      <a:r>
                        <a:rPr sz="1800" spc="-10" dirty="0">
                          <a:latin typeface="Calibri"/>
                          <a:cs typeface="Calibri"/>
                        </a:rPr>
                        <a:t>butterfingers</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10" dirty="0">
                          <a:latin typeface="Calibri"/>
                          <a:cs typeface="Calibri"/>
                        </a:rPr>
                        <a:t>butter</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10" dirty="0">
                          <a:latin typeface="Calibri"/>
                          <a:cs typeface="Calibri"/>
                        </a:rPr>
                        <a:t>fingers</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4"/>
                        </a:spcBef>
                      </a:pPr>
                      <a:r>
                        <a:rPr sz="1800" spc="-10" dirty="0">
                          <a:latin typeface="Yu Gothic"/>
                          <a:cs typeface="Yu Gothic"/>
                        </a:rPr>
                        <a:t>不器用な人</a:t>
                      </a:r>
                      <a:endParaRPr sz="180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5">
                <a:tc>
                  <a:txBody>
                    <a:bodyPr/>
                    <a:lstStyle/>
                    <a:p>
                      <a:pPr marL="63500">
                        <a:lnSpc>
                          <a:spcPct val="100000"/>
                        </a:lnSpc>
                        <a:spcBef>
                          <a:spcPts val="265"/>
                        </a:spcBef>
                      </a:pPr>
                      <a:r>
                        <a:rPr sz="1800" spc="-10" dirty="0">
                          <a:latin typeface="Calibri"/>
                          <a:cs typeface="Calibri"/>
                        </a:rPr>
                        <a:t>greenhouse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10" dirty="0">
                          <a:latin typeface="Calibri"/>
                          <a:cs typeface="Calibri"/>
                        </a:rPr>
                        <a:t>green</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10" dirty="0">
                          <a:latin typeface="Calibri"/>
                          <a:cs typeface="Calibri"/>
                        </a:rPr>
                        <a:t>house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4"/>
                        </a:spcBef>
                      </a:pPr>
                      <a:r>
                        <a:rPr sz="1800" spc="-25" dirty="0">
                          <a:latin typeface="Yu Gothic"/>
                          <a:cs typeface="Yu Gothic"/>
                        </a:rPr>
                        <a:t>温室</a:t>
                      </a:r>
                      <a:endParaRPr sz="180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0">
                <a:tc>
                  <a:txBody>
                    <a:bodyPr/>
                    <a:lstStyle/>
                    <a:p>
                      <a:pPr marL="63500">
                        <a:lnSpc>
                          <a:spcPct val="100000"/>
                        </a:lnSpc>
                        <a:spcBef>
                          <a:spcPts val="265"/>
                        </a:spcBef>
                      </a:pPr>
                      <a:r>
                        <a:rPr sz="1800" spc="-10" dirty="0">
                          <a:latin typeface="Calibri"/>
                          <a:cs typeface="Calibri"/>
                        </a:rPr>
                        <a:t>airport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25" dirty="0">
                          <a:latin typeface="Calibri"/>
                          <a:cs typeface="Calibri"/>
                        </a:rPr>
                        <a:t>air</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20" dirty="0">
                          <a:latin typeface="Calibri"/>
                          <a:cs typeface="Calibri"/>
                        </a:rPr>
                        <a:t>port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spc="-25" dirty="0">
                          <a:latin typeface="Yu Gothic"/>
                          <a:cs typeface="Yu Gothic"/>
                        </a:rPr>
                        <a:t>空港</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63500">
                        <a:lnSpc>
                          <a:spcPct val="100000"/>
                        </a:lnSpc>
                        <a:spcBef>
                          <a:spcPts val="270"/>
                        </a:spcBef>
                      </a:pPr>
                      <a:r>
                        <a:rPr sz="1800" spc="-10" dirty="0">
                          <a:latin typeface="Calibri"/>
                          <a:cs typeface="Calibri"/>
                        </a:rPr>
                        <a:t>warehouse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70"/>
                        </a:spcBef>
                      </a:pPr>
                      <a:r>
                        <a:rPr sz="1800" spc="-20" dirty="0">
                          <a:latin typeface="Calibri"/>
                          <a:cs typeface="Calibri"/>
                        </a:rPr>
                        <a:t>ware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70"/>
                        </a:spcBef>
                      </a:pPr>
                      <a:r>
                        <a:rPr sz="1800" spc="-10" dirty="0">
                          <a:latin typeface="Calibri"/>
                          <a:cs typeface="Calibri"/>
                        </a:rPr>
                        <a:t>house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25" dirty="0">
                          <a:latin typeface="Yu Gothic"/>
                          <a:cs typeface="Yu Gothic"/>
                        </a:rPr>
                        <a:t>倉庫</a:t>
                      </a:r>
                      <a:endParaRPr sz="1800" dirty="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514718023"/>
      </p:ext>
    </p:extLst>
  </p:cSld>
  <p:clrMapOvr>
    <a:masterClrMapping/>
  </p:clrMapOvr>
</p:sld>
</file>

<file path=ppt/slides/slide1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複合語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13</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形容詞の例</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p:txBody>
      </p:sp>
      <p:graphicFrame>
        <p:nvGraphicFramePr>
          <p:cNvPr id="6" name="object 4">
            <a:extLst>
              <a:ext uri="{FF2B5EF4-FFF2-40B4-BE49-F238E27FC236}">
                <a16:creationId xmlns:a16="http://schemas.microsoft.com/office/drawing/2014/main" id="{1C7CB1B2-7A11-97E2-5A63-B656DE4F902D}"/>
              </a:ext>
            </a:extLst>
          </p:cNvPr>
          <p:cNvGraphicFramePr>
            <a:graphicFrameLocks noGrp="1"/>
          </p:cNvGraphicFramePr>
          <p:nvPr/>
        </p:nvGraphicFramePr>
        <p:xfrm>
          <a:off x="947661" y="2286254"/>
          <a:ext cx="8128000" cy="2592705"/>
        </p:xfrm>
        <a:graphic>
          <a:graphicData uri="http://schemas.openxmlformats.org/drawingml/2006/table">
            <a:tbl>
              <a:tblPr firstRow="1" bandRow="1">
                <a:tableStyleId>{2D5ABB26-0587-4C30-8999-92F81FD0307C}</a:tableStyleId>
              </a:tblPr>
              <a:tblGrid>
                <a:gridCol w="1545590">
                  <a:extLst>
                    <a:ext uri="{9D8B030D-6E8A-4147-A177-3AD203B41FA5}">
                      <a16:colId xmlns:a16="http://schemas.microsoft.com/office/drawing/2014/main" val="20000"/>
                    </a:ext>
                  </a:extLst>
                </a:gridCol>
                <a:gridCol w="893445">
                  <a:extLst>
                    <a:ext uri="{9D8B030D-6E8A-4147-A177-3AD203B41FA5}">
                      <a16:colId xmlns:a16="http://schemas.microsoft.com/office/drawing/2014/main" val="20001"/>
                    </a:ext>
                  </a:extLst>
                </a:gridCol>
                <a:gridCol w="1174750">
                  <a:extLst>
                    <a:ext uri="{9D8B030D-6E8A-4147-A177-3AD203B41FA5}">
                      <a16:colId xmlns:a16="http://schemas.microsoft.com/office/drawing/2014/main" val="20002"/>
                    </a:ext>
                  </a:extLst>
                </a:gridCol>
                <a:gridCol w="4514215">
                  <a:extLst>
                    <a:ext uri="{9D8B030D-6E8A-4147-A177-3AD203B41FA5}">
                      <a16:colId xmlns:a16="http://schemas.microsoft.com/office/drawing/2014/main" val="20003"/>
                    </a:ext>
                  </a:extLst>
                </a:gridCol>
              </a:tblGrid>
              <a:tr h="370840">
                <a:tc>
                  <a:txBody>
                    <a:bodyPr/>
                    <a:lstStyle/>
                    <a:p>
                      <a:pPr marL="91440">
                        <a:lnSpc>
                          <a:spcPct val="100000"/>
                        </a:lnSpc>
                        <a:spcBef>
                          <a:spcPts val="229"/>
                        </a:spcBef>
                      </a:pPr>
                      <a:r>
                        <a:rPr sz="1800" b="1" spc="-25" dirty="0">
                          <a:solidFill>
                            <a:srgbClr val="FFFFFF"/>
                          </a:solidFill>
                          <a:latin typeface="Yu Gothic"/>
                          <a:cs typeface="Yu Gothic"/>
                        </a:rPr>
                        <a:t>単語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0" dirty="0">
                          <a:solidFill>
                            <a:srgbClr val="FFFFFF"/>
                          </a:solidFill>
                          <a:latin typeface="Yu Gothic"/>
                          <a:cs typeface="Yu Gothic"/>
                        </a:rPr>
                        <a:t>語彙①</a:t>
                      </a:r>
                      <a:endParaRPr sz="1800" dirty="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0" dirty="0">
                          <a:solidFill>
                            <a:srgbClr val="FFFFFF"/>
                          </a:solidFill>
                          <a:latin typeface="Yu Gothic"/>
                          <a:cs typeface="Yu Gothic"/>
                        </a:rPr>
                        <a:t>語彙②</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63500">
                        <a:lnSpc>
                          <a:spcPct val="100000"/>
                        </a:lnSpc>
                        <a:spcBef>
                          <a:spcPts val="265"/>
                        </a:spcBef>
                      </a:pPr>
                      <a:r>
                        <a:rPr sz="1800" spc="-10" dirty="0">
                          <a:latin typeface="Calibri"/>
                          <a:cs typeface="Calibri"/>
                        </a:rPr>
                        <a:t>easygoing</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20" dirty="0">
                          <a:latin typeface="Calibri"/>
                          <a:cs typeface="Calibri"/>
                        </a:rPr>
                        <a:t>easy</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10" dirty="0">
                          <a:latin typeface="Calibri"/>
                          <a:cs typeface="Calibri"/>
                        </a:rPr>
                        <a:t>going</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10" dirty="0">
                          <a:latin typeface="Yu Gothic"/>
                          <a:cs typeface="Yu Gothic"/>
                        </a:rPr>
                        <a:t>気楽な、鷹揚な</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5">
                <a:tc>
                  <a:txBody>
                    <a:bodyPr/>
                    <a:lstStyle/>
                    <a:p>
                      <a:pPr marL="63500">
                        <a:lnSpc>
                          <a:spcPct val="100000"/>
                        </a:lnSpc>
                        <a:spcBef>
                          <a:spcPts val="265"/>
                        </a:spcBef>
                      </a:pPr>
                      <a:r>
                        <a:rPr sz="1800" spc="-20" dirty="0">
                          <a:latin typeface="Calibri"/>
                          <a:cs typeface="Calibri"/>
                        </a:rPr>
                        <a:t>eye-</a:t>
                      </a:r>
                      <a:r>
                        <a:rPr sz="1800" spc="-10" dirty="0">
                          <a:latin typeface="Calibri"/>
                          <a:cs typeface="Calibri"/>
                        </a:rPr>
                        <a:t>catching</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25" dirty="0">
                          <a:latin typeface="Calibri"/>
                          <a:cs typeface="Calibri"/>
                        </a:rPr>
                        <a:t>eye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10" dirty="0">
                          <a:latin typeface="Calibri"/>
                          <a:cs typeface="Calibri"/>
                        </a:rPr>
                        <a:t>catching</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10" dirty="0">
                          <a:latin typeface="Yu Gothic"/>
                          <a:cs typeface="Yu Gothic"/>
                        </a:rPr>
                        <a:t>人目を引く、目立つ</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205">
                <a:tc>
                  <a:txBody>
                    <a:bodyPr/>
                    <a:lstStyle/>
                    <a:p>
                      <a:pPr marL="63500">
                        <a:lnSpc>
                          <a:spcPct val="100000"/>
                        </a:lnSpc>
                        <a:spcBef>
                          <a:spcPts val="265"/>
                        </a:spcBef>
                      </a:pPr>
                      <a:r>
                        <a:rPr sz="1800" spc="-10" dirty="0">
                          <a:latin typeface="Calibri"/>
                          <a:cs typeface="Calibri"/>
                        </a:rPr>
                        <a:t>diehard</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25" dirty="0">
                          <a:latin typeface="Calibri"/>
                          <a:cs typeface="Calibri"/>
                        </a:rPr>
                        <a:t>die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20" dirty="0">
                          <a:latin typeface="Calibri"/>
                          <a:cs typeface="Calibri"/>
                        </a:rPr>
                        <a:t>hard</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5" dirty="0">
                          <a:latin typeface="Yu Gothic"/>
                          <a:cs typeface="Yu Gothic"/>
                        </a:rPr>
                        <a:t>頑強に抵抗する、最後まで自分を曲げない</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63500">
                        <a:lnSpc>
                          <a:spcPct val="100000"/>
                        </a:lnSpc>
                        <a:spcBef>
                          <a:spcPts val="265"/>
                        </a:spcBef>
                      </a:pPr>
                      <a:r>
                        <a:rPr sz="1800" spc="-10" dirty="0">
                          <a:latin typeface="Calibri"/>
                          <a:cs typeface="Calibri"/>
                        </a:rPr>
                        <a:t>old-fashioned</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25" dirty="0">
                          <a:latin typeface="Calibri"/>
                          <a:cs typeface="Calibri"/>
                        </a:rPr>
                        <a:t>old</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10" dirty="0">
                          <a:latin typeface="Calibri"/>
                          <a:cs typeface="Calibri"/>
                        </a:rPr>
                        <a:t>fashioned</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10" dirty="0">
                          <a:latin typeface="Yu Gothic"/>
                          <a:cs typeface="Yu Gothic"/>
                        </a:rPr>
                        <a:t>時代遅れの</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205">
                <a:tc>
                  <a:txBody>
                    <a:bodyPr/>
                    <a:lstStyle/>
                    <a:p>
                      <a:pPr marL="63500">
                        <a:lnSpc>
                          <a:spcPct val="100000"/>
                        </a:lnSpc>
                        <a:spcBef>
                          <a:spcPts val="270"/>
                        </a:spcBef>
                      </a:pPr>
                      <a:r>
                        <a:rPr sz="1800" spc="-10" dirty="0">
                          <a:latin typeface="Calibri"/>
                          <a:cs typeface="Calibri"/>
                        </a:rPr>
                        <a:t>self-employed</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70"/>
                        </a:spcBef>
                      </a:pPr>
                      <a:r>
                        <a:rPr sz="1800" spc="-20" dirty="0">
                          <a:latin typeface="Calibri"/>
                          <a:cs typeface="Calibri"/>
                        </a:rPr>
                        <a:t>self</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70"/>
                        </a:spcBef>
                      </a:pPr>
                      <a:r>
                        <a:rPr sz="1800" spc="-10" dirty="0">
                          <a:latin typeface="Calibri"/>
                          <a:cs typeface="Calibri"/>
                        </a:rPr>
                        <a:t>employed</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spc="-15" dirty="0">
                          <a:latin typeface="Yu Gothic"/>
                          <a:cs typeface="Yu Gothic"/>
                        </a:rPr>
                        <a:t>自営業の</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63500">
                        <a:lnSpc>
                          <a:spcPct val="100000"/>
                        </a:lnSpc>
                        <a:spcBef>
                          <a:spcPts val="270"/>
                        </a:spcBef>
                      </a:pPr>
                      <a:r>
                        <a:rPr sz="1800" spc="-10" dirty="0">
                          <a:latin typeface="Calibri"/>
                          <a:cs typeface="Calibri"/>
                        </a:rPr>
                        <a:t>open-minded</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70"/>
                        </a:spcBef>
                      </a:pPr>
                      <a:r>
                        <a:rPr sz="1800" spc="-20" dirty="0">
                          <a:latin typeface="Calibri"/>
                          <a:cs typeface="Calibri"/>
                        </a:rPr>
                        <a:t>open</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70"/>
                        </a:spcBef>
                      </a:pPr>
                      <a:r>
                        <a:rPr sz="1800" spc="-10" dirty="0">
                          <a:latin typeface="Calibri"/>
                          <a:cs typeface="Calibri"/>
                        </a:rPr>
                        <a:t>minded</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5" dirty="0">
                          <a:latin typeface="Yu Gothic"/>
                          <a:cs typeface="Yu Gothic"/>
                        </a:rPr>
                        <a:t>心の広い、偏見のない</a:t>
                      </a:r>
                      <a:endParaRPr sz="1800" dirty="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061829956"/>
      </p:ext>
    </p:extLst>
  </p:cSld>
  <p:clrMapOvr>
    <a:masterClrMapping/>
  </p:clrMapOvr>
</p:sld>
</file>

<file path=ppt/slides/slide1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1</a:t>
            </a:r>
            <a:r>
              <a:rPr lang="en-US" altLang="ja-JP" b="1" dirty="0">
                <a:latin typeface="Calibri (Headings)"/>
              </a:rPr>
              <a:t>. </a:t>
            </a:r>
            <a:r>
              <a:rPr lang="ja-JP" altLang="en-US" b="1" dirty="0">
                <a:latin typeface="Calibri (Headings)"/>
                <a:sym typeface="Arial"/>
              </a:rPr>
              <a:t>複合語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14</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3" name="コンテンツ プレースホルダー 2">
            <a:extLst>
              <a:ext uri="{FF2B5EF4-FFF2-40B4-BE49-F238E27FC236}">
                <a16:creationId xmlns:a16="http://schemas.microsoft.com/office/drawing/2014/main" id="{1903DA52-4756-C199-E354-46DA3ACB59A4}"/>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動詞の例</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p:txBody>
      </p:sp>
      <p:graphicFrame>
        <p:nvGraphicFramePr>
          <p:cNvPr id="5" name="object 4">
            <a:extLst>
              <a:ext uri="{FF2B5EF4-FFF2-40B4-BE49-F238E27FC236}">
                <a16:creationId xmlns:a16="http://schemas.microsoft.com/office/drawing/2014/main" id="{F0F0FF93-BBAD-EEF4-4073-AAEFB2FF30C3}"/>
              </a:ext>
            </a:extLst>
          </p:cNvPr>
          <p:cNvGraphicFramePr>
            <a:graphicFrameLocks noGrp="1"/>
          </p:cNvGraphicFramePr>
          <p:nvPr/>
        </p:nvGraphicFramePr>
        <p:xfrm>
          <a:off x="947661" y="2286254"/>
          <a:ext cx="6562089" cy="1852295"/>
        </p:xfrm>
        <a:graphic>
          <a:graphicData uri="http://schemas.openxmlformats.org/drawingml/2006/table">
            <a:tbl>
              <a:tblPr firstRow="1" bandRow="1">
                <a:tableStyleId>{2D5ABB26-0587-4C30-8999-92F81FD0307C}</a:tableStyleId>
              </a:tblPr>
              <a:tblGrid>
                <a:gridCol w="1550035">
                  <a:extLst>
                    <a:ext uri="{9D8B030D-6E8A-4147-A177-3AD203B41FA5}">
                      <a16:colId xmlns:a16="http://schemas.microsoft.com/office/drawing/2014/main" val="20000"/>
                    </a:ext>
                  </a:extLst>
                </a:gridCol>
                <a:gridCol w="901700">
                  <a:extLst>
                    <a:ext uri="{9D8B030D-6E8A-4147-A177-3AD203B41FA5}">
                      <a16:colId xmlns:a16="http://schemas.microsoft.com/office/drawing/2014/main" val="20001"/>
                    </a:ext>
                  </a:extLst>
                </a:gridCol>
                <a:gridCol w="998219">
                  <a:extLst>
                    <a:ext uri="{9D8B030D-6E8A-4147-A177-3AD203B41FA5}">
                      <a16:colId xmlns:a16="http://schemas.microsoft.com/office/drawing/2014/main" val="20002"/>
                    </a:ext>
                  </a:extLst>
                </a:gridCol>
                <a:gridCol w="3112135">
                  <a:extLst>
                    <a:ext uri="{9D8B030D-6E8A-4147-A177-3AD203B41FA5}">
                      <a16:colId xmlns:a16="http://schemas.microsoft.com/office/drawing/2014/main" val="20003"/>
                    </a:ext>
                  </a:extLst>
                </a:gridCol>
              </a:tblGrid>
              <a:tr h="370840">
                <a:tc>
                  <a:txBody>
                    <a:bodyPr/>
                    <a:lstStyle/>
                    <a:p>
                      <a:pPr marL="91440">
                        <a:lnSpc>
                          <a:spcPct val="100000"/>
                        </a:lnSpc>
                        <a:spcBef>
                          <a:spcPts val="229"/>
                        </a:spcBef>
                      </a:pPr>
                      <a:r>
                        <a:rPr sz="1800" b="1" spc="-25" dirty="0">
                          <a:solidFill>
                            <a:srgbClr val="FFFFFF"/>
                          </a:solidFill>
                          <a:latin typeface="Yu Gothic"/>
                          <a:cs typeface="Yu Gothic"/>
                        </a:rPr>
                        <a:t>単語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0" dirty="0">
                          <a:solidFill>
                            <a:srgbClr val="FFFFFF"/>
                          </a:solidFill>
                          <a:latin typeface="Yu Gothic"/>
                          <a:cs typeface="Yu Gothic"/>
                        </a:rPr>
                        <a:t>語彙①</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0" dirty="0">
                          <a:solidFill>
                            <a:srgbClr val="FFFFFF"/>
                          </a:solidFill>
                          <a:latin typeface="Yu Gothic"/>
                          <a:cs typeface="Yu Gothic"/>
                        </a:rPr>
                        <a:t>語彙②</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63500">
                        <a:lnSpc>
                          <a:spcPct val="100000"/>
                        </a:lnSpc>
                        <a:spcBef>
                          <a:spcPts val="265"/>
                        </a:spcBef>
                      </a:pPr>
                      <a:r>
                        <a:rPr sz="1800" spc="-10" dirty="0">
                          <a:latin typeface="Calibri"/>
                          <a:cs typeface="Calibri"/>
                        </a:rPr>
                        <a:t>underestimate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10" dirty="0">
                          <a:latin typeface="Calibri"/>
                          <a:cs typeface="Calibri"/>
                        </a:rPr>
                        <a:t>under</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10" dirty="0">
                          <a:latin typeface="Calibri"/>
                          <a:cs typeface="Calibri"/>
                        </a:rPr>
                        <a:t>estimate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dirty="0">
                          <a:latin typeface="Yu Gothic"/>
                          <a:cs typeface="Yu Gothic"/>
                        </a:rPr>
                        <a:t>～</a:t>
                      </a:r>
                      <a:r>
                        <a:rPr sz="1800" spc="-10" dirty="0">
                          <a:latin typeface="Yu Gothic"/>
                          <a:cs typeface="Yu Gothic"/>
                        </a:rPr>
                        <a:t>を過小評価する</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5">
                <a:tc>
                  <a:txBody>
                    <a:bodyPr/>
                    <a:lstStyle/>
                    <a:p>
                      <a:pPr marL="63500">
                        <a:lnSpc>
                          <a:spcPct val="100000"/>
                        </a:lnSpc>
                        <a:spcBef>
                          <a:spcPts val="265"/>
                        </a:spcBef>
                      </a:pPr>
                      <a:r>
                        <a:rPr sz="1800" spc="-10" dirty="0">
                          <a:latin typeface="Calibri"/>
                          <a:cs typeface="Calibri"/>
                        </a:rPr>
                        <a:t>handwash</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20" dirty="0">
                          <a:latin typeface="Calibri"/>
                          <a:cs typeface="Calibri"/>
                        </a:rPr>
                        <a:t>hand</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20" dirty="0">
                          <a:latin typeface="Calibri"/>
                          <a:cs typeface="Calibri"/>
                        </a:rPr>
                        <a:t>wash</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dirty="0">
                          <a:latin typeface="Yu Gothic"/>
                          <a:cs typeface="Yu Gothic"/>
                        </a:rPr>
                        <a:t>～</a:t>
                      </a:r>
                      <a:r>
                        <a:rPr sz="1800" spc="-10" dirty="0">
                          <a:latin typeface="Yu Gothic"/>
                          <a:cs typeface="Yu Gothic"/>
                        </a:rPr>
                        <a:t>を手で洗う</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205">
                <a:tc>
                  <a:txBody>
                    <a:bodyPr/>
                    <a:lstStyle/>
                    <a:p>
                      <a:pPr marL="63500">
                        <a:lnSpc>
                          <a:spcPct val="100000"/>
                        </a:lnSpc>
                        <a:spcBef>
                          <a:spcPts val="265"/>
                        </a:spcBef>
                      </a:pPr>
                      <a:r>
                        <a:rPr sz="1800" dirty="0">
                          <a:latin typeface="Calibri"/>
                          <a:cs typeface="Calibri"/>
                        </a:rPr>
                        <a:t>sweet</a:t>
                      </a:r>
                      <a:r>
                        <a:rPr sz="1800" spc="-75" dirty="0">
                          <a:latin typeface="Calibri"/>
                          <a:cs typeface="Calibri"/>
                        </a:rPr>
                        <a:t> </a:t>
                      </a:r>
                      <a:r>
                        <a:rPr sz="1800" spc="-20" dirty="0">
                          <a:latin typeface="Calibri"/>
                          <a:cs typeface="Calibri"/>
                        </a:rPr>
                        <a:t>talk</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10" dirty="0">
                          <a:latin typeface="Calibri"/>
                          <a:cs typeface="Calibri"/>
                        </a:rPr>
                        <a:t>sweet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20" dirty="0">
                          <a:latin typeface="Calibri"/>
                          <a:cs typeface="Calibri"/>
                        </a:rPr>
                        <a:t>talk</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dirty="0">
                          <a:latin typeface="Yu Gothic"/>
                          <a:cs typeface="Yu Gothic"/>
                        </a:rPr>
                        <a:t>～</a:t>
                      </a:r>
                      <a:r>
                        <a:rPr sz="1800" spc="-5" dirty="0">
                          <a:latin typeface="Yu Gothic"/>
                          <a:cs typeface="Yu Gothic"/>
                        </a:rPr>
                        <a:t>をおだてる、甘言で騙す</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63500">
                        <a:lnSpc>
                          <a:spcPct val="100000"/>
                        </a:lnSpc>
                        <a:spcBef>
                          <a:spcPts val="265"/>
                        </a:spcBef>
                      </a:pPr>
                      <a:r>
                        <a:rPr sz="1800" spc="-10" dirty="0">
                          <a:latin typeface="Calibri"/>
                          <a:cs typeface="Calibri"/>
                        </a:rPr>
                        <a:t>spoon-</a:t>
                      </a:r>
                      <a:r>
                        <a:rPr sz="1800" spc="-20" dirty="0">
                          <a:latin typeface="Calibri"/>
                          <a:cs typeface="Calibri"/>
                        </a:rPr>
                        <a:t>feed</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10" dirty="0">
                          <a:latin typeface="Calibri"/>
                          <a:cs typeface="Calibri"/>
                        </a:rPr>
                        <a:t>spoon</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20" dirty="0">
                          <a:latin typeface="Calibri"/>
                          <a:cs typeface="Calibri"/>
                        </a:rPr>
                        <a:t>feed</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dirty="0">
                          <a:latin typeface="Yu Gothic"/>
                          <a:cs typeface="Yu Gothic"/>
                        </a:rPr>
                        <a:t>～</a:t>
                      </a:r>
                      <a:r>
                        <a:rPr sz="1800" spc="-5" dirty="0">
                          <a:latin typeface="Yu Gothic"/>
                          <a:cs typeface="Yu Gothic"/>
                        </a:rPr>
                        <a:t>を甘やかす、過保護に扱う</a:t>
                      </a:r>
                      <a:endParaRPr sz="1800" dirty="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bl>
          </a:graphicData>
        </a:graphic>
      </p:graphicFrame>
    </p:spTree>
    <p:extLst>
      <p:ext uri="{BB962C8B-B14F-4D97-AF65-F5344CB8AC3E}">
        <p14:creationId xmlns:p14="http://schemas.microsoft.com/office/powerpoint/2010/main" val="2641156653"/>
      </p:ext>
    </p:extLst>
  </p:cSld>
  <p:clrMapOvr>
    <a:masterClrMapping/>
  </p:clrMapOvr>
</p:sld>
</file>

<file path=ppt/slides/slide1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normAutofit/>
          </a:bodyPr>
          <a:lstStyle/>
          <a:p>
            <a:pPr algn="ctr"/>
            <a:r>
              <a:rPr lang="en-US" altLang="ja-JP" b="1" dirty="0">
                <a:latin typeface="Calibri (Headings)"/>
              </a:rPr>
              <a:t>2. </a:t>
            </a:r>
            <a:r>
              <a:rPr lang="ja-JP" altLang="en-US" b="1" dirty="0">
                <a:latin typeface="Calibri (Headings)"/>
                <a:sym typeface="Arial"/>
              </a:rPr>
              <a:t>派生語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15</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1611154314"/>
      </p:ext>
    </p:extLst>
  </p:cSld>
  <p:clrMapOvr>
    <a:masterClrMapping/>
  </p:clrMapOvr>
</p:sld>
</file>

<file path=ppt/slides/slide1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派生語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16</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ts val="2735"/>
              </a:lnSpc>
              <a:spcBef>
                <a:spcPts val="10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既存の語彙に</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接辞</a:t>
            </a:r>
            <a:r>
              <a:rPr kumimoji="0" lang="en-US" altLang="ja-JP" sz="2400" b="1" i="0" u="none" strike="noStrike" kern="0" cap="none" spc="-20" normalizeH="0" baseline="0" noProof="0" dirty="0">
                <a:ln>
                  <a:noFill/>
                </a:ln>
                <a:solidFill>
                  <a:sysClr val="windowText" lastClr="000000"/>
                </a:solidFill>
                <a:effectLst/>
                <a:uLnTx/>
                <a:uFillTx/>
                <a:latin typeface="Arial"/>
                <a:cs typeface="Arial"/>
              </a:rPr>
              <a:t>(</a:t>
            </a:r>
            <a:r>
              <a:rPr kumimoji="0" lang="en-US" altLang="ja-JP" sz="2400" b="1" i="0" u="none" strike="noStrike" kern="0" cap="none" spc="-20" normalizeH="0" baseline="0" noProof="0" dirty="0">
                <a:ln>
                  <a:noFill/>
                </a:ln>
                <a:solidFill>
                  <a:sysClr val="windowText" lastClr="000000"/>
                </a:solidFill>
                <a:effectLst/>
                <a:uLnTx/>
                <a:uFillTx/>
                <a:latin typeface="Calibri"/>
                <a:cs typeface="Calibri"/>
              </a:rPr>
              <a:t>affix</a:t>
            </a:r>
            <a:r>
              <a:rPr kumimoji="0" lang="en-US" altLang="ja-JP" sz="2400" b="1" i="0" u="none" strike="noStrike" kern="0" cap="none" spc="-20" normalizeH="0" baseline="0" noProof="0" dirty="0">
                <a:ln>
                  <a:noFill/>
                </a:ln>
                <a:solidFill>
                  <a:sysClr val="windowText" lastClr="000000"/>
                </a:solidFill>
                <a:effectLst/>
                <a:uLnTx/>
                <a:uFillTx/>
                <a:latin typeface="Arial"/>
                <a:cs typeface="Arial"/>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を付加し品詞転換によって作り出された語を</a:t>
            </a:r>
            <a:r>
              <a:rPr kumimoji="0" lang="ja-JP" altLang="en-US" sz="2400" b="1" i="0" u="none" strike="noStrike" kern="0" cap="none" spc="-20" normalizeH="0" baseline="0" noProof="0" dirty="0">
                <a:ln>
                  <a:noFill/>
                </a:ln>
                <a:solidFill>
                  <a:sysClr val="windowText" lastClr="000000"/>
                </a:solidFill>
                <a:effectLst/>
                <a:uLnTx/>
                <a:uFillTx/>
                <a:latin typeface="Yu Gothic"/>
                <a:cs typeface="Yu Gothic"/>
              </a:rPr>
              <a:t>派生語</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595"/>
              </a:lnSpc>
              <a:spcBef>
                <a:spcPts val="0"/>
              </a:spcBef>
              <a:spcAft>
                <a:spcPts val="0"/>
              </a:spcAft>
              <a:buClrTx/>
              <a:buSzTx/>
              <a:buFontTx/>
              <a:buNone/>
              <a:tabLst/>
              <a:defRPr/>
            </a:pPr>
            <a:r>
              <a:rPr kumimoji="0" lang="en-US" altLang="ja-JP" sz="2400" b="1" i="0" u="none" strike="noStrike" kern="0" cap="none" spc="-25" normalizeH="0" baseline="0" noProof="0" dirty="0">
                <a:ln>
                  <a:noFill/>
                </a:ln>
                <a:solidFill>
                  <a:sysClr val="windowText" lastClr="000000"/>
                </a:solidFill>
                <a:effectLst/>
                <a:uLnTx/>
                <a:uFillTx/>
                <a:latin typeface="Arial"/>
                <a:cs typeface="Arial"/>
              </a:rPr>
              <a:t>(</a:t>
            </a:r>
            <a:r>
              <a:rPr kumimoji="0" lang="en-US" altLang="ja-JP" sz="2400" b="1" i="0" u="none" strike="noStrike" kern="0" cap="none" spc="-25" normalizeH="0" baseline="0" noProof="0" dirty="0">
                <a:ln>
                  <a:noFill/>
                </a:ln>
                <a:solidFill>
                  <a:sysClr val="windowText" lastClr="000000"/>
                </a:solidFill>
                <a:effectLst/>
                <a:uLnTx/>
                <a:uFillTx/>
                <a:latin typeface="Calibri"/>
                <a:cs typeface="Calibri"/>
              </a:rPr>
              <a:t>derivatives</a:t>
            </a:r>
            <a:r>
              <a:rPr kumimoji="0" lang="en-US" altLang="ja-JP" sz="2400" b="1" i="0" u="none" strike="noStrike" kern="0" cap="none" spc="-25" normalizeH="0" baseline="0" noProof="0" dirty="0">
                <a:ln>
                  <a:noFill/>
                </a:ln>
                <a:solidFill>
                  <a:sysClr val="windowText" lastClr="000000"/>
                </a:solidFill>
                <a:effectLst/>
                <a:uLnTx/>
                <a:uFillTx/>
                <a:latin typeface="Arial"/>
                <a:cs typeface="Arial"/>
              </a:rPr>
              <a:t>)</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という。</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ts val="2740"/>
              </a:lnSpc>
              <a:spcBef>
                <a:spcPts val="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接辞には</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接頭辞</a:t>
            </a:r>
            <a:r>
              <a:rPr kumimoji="0" lang="en-US" altLang="ja-JP" sz="2400" b="1" i="0" u="none" strike="noStrike" kern="0" cap="none" spc="-20" normalizeH="0" baseline="0" noProof="0" dirty="0">
                <a:ln>
                  <a:noFill/>
                </a:ln>
                <a:solidFill>
                  <a:sysClr val="windowText" lastClr="000000"/>
                </a:solidFill>
                <a:effectLst/>
                <a:uLnTx/>
                <a:uFillTx/>
                <a:latin typeface="Arial"/>
                <a:cs typeface="Arial"/>
              </a:rPr>
              <a:t>(</a:t>
            </a:r>
            <a:r>
              <a:rPr kumimoji="0" lang="en-US" altLang="ja-JP" sz="2400" b="1" i="0" u="none" strike="noStrike" kern="0" cap="none" spc="-20" normalizeH="0" baseline="0" noProof="0" dirty="0">
                <a:ln>
                  <a:noFill/>
                </a:ln>
                <a:solidFill>
                  <a:sysClr val="windowText" lastClr="000000"/>
                </a:solidFill>
                <a:effectLst/>
                <a:uLnTx/>
                <a:uFillTx/>
                <a:latin typeface="Calibri"/>
                <a:cs typeface="Calibri"/>
              </a:rPr>
              <a:t>prefix</a:t>
            </a:r>
            <a:r>
              <a:rPr kumimoji="0" lang="en-US" altLang="ja-JP" sz="2400" b="1" i="0" u="none" strike="noStrike" kern="0" cap="none" spc="-20" normalizeH="0" baseline="0" noProof="0" dirty="0">
                <a:ln>
                  <a:noFill/>
                </a:ln>
                <a:solidFill>
                  <a:sysClr val="windowText" lastClr="000000"/>
                </a:solidFill>
                <a:effectLst/>
                <a:uLnTx/>
                <a:uFillTx/>
                <a:latin typeface="Arial"/>
                <a:cs typeface="Arial"/>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と</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接尾辞</a:t>
            </a:r>
            <a:r>
              <a:rPr kumimoji="0" lang="en-US" altLang="ja-JP" sz="2400" b="1" i="0" u="none" strike="noStrike" kern="0" cap="none" spc="-20" normalizeH="0" baseline="0" noProof="0" dirty="0">
                <a:ln>
                  <a:noFill/>
                </a:ln>
                <a:solidFill>
                  <a:sysClr val="windowText" lastClr="000000"/>
                </a:solidFill>
                <a:effectLst/>
                <a:uLnTx/>
                <a:uFillTx/>
                <a:latin typeface="Arial"/>
                <a:cs typeface="Arial"/>
              </a:rPr>
              <a:t>(</a:t>
            </a:r>
            <a:r>
              <a:rPr kumimoji="0" lang="en-US" altLang="ja-JP" sz="2400" b="1" i="0" u="none" strike="noStrike" kern="0" cap="none" spc="-20" normalizeH="0" baseline="0" noProof="0" dirty="0">
                <a:ln>
                  <a:noFill/>
                </a:ln>
                <a:solidFill>
                  <a:sysClr val="windowText" lastClr="000000"/>
                </a:solidFill>
                <a:effectLst/>
                <a:uLnTx/>
                <a:uFillTx/>
                <a:latin typeface="Calibri"/>
                <a:cs typeface="Calibri"/>
              </a:rPr>
              <a:t>suffix</a:t>
            </a:r>
            <a:r>
              <a:rPr kumimoji="0" lang="en-US" altLang="ja-JP" sz="2400" b="1" i="0" u="none" strike="noStrike" kern="0" cap="none" spc="-20" normalizeH="0" baseline="0" noProof="0" dirty="0">
                <a:ln>
                  <a:noFill/>
                </a:ln>
                <a:solidFill>
                  <a:sysClr val="windowText" lastClr="000000"/>
                </a:solidFill>
                <a:effectLst/>
                <a:uLnTx/>
                <a:uFillTx/>
                <a:latin typeface="Arial"/>
                <a:cs typeface="Arial"/>
              </a:rPr>
              <a:t>)</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がある。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1235012594"/>
      </p:ext>
    </p:extLst>
  </p:cSld>
  <p:clrMapOvr>
    <a:masterClrMapping/>
  </p:clrMapOvr>
</p:sld>
</file>

<file path=ppt/slides/slide1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派生語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接頭辞の例</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p:txBody>
      </p:sp>
      <p:graphicFrame>
        <p:nvGraphicFramePr>
          <p:cNvPr id="5" name="object 4">
            <a:extLst>
              <a:ext uri="{FF2B5EF4-FFF2-40B4-BE49-F238E27FC236}">
                <a16:creationId xmlns:a16="http://schemas.microsoft.com/office/drawing/2014/main" id="{4142733E-1907-A90E-A28C-E1595AECB6EE}"/>
              </a:ext>
            </a:extLst>
          </p:cNvPr>
          <p:cNvGraphicFramePr>
            <a:graphicFrameLocks noGrp="1"/>
          </p:cNvGraphicFramePr>
          <p:nvPr/>
        </p:nvGraphicFramePr>
        <p:xfrm>
          <a:off x="947661" y="2286254"/>
          <a:ext cx="8130540" cy="3333750"/>
        </p:xfrm>
        <a:graphic>
          <a:graphicData uri="http://schemas.openxmlformats.org/drawingml/2006/table">
            <a:tbl>
              <a:tblPr firstRow="1" bandRow="1">
                <a:tableStyleId>{2D5ABB26-0587-4C30-8999-92F81FD0307C}</a:tableStyleId>
              </a:tblPr>
              <a:tblGrid>
                <a:gridCol w="1579245">
                  <a:extLst>
                    <a:ext uri="{9D8B030D-6E8A-4147-A177-3AD203B41FA5}">
                      <a16:colId xmlns:a16="http://schemas.microsoft.com/office/drawing/2014/main" val="20000"/>
                    </a:ext>
                  </a:extLst>
                </a:gridCol>
                <a:gridCol w="2268855">
                  <a:extLst>
                    <a:ext uri="{9D8B030D-6E8A-4147-A177-3AD203B41FA5}">
                      <a16:colId xmlns:a16="http://schemas.microsoft.com/office/drawing/2014/main" val="20001"/>
                    </a:ext>
                  </a:extLst>
                </a:gridCol>
                <a:gridCol w="943610">
                  <a:extLst>
                    <a:ext uri="{9D8B030D-6E8A-4147-A177-3AD203B41FA5}">
                      <a16:colId xmlns:a16="http://schemas.microsoft.com/office/drawing/2014/main" val="20002"/>
                    </a:ext>
                  </a:extLst>
                </a:gridCol>
                <a:gridCol w="3338830">
                  <a:extLst>
                    <a:ext uri="{9D8B030D-6E8A-4147-A177-3AD203B41FA5}">
                      <a16:colId xmlns:a16="http://schemas.microsoft.com/office/drawing/2014/main" val="20003"/>
                    </a:ext>
                  </a:extLst>
                </a:gridCol>
              </a:tblGrid>
              <a:tr h="370840">
                <a:tc>
                  <a:txBody>
                    <a:bodyPr/>
                    <a:lstStyle/>
                    <a:p>
                      <a:pPr marL="91440">
                        <a:lnSpc>
                          <a:spcPct val="100000"/>
                        </a:lnSpc>
                        <a:spcBef>
                          <a:spcPts val="229"/>
                        </a:spcBef>
                      </a:pPr>
                      <a:r>
                        <a:rPr sz="1800" b="1" spc="-25" dirty="0">
                          <a:solidFill>
                            <a:srgbClr val="FFFFFF"/>
                          </a:solidFill>
                          <a:latin typeface="Yu Gothic"/>
                          <a:cs typeface="Yu Gothic"/>
                        </a:rPr>
                        <a:t>単語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29"/>
                        </a:spcBef>
                      </a:pPr>
                      <a:r>
                        <a:rPr sz="1800" b="1" spc="-20" dirty="0">
                          <a:solidFill>
                            <a:srgbClr val="FFFFFF"/>
                          </a:solidFill>
                          <a:latin typeface="Yu Gothic"/>
                          <a:cs typeface="Yu Gothic"/>
                        </a:rPr>
                        <a:t>接頭辞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29"/>
                        </a:spcBef>
                      </a:pPr>
                      <a:r>
                        <a:rPr sz="1800" b="1" spc="-10" dirty="0">
                          <a:solidFill>
                            <a:srgbClr val="FFFFFF"/>
                          </a:solidFill>
                          <a:latin typeface="Yu Gothic"/>
                          <a:cs typeface="Yu Gothic"/>
                        </a:rPr>
                        <a:t>接頭辞の意味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63500">
                        <a:lnSpc>
                          <a:spcPct val="100000"/>
                        </a:lnSpc>
                        <a:spcBef>
                          <a:spcPts val="265"/>
                        </a:spcBef>
                      </a:pPr>
                      <a:r>
                        <a:rPr sz="1800" spc="-10" dirty="0">
                          <a:latin typeface="Calibri"/>
                          <a:cs typeface="Calibri"/>
                        </a:rPr>
                        <a:t>antivirus</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10" dirty="0">
                          <a:latin typeface="Yu Gothic"/>
                          <a:cs typeface="Yu Gothic"/>
                        </a:rPr>
                        <a:t>抗ウイルス性の</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10" dirty="0">
                          <a:latin typeface="Calibri"/>
                          <a:cs typeface="Calibri"/>
                        </a:rPr>
                        <a:t>anti-</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0"/>
                        </a:spcBef>
                      </a:pPr>
                      <a:r>
                        <a:rPr sz="1800" spc="-5" dirty="0">
                          <a:latin typeface="Yu Gothic"/>
                          <a:cs typeface="Yu Gothic"/>
                        </a:rPr>
                        <a:t>反対の、抵抗力のある</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5">
                <a:tc>
                  <a:txBody>
                    <a:bodyPr/>
                    <a:lstStyle/>
                    <a:p>
                      <a:pPr marL="63500">
                        <a:lnSpc>
                          <a:spcPct val="100000"/>
                        </a:lnSpc>
                        <a:spcBef>
                          <a:spcPts val="265"/>
                        </a:spcBef>
                      </a:pPr>
                      <a:r>
                        <a:rPr sz="1800" spc="-10" dirty="0">
                          <a:latin typeface="Calibri"/>
                          <a:cs typeface="Calibri"/>
                        </a:rPr>
                        <a:t>exceed</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dirty="0">
                          <a:latin typeface="Yu Gothic"/>
                          <a:cs typeface="Yu Gothic"/>
                        </a:rPr>
                        <a:t>～</a:t>
                      </a:r>
                      <a:r>
                        <a:rPr sz="1800" spc="-10" dirty="0">
                          <a:latin typeface="Yu Gothic"/>
                          <a:cs typeface="Yu Gothic"/>
                        </a:rPr>
                        <a:t>をしのぐ、超える</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25" dirty="0">
                          <a:latin typeface="Calibri"/>
                          <a:cs typeface="Calibri"/>
                        </a:rPr>
                        <a:t>ex-</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0"/>
                        </a:spcBef>
                      </a:pPr>
                      <a:r>
                        <a:rPr sz="1800" spc="-25" dirty="0">
                          <a:latin typeface="Calibri"/>
                          <a:cs typeface="Calibri"/>
                        </a:rPr>
                        <a:t>(</a:t>
                      </a:r>
                      <a:r>
                        <a:rPr sz="1800" dirty="0">
                          <a:latin typeface="Yu Gothic"/>
                          <a:cs typeface="Yu Gothic"/>
                        </a:rPr>
                        <a:t>範疇の</a:t>
                      </a:r>
                      <a:r>
                        <a:rPr sz="1800" spc="-25" dirty="0">
                          <a:latin typeface="Calibri"/>
                          <a:cs typeface="Calibri"/>
                        </a:rPr>
                        <a:t>)</a:t>
                      </a:r>
                      <a:r>
                        <a:rPr sz="1800" spc="-20" dirty="0">
                          <a:latin typeface="Yu Gothic"/>
                          <a:cs typeface="Yu Gothic"/>
                        </a:rPr>
                        <a:t>外側へ</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205">
                <a:tc>
                  <a:txBody>
                    <a:bodyPr/>
                    <a:lstStyle/>
                    <a:p>
                      <a:pPr marL="63500">
                        <a:lnSpc>
                          <a:spcPct val="100000"/>
                        </a:lnSpc>
                        <a:spcBef>
                          <a:spcPts val="265"/>
                        </a:spcBef>
                      </a:pPr>
                      <a:r>
                        <a:rPr sz="1800" spc="-10" dirty="0">
                          <a:latin typeface="Calibri"/>
                          <a:cs typeface="Calibri"/>
                        </a:rPr>
                        <a:t>incomplete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15" dirty="0">
                          <a:latin typeface="Yu Gothic"/>
                          <a:cs typeface="Yu Gothic"/>
                        </a:rPr>
                        <a:t>不完全な</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spc="-25" dirty="0">
                          <a:latin typeface="Calibri"/>
                          <a:cs typeface="Calibri"/>
                        </a:rPr>
                        <a:t>in-</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0"/>
                        </a:spcBef>
                      </a:pPr>
                      <a:r>
                        <a:rPr sz="1800" dirty="0">
                          <a:latin typeface="Yu Gothic"/>
                          <a:cs typeface="Yu Gothic"/>
                        </a:rPr>
                        <a:t>～</a:t>
                      </a:r>
                      <a:r>
                        <a:rPr sz="1800" spc="-5" dirty="0">
                          <a:latin typeface="Yu Gothic"/>
                          <a:cs typeface="Yu Gothic"/>
                        </a:rPr>
                        <a:t>でない、無しで、欠けている</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63500">
                        <a:lnSpc>
                          <a:spcPct val="100000"/>
                        </a:lnSpc>
                        <a:spcBef>
                          <a:spcPts val="265"/>
                        </a:spcBef>
                      </a:pPr>
                      <a:r>
                        <a:rPr sz="1800" spc="-10" dirty="0">
                          <a:latin typeface="Calibri"/>
                          <a:cs typeface="Calibri"/>
                        </a:rPr>
                        <a:t>unhappy</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10" dirty="0">
                          <a:latin typeface="Yu Gothic"/>
                          <a:cs typeface="Yu Gothic"/>
                        </a:rPr>
                        <a:t>不幸な、嬉しくない</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25" dirty="0">
                          <a:latin typeface="Calibri"/>
                          <a:cs typeface="Calibri"/>
                        </a:rPr>
                        <a:t>un-</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0"/>
                        </a:spcBef>
                      </a:pPr>
                      <a:r>
                        <a:rPr sz="1800" dirty="0">
                          <a:latin typeface="Yu Gothic"/>
                          <a:cs typeface="Yu Gothic"/>
                        </a:rPr>
                        <a:t>～</a:t>
                      </a:r>
                      <a:r>
                        <a:rPr sz="1800" spc="-10" dirty="0">
                          <a:latin typeface="Yu Gothic"/>
                          <a:cs typeface="Yu Gothic"/>
                        </a:rPr>
                        <a:t>の状態でない</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205">
                <a:tc>
                  <a:txBody>
                    <a:bodyPr/>
                    <a:lstStyle/>
                    <a:p>
                      <a:pPr marL="63500">
                        <a:lnSpc>
                          <a:spcPct val="100000"/>
                        </a:lnSpc>
                        <a:spcBef>
                          <a:spcPts val="270"/>
                        </a:spcBef>
                      </a:pPr>
                      <a:r>
                        <a:rPr sz="1800" spc="-10" dirty="0">
                          <a:latin typeface="Calibri"/>
                          <a:cs typeface="Calibri"/>
                        </a:rPr>
                        <a:t>prepare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spc="-10" dirty="0">
                          <a:latin typeface="Yu Gothic"/>
                          <a:cs typeface="Yu Gothic"/>
                        </a:rPr>
                        <a:t>備える、準備する</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70"/>
                        </a:spcBef>
                      </a:pPr>
                      <a:r>
                        <a:rPr sz="1800" spc="-20" dirty="0">
                          <a:latin typeface="Calibri"/>
                          <a:cs typeface="Calibri"/>
                        </a:rPr>
                        <a:t>pre-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5"/>
                        </a:spcBef>
                      </a:pPr>
                      <a:r>
                        <a:rPr sz="1800" dirty="0">
                          <a:latin typeface="Yu Gothic"/>
                          <a:cs typeface="Yu Gothic"/>
                        </a:rPr>
                        <a:t>あらかじめ、～</a:t>
                      </a:r>
                      <a:r>
                        <a:rPr sz="1800" spc="-20" dirty="0">
                          <a:latin typeface="Yu Gothic"/>
                          <a:cs typeface="Yu Gothic"/>
                        </a:rPr>
                        <a:t>の前に</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63500">
                        <a:lnSpc>
                          <a:spcPct val="100000"/>
                        </a:lnSpc>
                        <a:spcBef>
                          <a:spcPts val="270"/>
                        </a:spcBef>
                      </a:pPr>
                      <a:r>
                        <a:rPr sz="1800" spc="-10" dirty="0">
                          <a:latin typeface="Calibri"/>
                          <a:cs typeface="Calibri"/>
                        </a:rPr>
                        <a:t>reply</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10" dirty="0">
                          <a:latin typeface="Yu Gothic"/>
                          <a:cs typeface="Yu Gothic"/>
                        </a:rPr>
                        <a:t>返事する、折り返す</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70"/>
                        </a:spcBef>
                      </a:pPr>
                      <a:r>
                        <a:rPr sz="1800" spc="-25" dirty="0">
                          <a:latin typeface="Calibri"/>
                          <a:cs typeface="Calibri"/>
                        </a:rPr>
                        <a:t>re-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5"/>
                        </a:spcBef>
                      </a:pPr>
                      <a:r>
                        <a:rPr sz="1800" spc="-10" dirty="0">
                          <a:latin typeface="Yu Gothic"/>
                          <a:cs typeface="Yu Gothic"/>
                        </a:rPr>
                        <a:t>もう一度、新しい</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370840">
                <a:tc>
                  <a:txBody>
                    <a:bodyPr/>
                    <a:lstStyle/>
                    <a:p>
                      <a:pPr marL="63500">
                        <a:lnSpc>
                          <a:spcPct val="100000"/>
                        </a:lnSpc>
                        <a:spcBef>
                          <a:spcPts val="270"/>
                        </a:spcBef>
                      </a:pPr>
                      <a:r>
                        <a:rPr sz="1800" spc="-10" dirty="0">
                          <a:latin typeface="Calibri"/>
                          <a:cs typeface="Calibri"/>
                        </a:rPr>
                        <a:t>despair</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spc="-15" dirty="0">
                          <a:latin typeface="Yu Gothic"/>
                          <a:cs typeface="Yu Gothic"/>
                        </a:rPr>
                        <a:t>絶望する</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70"/>
                        </a:spcBef>
                      </a:pPr>
                      <a:r>
                        <a:rPr sz="1800" spc="-25" dirty="0">
                          <a:latin typeface="Calibri"/>
                          <a:cs typeface="Calibri"/>
                        </a:rPr>
                        <a:t>de-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5"/>
                        </a:spcBef>
                      </a:pPr>
                      <a:r>
                        <a:rPr sz="1800" spc="-10" dirty="0">
                          <a:latin typeface="Yu Gothic"/>
                          <a:cs typeface="Yu Gothic"/>
                        </a:rPr>
                        <a:t>下に、離れて</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r h="370205">
                <a:tc>
                  <a:txBody>
                    <a:bodyPr/>
                    <a:lstStyle/>
                    <a:p>
                      <a:pPr marL="63500">
                        <a:lnSpc>
                          <a:spcPct val="100000"/>
                        </a:lnSpc>
                        <a:spcBef>
                          <a:spcPts val="265"/>
                        </a:spcBef>
                      </a:pPr>
                      <a:r>
                        <a:rPr sz="1800" spc="-10" dirty="0">
                          <a:latin typeface="Calibri"/>
                          <a:cs typeface="Calibri"/>
                        </a:rPr>
                        <a:t>misunderstand</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4"/>
                        </a:spcBef>
                      </a:pPr>
                      <a:r>
                        <a:rPr sz="1800" spc="-10" dirty="0">
                          <a:latin typeface="Yu Gothic"/>
                          <a:cs typeface="Yu Gothic"/>
                        </a:rPr>
                        <a:t>～</a:t>
                      </a:r>
                      <a:r>
                        <a:rPr sz="1800" spc="-20" dirty="0">
                          <a:latin typeface="Yu Gothic"/>
                          <a:cs typeface="Yu Gothic"/>
                        </a:rPr>
                        <a:t>を誤解する</a:t>
                      </a:r>
                      <a:endParaRPr sz="180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spc="-20" dirty="0">
                          <a:latin typeface="Calibri"/>
                          <a:cs typeface="Calibri"/>
                        </a:rPr>
                        <a:t>mis-</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4"/>
                        </a:spcBef>
                      </a:pPr>
                      <a:r>
                        <a:rPr sz="1800" spc="-25" dirty="0">
                          <a:latin typeface="Yu Gothic"/>
                          <a:cs typeface="Yu Gothic"/>
                        </a:rPr>
                        <a:t>誤って</a:t>
                      </a:r>
                      <a:endParaRPr sz="1800" dirty="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3684694668"/>
      </p:ext>
    </p:extLst>
  </p:cSld>
  <p:clrMapOvr>
    <a:masterClrMapping/>
  </p:clrMapOvr>
</p:sld>
</file>

<file path=ppt/slides/slide1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normAutofit/>
          </a:bodyPr>
          <a:lstStyle/>
          <a:p>
            <a:pPr algn="ctr"/>
            <a:r>
              <a:rPr lang="en-US" altLang="ja-JP" b="1" dirty="0">
                <a:latin typeface="Calibri (Headings)"/>
              </a:rPr>
              <a:t>2. </a:t>
            </a:r>
            <a:r>
              <a:rPr lang="ja-JP" altLang="en-US" b="1" dirty="0">
                <a:latin typeface="Calibri (Headings)"/>
                <a:sym typeface="Arial"/>
              </a:rPr>
              <a:t>派生語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18</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
        <p:nvSpPr>
          <p:cNvPr id="9" name="コンテンツ プレースホルダー 2">
            <a:extLst>
              <a:ext uri="{FF2B5EF4-FFF2-40B4-BE49-F238E27FC236}">
                <a16:creationId xmlns:a16="http://schemas.microsoft.com/office/drawing/2014/main" id="{41D975A9-3DBB-CEFE-DAC0-18FBAFEE7E00}"/>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接尾辞の例</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p:txBody>
      </p:sp>
      <p:graphicFrame>
        <p:nvGraphicFramePr>
          <p:cNvPr id="7" name="object 4">
            <a:extLst>
              <a:ext uri="{FF2B5EF4-FFF2-40B4-BE49-F238E27FC236}">
                <a16:creationId xmlns:a16="http://schemas.microsoft.com/office/drawing/2014/main" id="{A0273F27-12A2-7D1B-B928-CA1CB47ABBD9}"/>
              </a:ext>
            </a:extLst>
          </p:cNvPr>
          <p:cNvGraphicFramePr>
            <a:graphicFrameLocks noGrp="1"/>
          </p:cNvGraphicFramePr>
          <p:nvPr/>
        </p:nvGraphicFramePr>
        <p:xfrm>
          <a:off x="947661" y="2286254"/>
          <a:ext cx="10194924" cy="3333750"/>
        </p:xfrm>
        <a:graphic>
          <a:graphicData uri="http://schemas.openxmlformats.org/drawingml/2006/table">
            <a:tbl>
              <a:tblPr firstRow="1" bandRow="1">
                <a:tableStyleId>{2D5ABB26-0587-4C30-8999-92F81FD0307C}</a:tableStyleId>
              </a:tblPr>
              <a:tblGrid>
                <a:gridCol w="1201420">
                  <a:extLst>
                    <a:ext uri="{9D8B030D-6E8A-4147-A177-3AD203B41FA5}">
                      <a16:colId xmlns:a16="http://schemas.microsoft.com/office/drawing/2014/main" val="20000"/>
                    </a:ext>
                  </a:extLst>
                </a:gridCol>
                <a:gridCol w="2248535">
                  <a:extLst>
                    <a:ext uri="{9D8B030D-6E8A-4147-A177-3AD203B41FA5}">
                      <a16:colId xmlns:a16="http://schemas.microsoft.com/office/drawing/2014/main" val="20001"/>
                    </a:ext>
                  </a:extLst>
                </a:gridCol>
                <a:gridCol w="885189">
                  <a:extLst>
                    <a:ext uri="{9D8B030D-6E8A-4147-A177-3AD203B41FA5}">
                      <a16:colId xmlns:a16="http://schemas.microsoft.com/office/drawing/2014/main" val="20002"/>
                    </a:ext>
                  </a:extLst>
                </a:gridCol>
                <a:gridCol w="4085590">
                  <a:extLst>
                    <a:ext uri="{9D8B030D-6E8A-4147-A177-3AD203B41FA5}">
                      <a16:colId xmlns:a16="http://schemas.microsoft.com/office/drawing/2014/main" val="20003"/>
                    </a:ext>
                  </a:extLst>
                </a:gridCol>
                <a:gridCol w="1774190">
                  <a:extLst>
                    <a:ext uri="{9D8B030D-6E8A-4147-A177-3AD203B41FA5}">
                      <a16:colId xmlns:a16="http://schemas.microsoft.com/office/drawing/2014/main" val="20004"/>
                    </a:ext>
                  </a:extLst>
                </a:gridCol>
              </a:tblGrid>
              <a:tr h="370840">
                <a:tc>
                  <a:txBody>
                    <a:bodyPr/>
                    <a:lstStyle/>
                    <a:p>
                      <a:pPr marL="91440">
                        <a:lnSpc>
                          <a:spcPct val="100000"/>
                        </a:lnSpc>
                        <a:spcBef>
                          <a:spcPts val="229"/>
                        </a:spcBef>
                      </a:pPr>
                      <a:r>
                        <a:rPr sz="1800" b="1" spc="-25" dirty="0">
                          <a:solidFill>
                            <a:srgbClr val="FFFFFF"/>
                          </a:solidFill>
                          <a:latin typeface="Yu Gothic"/>
                          <a:cs typeface="Yu Gothic"/>
                        </a:rPr>
                        <a:t>単語</a:t>
                      </a:r>
                      <a:endParaRPr sz="1800" dirty="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0" dirty="0">
                          <a:solidFill>
                            <a:srgbClr val="FFFFFF"/>
                          </a:solidFill>
                          <a:latin typeface="Yu Gothic"/>
                          <a:cs typeface="Yu Gothic"/>
                        </a:rPr>
                        <a:t>接頭辞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10" dirty="0">
                          <a:solidFill>
                            <a:srgbClr val="FFFFFF"/>
                          </a:solidFill>
                          <a:latin typeface="Yu Gothic"/>
                          <a:cs typeface="Yu Gothic"/>
                        </a:rPr>
                        <a:t>接頭辞の意味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29"/>
                        </a:spcBef>
                      </a:pPr>
                      <a:r>
                        <a:rPr sz="1800" b="1" spc="-15" dirty="0">
                          <a:solidFill>
                            <a:srgbClr val="FFFFFF"/>
                          </a:solidFill>
                          <a:latin typeface="Yu Gothic"/>
                          <a:cs typeface="Yu Gothic"/>
                        </a:rPr>
                        <a:t>品詞転換</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63500">
                        <a:lnSpc>
                          <a:spcPct val="100000"/>
                        </a:lnSpc>
                        <a:spcBef>
                          <a:spcPts val="265"/>
                        </a:spcBef>
                      </a:pPr>
                      <a:r>
                        <a:rPr sz="1800" spc="-10" dirty="0">
                          <a:latin typeface="Calibri"/>
                          <a:cs typeface="Calibri"/>
                        </a:rPr>
                        <a:t>washable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10" dirty="0">
                          <a:latin typeface="Yu Gothic"/>
                          <a:cs typeface="Yu Gothic"/>
                        </a:rPr>
                        <a:t>洗浄可能な</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dirty="0">
                          <a:latin typeface="Calibri"/>
                          <a:cs typeface="Calibri"/>
                        </a:rPr>
                        <a:t>-</a:t>
                      </a:r>
                      <a:r>
                        <a:rPr sz="1800" spc="-20" dirty="0">
                          <a:latin typeface="Calibri"/>
                          <a:cs typeface="Calibri"/>
                        </a:rPr>
                        <a:t>able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0"/>
                        </a:spcBef>
                      </a:pPr>
                      <a:r>
                        <a:rPr sz="1800" dirty="0">
                          <a:latin typeface="Yu Gothic"/>
                          <a:cs typeface="Yu Gothic"/>
                        </a:rPr>
                        <a:t>～</a:t>
                      </a:r>
                      <a:r>
                        <a:rPr sz="1800" spc="-20" dirty="0">
                          <a:latin typeface="Yu Gothic"/>
                          <a:cs typeface="Yu Gothic"/>
                        </a:rPr>
                        <a:t>出来る</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0"/>
                        </a:spcBef>
                      </a:pPr>
                      <a:r>
                        <a:rPr sz="1800" spc="200" dirty="0">
                          <a:latin typeface="Yu Gothic"/>
                          <a:cs typeface="Yu Gothic"/>
                        </a:rPr>
                        <a:t>動詞</a:t>
                      </a:r>
                      <a:r>
                        <a:rPr sz="1800" dirty="0">
                          <a:latin typeface="Calibri"/>
                          <a:cs typeface="Calibri"/>
                        </a:rPr>
                        <a:t>→ </a:t>
                      </a:r>
                      <a:r>
                        <a:rPr sz="1800" spc="-20" dirty="0">
                          <a:latin typeface="Yu Gothic"/>
                          <a:cs typeface="Yu Gothic"/>
                        </a:rPr>
                        <a:t>形容詞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5">
                <a:tc>
                  <a:txBody>
                    <a:bodyPr/>
                    <a:lstStyle/>
                    <a:p>
                      <a:pPr marL="63500">
                        <a:lnSpc>
                          <a:spcPct val="100000"/>
                        </a:lnSpc>
                        <a:spcBef>
                          <a:spcPts val="265"/>
                        </a:spcBef>
                      </a:pPr>
                      <a:r>
                        <a:rPr sz="1800" spc="-10" dirty="0">
                          <a:latin typeface="Calibri"/>
                          <a:cs typeface="Calibri"/>
                        </a:rPr>
                        <a:t>protection</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5" dirty="0">
                          <a:latin typeface="Yu Gothic"/>
                          <a:cs typeface="Yu Gothic"/>
                        </a:rPr>
                        <a:t>保護</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dirty="0">
                          <a:latin typeface="Calibri"/>
                          <a:cs typeface="Calibri"/>
                        </a:rPr>
                        <a:t>-</a:t>
                      </a:r>
                      <a:r>
                        <a:rPr sz="1800" spc="-25" dirty="0">
                          <a:latin typeface="Calibri"/>
                          <a:cs typeface="Calibri"/>
                        </a:rPr>
                        <a:t>ion</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0"/>
                        </a:spcBef>
                      </a:pPr>
                      <a:r>
                        <a:rPr sz="1800" spc="-5" dirty="0">
                          <a:latin typeface="Yu Gothic"/>
                          <a:cs typeface="Yu Gothic"/>
                        </a:rPr>
                        <a:t>動詞の語尾に付与して名詞を構成する</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0"/>
                        </a:spcBef>
                      </a:pPr>
                      <a:r>
                        <a:rPr sz="1800" spc="200" dirty="0">
                          <a:latin typeface="Yu Gothic"/>
                          <a:cs typeface="Yu Gothic"/>
                        </a:rPr>
                        <a:t>動詞</a:t>
                      </a:r>
                      <a:r>
                        <a:rPr sz="1800" dirty="0">
                          <a:latin typeface="Calibri"/>
                          <a:cs typeface="Calibri"/>
                        </a:rPr>
                        <a:t>→ </a:t>
                      </a: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205">
                <a:tc>
                  <a:txBody>
                    <a:bodyPr/>
                    <a:lstStyle/>
                    <a:p>
                      <a:pPr marL="63500">
                        <a:lnSpc>
                          <a:spcPct val="100000"/>
                        </a:lnSpc>
                        <a:spcBef>
                          <a:spcPts val="265"/>
                        </a:spcBef>
                      </a:pPr>
                      <a:r>
                        <a:rPr sz="1800" spc="-10" dirty="0">
                          <a:latin typeface="Calibri"/>
                          <a:cs typeface="Calibri"/>
                        </a:rPr>
                        <a:t>singer</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5" dirty="0">
                          <a:latin typeface="Yu Gothic"/>
                          <a:cs typeface="Yu Gothic"/>
                        </a:rPr>
                        <a:t>歌手</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65"/>
                        </a:spcBef>
                      </a:pPr>
                      <a:r>
                        <a:rPr sz="1800" dirty="0">
                          <a:latin typeface="Calibri"/>
                          <a:cs typeface="Calibri"/>
                        </a:rPr>
                        <a:t>-</a:t>
                      </a:r>
                      <a:r>
                        <a:rPr sz="1800" spc="-25" dirty="0">
                          <a:latin typeface="Calibri"/>
                          <a:cs typeface="Calibri"/>
                        </a:rPr>
                        <a:t>er</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0"/>
                        </a:spcBef>
                      </a:pPr>
                      <a:r>
                        <a:rPr sz="1800" spc="-25" dirty="0">
                          <a:latin typeface="Calibri"/>
                          <a:cs typeface="Calibri"/>
                        </a:rPr>
                        <a:t>(</a:t>
                      </a:r>
                      <a:r>
                        <a:rPr sz="1800" dirty="0">
                          <a:latin typeface="Yu Gothic"/>
                          <a:cs typeface="Yu Gothic"/>
                        </a:rPr>
                        <a:t>能動的に</a:t>
                      </a:r>
                      <a:r>
                        <a:rPr sz="1800" spc="-10" dirty="0">
                          <a:latin typeface="Calibri"/>
                          <a:cs typeface="Calibri"/>
                        </a:rPr>
                        <a:t>)</a:t>
                      </a:r>
                      <a:r>
                        <a:rPr sz="1800" spc="-10" dirty="0">
                          <a:latin typeface="Yu Gothic"/>
                          <a:cs typeface="Yu Gothic"/>
                        </a:rPr>
                        <a:t>～</a:t>
                      </a:r>
                      <a:r>
                        <a:rPr sz="1800" spc="-20" dirty="0">
                          <a:latin typeface="Yu Gothic"/>
                          <a:cs typeface="Yu Gothic"/>
                        </a:rPr>
                        <a:t>する人</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0"/>
                        </a:spcBef>
                      </a:pPr>
                      <a:r>
                        <a:rPr sz="1800" spc="200" dirty="0">
                          <a:latin typeface="Yu Gothic"/>
                          <a:cs typeface="Yu Gothic"/>
                        </a:rPr>
                        <a:t>動詞</a:t>
                      </a:r>
                      <a:r>
                        <a:rPr sz="1800" dirty="0">
                          <a:latin typeface="Calibri"/>
                          <a:cs typeface="Calibri"/>
                        </a:rPr>
                        <a:t>→ </a:t>
                      </a: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63500">
                        <a:lnSpc>
                          <a:spcPct val="100000"/>
                        </a:lnSpc>
                        <a:spcBef>
                          <a:spcPts val="265"/>
                        </a:spcBef>
                      </a:pPr>
                      <a:r>
                        <a:rPr sz="1800" spc="-10" dirty="0">
                          <a:latin typeface="Calibri"/>
                          <a:cs typeface="Calibri"/>
                        </a:rPr>
                        <a:t>impressive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10" dirty="0">
                          <a:latin typeface="Yu Gothic"/>
                          <a:cs typeface="Yu Gothic"/>
                        </a:rPr>
                        <a:t>印象的な、感動的な</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dirty="0">
                          <a:latin typeface="Calibri"/>
                          <a:cs typeface="Calibri"/>
                        </a:rPr>
                        <a:t>-</a:t>
                      </a:r>
                      <a:r>
                        <a:rPr sz="1800" spc="-25" dirty="0">
                          <a:latin typeface="Calibri"/>
                          <a:cs typeface="Calibri"/>
                        </a:rPr>
                        <a:t>ive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0"/>
                        </a:spcBef>
                      </a:pPr>
                      <a:r>
                        <a:rPr sz="1800" dirty="0">
                          <a:latin typeface="Yu Gothic"/>
                          <a:cs typeface="Yu Gothic"/>
                        </a:rPr>
                        <a:t>～</a:t>
                      </a:r>
                      <a:r>
                        <a:rPr sz="1800" spc="-5" dirty="0">
                          <a:latin typeface="Yu Gothic"/>
                          <a:cs typeface="Yu Gothic"/>
                        </a:rPr>
                        <a:t>の傾向がある、性質がある</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0"/>
                        </a:spcBef>
                      </a:pPr>
                      <a:r>
                        <a:rPr sz="1800" spc="200" dirty="0">
                          <a:latin typeface="Yu Gothic"/>
                          <a:cs typeface="Yu Gothic"/>
                        </a:rPr>
                        <a:t>動詞</a:t>
                      </a:r>
                      <a:r>
                        <a:rPr sz="1800" dirty="0">
                          <a:latin typeface="Calibri"/>
                          <a:cs typeface="Calibri"/>
                        </a:rPr>
                        <a:t>→ </a:t>
                      </a:r>
                      <a:r>
                        <a:rPr sz="1800" spc="-20" dirty="0">
                          <a:latin typeface="Yu Gothic"/>
                          <a:cs typeface="Yu Gothic"/>
                        </a:rPr>
                        <a:t>形容詞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205">
                <a:tc>
                  <a:txBody>
                    <a:bodyPr/>
                    <a:lstStyle/>
                    <a:p>
                      <a:pPr marL="63500">
                        <a:lnSpc>
                          <a:spcPct val="100000"/>
                        </a:lnSpc>
                        <a:spcBef>
                          <a:spcPts val="270"/>
                        </a:spcBef>
                      </a:pPr>
                      <a:r>
                        <a:rPr sz="1800" spc="-10" dirty="0">
                          <a:latin typeface="Calibri"/>
                          <a:cs typeface="Calibri"/>
                        </a:rPr>
                        <a:t>beautiful</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spc="-20" dirty="0">
                          <a:latin typeface="Yu Gothic"/>
                          <a:cs typeface="Yu Gothic"/>
                        </a:rPr>
                        <a:t>美しい</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70"/>
                        </a:spcBef>
                      </a:pPr>
                      <a:r>
                        <a:rPr sz="1800" dirty="0">
                          <a:latin typeface="Calibri"/>
                          <a:cs typeface="Calibri"/>
                        </a:rPr>
                        <a:t>-</a:t>
                      </a:r>
                      <a:r>
                        <a:rPr sz="1800" spc="-25" dirty="0">
                          <a:latin typeface="Calibri"/>
                          <a:cs typeface="Calibri"/>
                        </a:rPr>
                        <a:t>ful</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5"/>
                        </a:spcBef>
                      </a:pPr>
                      <a:r>
                        <a:rPr sz="1800" dirty="0">
                          <a:latin typeface="Yu Gothic"/>
                          <a:cs typeface="Yu Gothic"/>
                        </a:rPr>
                        <a:t>～</a:t>
                      </a:r>
                      <a:r>
                        <a:rPr sz="1800" spc="-10" dirty="0">
                          <a:latin typeface="Yu Gothic"/>
                          <a:cs typeface="Yu Gothic"/>
                        </a:rPr>
                        <a:t>で満ちている</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5"/>
                        </a:spcBef>
                      </a:pPr>
                      <a:r>
                        <a:rPr sz="1800" spc="200" dirty="0">
                          <a:latin typeface="Yu Gothic"/>
                          <a:cs typeface="Yu Gothic"/>
                        </a:rPr>
                        <a:t>名詞</a:t>
                      </a:r>
                      <a:r>
                        <a:rPr sz="1800" dirty="0">
                          <a:latin typeface="Calibri"/>
                          <a:cs typeface="Calibri"/>
                        </a:rPr>
                        <a:t>→ </a:t>
                      </a:r>
                      <a:r>
                        <a:rPr sz="1800" spc="-20" dirty="0">
                          <a:latin typeface="Yu Gothic"/>
                          <a:cs typeface="Yu Gothic"/>
                        </a:rPr>
                        <a:t>形容詞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63500">
                        <a:lnSpc>
                          <a:spcPct val="100000"/>
                        </a:lnSpc>
                        <a:spcBef>
                          <a:spcPts val="270"/>
                        </a:spcBef>
                      </a:pPr>
                      <a:r>
                        <a:rPr sz="1800" spc="-10" dirty="0">
                          <a:latin typeface="Calibri"/>
                          <a:cs typeface="Calibri"/>
                        </a:rPr>
                        <a:t>hopeless</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10" dirty="0">
                          <a:latin typeface="Yu Gothic"/>
                          <a:cs typeface="Yu Gothic"/>
                        </a:rPr>
                        <a:t>望みのない</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70"/>
                        </a:spcBef>
                      </a:pPr>
                      <a:r>
                        <a:rPr sz="1800" dirty="0">
                          <a:latin typeface="Calibri"/>
                          <a:cs typeface="Calibri"/>
                        </a:rPr>
                        <a:t>-</a:t>
                      </a:r>
                      <a:r>
                        <a:rPr sz="1800" spc="-20" dirty="0">
                          <a:latin typeface="Calibri"/>
                          <a:cs typeface="Calibri"/>
                        </a:rPr>
                        <a:t>less</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5"/>
                        </a:spcBef>
                      </a:pPr>
                      <a:r>
                        <a:rPr sz="1800" dirty="0">
                          <a:latin typeface="Yu Gothic"/>
                          <a:cs typeface="Yu Gothic"/>
                        </a:rPr>
                        <a:t>～</a:t>
                      </a:r>
                      <a:r>
                        <a:rPr sz="1800" spc="-20" dirty="0">
                          <a:latin typeface="Yu Gothic"/>
                          <a:cs typeface="Yu Gothic"/>
                        </a:rPr>
                        <a:t>がない</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5"/>
                        </a:spcBef>
                      </a:pPr>
                      <a:r>
                        <a:rPr sz="1800" spc="130" dirty="0">
                          <a:latin typeface="Yu Gothic"/>
                          <a:cs typeface="Yu Gothic"/>
                        </a:rPr>
                        <a:t>形容詞</a:t>
                      </a:r>
                      <a:r>
                        <a:rPr sz="1800" dirty="0">
                          <a:latin typeface="Calibri"/>
                          <a:cs typeface="Calibri"/>
                        </a:rPr>
                        <a:t>→ </a:t>
                      </a:r>
                      <a:r>
                        <a:rPr sz="1800" spc="-25" dirty="0">
                          <a:latin typeface="Yu Gothic"/>
                          <a:cs typeface="Yu Gothic"/>
                        </a:rPr>
                        <a:t>副詞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370840">
                <a:tc>
                  <a:txBody>
                    <a:bodyPr/>
                    <a:lstStyle/>
                    <a:p>
                      <a:pPr marL="63500">
                        <a:lnSpc>
                          <a:spcPct val="100000"/>
                        </a:lnSpc>
                        <a:spcBef>
                          <a:spcPts val="270"/>
                        </a:spcBef>
                      </a:pPr>
                      <a:r>
                        <a:rPr sz="1800" spc="-10" dirty="0">
                          <a:latin typeface="Calibri"/>
                          <a:cs typeface="Calibri"/>
                        </a:rPr>
                        <a:t>slowly</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spc="-10" dirty="0">
                          <a:latin typeface="Yu Gothic"/>
                          <a:cs typeface="Yu Gothic"/>
                        </a:rPr>
                        <a:t>ゆっくりと、徐に</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70"/>
                        </a:spcBef>
                      </a:pPr>
                      <a:r>
                        <a:rPr sz="1800" dirty="0">
                          <a:latin typeface="Calibri"/>
                          <a:cs typeface="Calibri"/>
                        </a:rPr>
                        <a:t>-</a:t>
                      </a:r>
                      <a:r>
                        <a:rPr sz="1800" spc="-25" dirty="0">
                          <a:latin typeface="Calibri"/>
                          <a:cs typeface="Calibri"/>
                        </a:rPr>
                        <a:t>ly</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5"/>
                        </a:spcBef>
                      </a:pPr>
                      <a:r>
                        <a:rPr sz="1800" spc="-25" dirty="0">
                          <a:latin typeface="Yu Gothic"/>
                          <a:cs typeface="Yu Gothic"/>
                        </a:rPr>
                        <a:t>程度</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5"/>
                        </a:spcBef>
                      </a:pPr>
                      <a:r>
                        <a:rPr sz="1800" spc="130" dirty="0">
                          <a:latin typeface="Yu Gothic"/>
                          <a:cs typeface="Yu Gothic"/>
                        </a:rPr>
                        <a:t>形容詞</a:t>
                      </a:r>
                      <a:r>
                        <a:rPr sz="1800" dirty="0">
                          <a:latin typeface="Calibri"/>
                          <a:cs typeface="Calibri"/>
                        </a:rPr>
                        <a:t>→ </a:t>
                      </a:r>
                      <a:r>
                        <a:rPr sz="1800" spc="-25" dirty="0">
                          <a:latin typeface="Yu Gothic"/>
                          <a:cs typeface="Yu Gothic"/>
                        </a:rPr>
                        <a:t>副詞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r h="370205">
                <a:tc>
                  <a:txBody>
                    <a:bodyPr/>
                    <a:lstStyle/>
                    <a:p>
                      <a:pPr marL="63500">
                        <a:lnSpc>
                          <a:spcPct val="100000"/>
                        </a:lnSpc>
                        <a:spcBef>
                          <a:spcPts val="265"/>
                        </a:spcBef>
                      </a:pPr>
                      <a:r>
                        <a:rPr sz="1800" spc="-10" dirty="0">
                          <a:latin typeface="Calibri"/>
                          <a:cs typeface="Calibri"/>
                        </a:rPr>
                        <a:t>happiness</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4"/>
                        </a:spcBef>
                      </a:pPr>
                      <a:r>
                        <a:rPr sz="1800" spc="-30" dirty="0">
                          <a:latin typeface="Yu Gothic"/>
                          <a:cs typeface="Yu Gothic"/>
                        </a:rPr>
                        <a:t>幸福</a:t>
                      </a:r>
                      <a:endParaRPr sz="180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65"/>
                        </a:spcBef>
                      </a:pPr>
                      <a:r>
                        <a:rPr sz="1800" dirty="0">
                          <a:latin typeface="Calibri"/>
                          <a:cs typeface="Calibri"/>
                        </a:rPr>
                        <a:t>-</a:t>
                      </a:r>
                      <a:r>
                        <a:rPr sz="1800" spc="-20" dirty="0">
                          <a:latin typeface="Calibri"/>
                          <a:cs typeface="Calibri"/>
                        </a:rPr>
                        <a:t>ness</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4"/>
                        </a:spcBef>
                      </a:pPr>
                      <a:r>
                        <a:rPr sz="1800" spc="-30" dirty="0">
                          <a:latin typeface="Yu Gothic"/>
                          <a:cs typeface="Yu Gothic"/>
                        </a:rPr>
                        <a:t>状態</a:t>
                      </a:r>
                      <a:endParaRPr sz="180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4"/>
                        </a:spcBef>
                      </a:pPr>
                      <a:r>
                        <a:rPr sz="1800" spc="-35" dirty="0">
                          <a:latin typeface="Yu Gothic"/>
                          <a:cs typeface="Yu Gothic"/>
                        </a:rPr>
                        <a:t>形容詞 </a:t>
                      </a:r>
                      <a:r>
                        <a:rPr sz="1800" spc="5" dirty="0">
                          <a:latin typeface="Calibri"/>
                          <a:cs typeface="Calibri"/>
                        </a:rPr>
                        <a:t>→ </a:t>
                      </a:r>
                      <a:r>
                        <a:rPr sz="1800" spc="-30" dirty="0">
                          <a:latin typeface="Yu Gothic"/>
                          <a:cs typeface="Yu Gothic"/>
                        </a:rPr>
                        <a:t>名詞</a:t>
                      </a:r>
                      <a:endParaRPr sz="1800" dirty="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8"/>
                  </a:ext>
                </a:extLst>
              </a:tr>
            </a:tbl>
          </a:graphicData>
        </a:graphic>
      </p:graphicFrame>
    </p:spTree>
    <p:extLst>
      <p:ext uri="{BB962C8B-B14F-4D97-AF65-F5344CB8AC3E}">
        <p14:creationId xmlns:p14="http://schemas.microsoft.com/office/powerpoint/2010/main" val="2733715539"/>
      </p:ext>
    </p:extLst>
  </p:cSld>
  <p:clrMapOvr>
    <a:masterClrMapping/>
  </p:clrMapOvr>
</p:sld>
</file>

<file path=ppt/slides/slide1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3. </a:t>
            </a:r>
            <a:r>
              <a:rPr lang="ja-JP" altLang="en-US" b="1" dirty="0">
                <a:latin typeface="Calibri (Headings)"/>
              </a:rPr>
              <a:t>借用語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19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4021934138"/>
      </p:ext>
    </p:extLst>
  </p:cSld>
  <p:clrMapOvr>
    <a:masterClrMapping/>
  </p:clrMapOvr>
</p:sld>
</file>

<file path=ppt/slides/slide2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借用語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10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英語は以下のような歴史的経緯で様々な言語から語彙を取り入れてきた。</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3300"/>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民族の侵略</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(e.g.,</a:t>
            </a:r>
            <a:r>
              <a:rPr kumimoji="0" lang="ja-JP" altLang="en-US" sz="2400" b="0" i="0" u="none" strike="noStrike" kern="0" cap="none" spc="-5"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ノルマン制服によるフランス語との接触</a:t>
            </a:r>
            <a:r>
              <a:rPr kumimoji="0" lang="en-US" altLang="ja-JP" sz="24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280670" marR="0" lvl="0" indent="-267970" defTabSz="914400" eaLnBrk="1" fontAlgn="auto" latinLnBrk="0" hangingPunct="1">
              <a:lnSpc>
                <a:spcPct val="100000"/>
              </a:lnSpc>
              <a:spcBef>
                <a:spcPts val="215"/>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書物</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特にラテン語</a:t>
            </a:r>
            <a:r>
              <a:rPr kumimoji="0" lang="en-US" altLang="ja-JP" sz="2400" b="0" i="0" u="none" strike="noStrike" kern="0" cap="none" spc="-50" normalizeH="0" baseline="0" noProof="0" dirty="0">
                <a:ln>
                  <a:noFill/>
                </a:ln>
                <a:solidFill>
                  <a:sysClr val="windowText" lastClr="000000"/>
                </a:solidFill>
                <a:effectLst/>
                <a:uLnTx/>
                <a:uFillTx/>
                <a:latin typeface="Calibri"/>
                <a:cs typeface="Calibri"/>
              </a:rPr>
              <a:t>)</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280670" marR="0" lvl="0" indent="-267970" defTabSz="914400" eaLnBrk="1" fontAlgn="auto" latinLnBrk="0" hangingPunct="1">
              <a:lnSpc>
                <a:spcPct val="100000"/>
              </a:lnSpc>
              <a:spcBef>
                <a:spcPts val="219"/>
              </a:spcBef>
              <a:spcAft>
                <a:spcPts val="0"/>
              </a:spcAft>
              <a:buClrTx/>
              <a:buSzTx/>
              <a:buFont typeface="Arial MT"/>
              <a:buChar char="•"/>
              <a:tabLst>
                <a:tab pos="280670" algn="l"/>
              </a:tabLst>
              <a:defRPr/>
            </a:pP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交渉交易、外交</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670" marR="0" lvl="0" indent="-267970" defTabSz="914400" eaLnBrk="1" fontAlgn="auto" latinLnBrk="0" hangingPunct="1">
              <a:lnSpc>
                <a:spcPct val="100000"/>
              </a:lnSpc>
              <a:spcBef>
                <a:spcPts val="204"/>
              </a:spcBef>
              <a:spcAft>
                <a:spcPts val="0"/>
              </a:spcAft>
              <a:buClrTx/>
              <a:buSzTx/>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文明の発達により諸言語への容易な接触</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12700" marR="444500" lvl="0" indent="0" defTabSz="914400" eaLnBrk="1" fontAlgn="auto" latinLnBrk="0" hangingPunct="1">
              <a:lnSpc>
                <a:spcPts val="2590"/>
              </a:lnSpc>
              <a:spcBef>
                <a:spcPts val="3640"/>
              </a:spcBef>
              <a:spcAft>
                <a:spcPts val="0"/>
              </a:spcAft>
              <a:buClrTx/>
              <a:buSzTx/>
              <a:buFontTx/>
              <a:buNone/>
              <a:tabLst/>
              <a:defRPr/>
            </a:pP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英語本来語にはない他の言語から取り入れた語彙を</a:t>
            </a:r>
            <a:r>
              <a:rPr kumimoji="0" lang="ja-JP" altLang="en-US" sz="2400" b="1" i="0" u="none" strike="noStrike" kern="0" cap="none" spc="0" normalizeH="0" baseline="0" noProof="0" dirty="0">
                <a:ln>
                  <a:noFill/>
                </a:ln>
                <a:solidFill>
                  <a:sysClr val="windowText" lastClr="000000"/>
                </a:solidFill>
                <a:effectLst/>
                <a:uLnTx/>
                <a:uFillTx/>
                <a:latin typeface="Yu Gothic"/>
                <a:cs typeface="Yu Gothic"/>
              </a:rPr>
              <a:t>借用語</a:t>
            </a:r>
            <a:r>
              <a:rPr kumimoji="0" lang="en-US" altLang="ja-JP" sz="2400" b="1" i="0" u="none" strike="noStrike" kern="0" cap="none" spc="0" normalizeH="0" baseline="0" noProof="0" dirty="0">
                <a:ln>
                  <a:noFill/>
                </a:ln>
                <a:solidFill>
                  <a:sysClr val="windowText" lastClr="000000"/>
                </a:solidFill>
                <a:effectLst/>
                <a:uLnTx/>
                <a:uFillTx/>
                <a:latin typeface="Calibri"/>
                <a:cs typeface="Calibri"/>
              </a:rPr>
              <a:t>(loan</a:t>
            </a:r>
            <a:r>
              <a:rPr kumimoji="0" lang="ja-JP" altLang="en-US" sz="2400" b="1" i="0" u="none" strike="noStrike" kern="0" cap="none" spc="-60" normalizeH="0" baseline="0" noProof="0" dirty="0">
                <a:ln>
                  <a:noFill/>
                </a:ln>
                <a:solidFill>
                  <a:sysClr val="windowText" lastClr="000000"/>
                </a:solidFill>
                <a:effectLst/>
                <a:uLnTx/>
                <a:uFillTx/>
                <a:latin typeface="Calibri"/>
                <a:cs typeface="Calibri"/>
              </a:rPr>
              <a:t> </a:t>
            </a:r>
            <a:r>
              <a:rPr kumimoji="0" lang="en-US" altLang="ja-JP" sz="2400" b="1" i="0" u="none" strike="noStrike" kern="0" cap="none" spc="0" normalizeH="0" baseline="0" noProof="0" dirty="0">
                <a:ln>
                  <a:noFill/>
                </a:ln>
                <a:solidFill>
                  <a:sysClr val="windowText" lastClr="000000"/>
                </a:solidFill>
                <a:effectLst/>
                <a:uLnTx/>
                <a:uFillTx/>
                <a:latin typeface="Calibri"/>
                <a:cs typeface="Calibri"/>
              </a:rPr>
              <a:t>words</a:t>
            </a:r>
            <a:r>
              <a:rPr kumimoji="0" lang="ja-JP" altLang="en-US" sz="2400" b="1" i="0" u="none" strike="noStrike" kern="0" cap="none" spc="-60" normalizeH="0" baseline="0" noProof="0" dirty="0">
                <a:ln>
                  <a:noFill/>
                </a:ln>
                <a:solidFill>
                  <a:sysClr val="windowText" lastClr="000000"/>
                </a:solidFill>
                <a:effectLst/>
                <a:uLnTx/>
                <a:uFillTx/>
                <a:latin typeface="Calibri"/>
                <a:cs typeface="Calibri"/>
              </a:rPr>
              <a:t> </a:t>
            </a:r>
            <a:r>
              <a:rPr kumimoji="0" lang="en-US" altLang="ja-JP" sz="2400" b="1" i="0" u="none" strike="noStrike" kern="0" cap="none" spc="-60" normalizeH="0" baseline="0" noProof="0" dirty="0">
                <a:ln>
                  <a:noFill/>
                </a:ln>
                <a:solidFill>
                  <a:sysClr val="windowText" lastClr="000000"/>
                </a:solidFill>
                <a:effectLst/>
                <a:uLnTx/>
                <a:uFillTx/>
                <a:latin typeface="Calibri"/>
                <a:cs typeface="Calibri"/>
              </a:rPr>
              <a:t>/</a:t>
            </a:r>
            <a:r>
              <a:rPr kumimoji="0" lang="ja-JP" altLang="en-US" sz="2400" b="1" i="0" u="none" strike="noStrike" kern="0" cap="none" spc="-50" normalizeH="0" baseline="0" noProof="0" dirty="0">
                <a:ln>
                  <a:noFill/>
                </a:ln>
                <a:solidFill>
                  <a:sysClr val="windowText" lastClr="000000"/>
                </a:solidFill>
                <a:effectLst/>
                <a:uLnTx/>
                <a:uFillTx/>
                <a:latin typeface="Calibri"/>
                <a:cs typeface="Calibri"/>
              </a:rPr>
              <a:t> </a:t>
            </a:r>
            <a:r>
              <a:rPr kumimoji="0" lang="en-US" altLang="ja-JP" sz="2400" b="1" i="0" u="none" strike="noStrike" kern="0" cap="none" spc="-10" normalizeH="0" baseline="0" noProof="0" dirty="0">
                <a:ln>
                  <a:noFill/>
                </a:ln>
                <a:solidFill>
                  <a:sysClr val="windowText" lastClr="000000"/>
                </a:solidFill>
                <a:effectLst/>
                <a:uLnTx/>
                <a:uFillTx/>
                <a:latin typeface="Calibri"/>
                <a:cs typeface="Calibri"/>
              </a:rPr>
              <a:t>borrowings)</a:t>
            </a:r>
            <a:r>
              <a:rPr kumimoji="0" lang="ja-JP" altLang="en-US" sz="2400" b="0" i="0" u="none" strike="noStrike" kern="0" cap="none" spc="-20" normalizeH="0" baseline="0" noProof="0" dirty="0">
                <a:ln>
                  <a:noFill/>
                </a:ln>
                <a:solidFill>
                  <a:sysClr val="windowText" lastClr="000000"/>
                </a:solidFill>
                <a:effectLst/>
                <a:uLnTx/>
                <a:uFillTx/>
                <a:latin typeface="Yu Gothic"/>
                <a:cs typeface="Yu Gothic"/>
              </a:rPr>
              <a:t>という。</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2302870219"/>
      </p:ext>
    </p:extLst>
  </p:cSld>
  <p:clrMapOvr>
    <a:masterClrMapping/>
  </p:clrMapOvr>
</p:sld>
</file>

<file path=ppt/slides/slide2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借用語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ラテン語からの借用語の例</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4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科学技術、宗教、文学の専門用語が多い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graphicFrame>
        <p:nvGraphicFramePr>
          <p:cNvPr id="3" name="object 4">
            <a:extLst>
              <a:ext uri="{FF2B5EF4-FFF2-40B4-BE49-F238E27FC236}">
                <a16:creationId xmlns:a16="http://schemas.microsoft.com/office/drawing/2014/main" id="{848CCDB8-9B91-E6DE-2825-49799E4D02E5}"/>
              </a:ext>
            </a:extLst>
          </p:cNvPr>
          <p:cNvGraphicFramePr>
            <a:graphicFrameLocks noGrp="1"/>
          </p:cNvGraphicFramePr>
          <p:nvPr/>
        </p:nvGraphicFramePr>
        <p:xfrm>
          <a:off x="947661" y="2753105"/>
          <a:ext cx="7334884" cy="2588895"/>
        </p:xfrm>
        <a:graphic>
          <a:graphicData uri="http://schemas.openxmlformats.org/drawingml/2006/table">
            <a:tbl>
              <a:tblPr firstRow="1" bandRow="1">
                <a:tableStyleId>{2D5ABB26-0587-4C30-8999-92F81FD0307C}</a:tableStyleId>
              </a:tblPr>
              <a:tblGrid>
                <a:gridCol w="1308735">
                  <a:extLst>
                    <a:ext uri="{9D8B030D-6E8A-4147-A177-3AD203B41FA5}">
                      <a16:colId xmlns:a16="http://schemas.microsoft.com/office/drawing/2014/main" val="20000"/>
                    </a:ext>
                  </a:extLst>
                </a:gridCol>
                <a:gridCol w="900429">
                  <a:extLst>
                    <a:ext uri="{9D8B030D-6E8A-4147-A177-3AD203B41FA5}">
                      <a16:colId xmlns:a16="http://schemas.microsoft.com/office/drawing/2014/main" val="20001"/>
                    </a:ext>
                  </a:extLst>
                </a:gridCol>
                <a:gridCol w="5125720">
                  <a:extLst>
                    <a:ext uri="{9D8B030D-6E8A-4147-A177-3AD203B41FA5}">
                      <a16:colId xmlns:a16="http://schemas.microsoft.com/office/drawing/2014/main" val="20002"/>
                    </a:ext>
                  </a:extLst>
                </a:gridCol>
              </a:tblGrid>
              <a:tr h="365760">
                <a:tc>
                  <a:txBody>
                    <a:bodyPr/>
                    <a:lstStyle/>
                    <a:p>
                      <a:pPr marL="91440">
                        <a:lnSpc>
                          <a:spcPct val="100000"/>
                        </a:lnSpc>
                        <a:spcBef>
                          <a:spcPts val="245"/>
                        </a:spcBef>
                      </a:pPr>
                      <a:r>
                        <a:rPr sz="1800" b="1" spc="-25" dirty="0">
                          <a:solidFill>
                            <a:srgbClr val="FFFFFF"/>
                          </a:solidFill>
                          <a:latin typeface="Yu Gothic"/>
                          <a:cs typeface="Yu Gothic"/>
                        </a:rPr>
                        <a:t>単語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5"/>
                        </a:spcBef>
                      </a:pPr>
                      <a:r>
                        <a:rPr sz="1800" b="1" spc="-25" dirty="0">
                          <a:solidFill>
                            <a:srgbClr val="FFFFFF"/>
                          </a:solidFill>
                          <a:latin typeface="Yu Gothic"/>
                          <a:cs typeface="Yu Gothic"/>
                        </a:rPr>
                        <a:t>品詞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45"/>
                        </a:spcBef>
                      </a:pPr>
                      <a:r>
                        <a:rPr sz="1800" b="1" spc="-25" dirty="0">
                          <a:solidFill>
                            <a:srgbClr val="FFFFFF"/>
                          </a:solidFill>
                          <a:latin typeface="Yu Gothic"/>
                          <a:cs typeface="Yu Gothic"/>
                        </a:rPr>
                        <a:t>意味</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63500">
                        <a:lnSpc>
                          <a:spcPct val="100000"/>
                        </a:lnSpc>
                        <a:spcBef>
                          <a:spcPts val="335"/>
                        </a:spcBef>
                      </a:pPr>
                      <a:r>
                        <a:rPr sz="1800" spc="-10" dirty="0">
                          <a:latin typeface="Arial MT"/>
                          <a:cs typeface="Arial MT"/>
                        </a:rPr>
                        <a:t>minister</a:t>
                      </a:r>
                      <a:endParaRPr sz="1800">
                        <a:latin typeface="Arial MT"/>
                        <a:cs typeface="Arial MT"/>
                      </a:endParaRPr>
                    </a:p>
                  </a:txBody>
                  <a:tcPr marL="0" marR="0" marT="4254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30"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30" dirty="0">
                          <a:latin typeface="Yu Gothic"/>
                          <a:cs typeface="Yu Gothic"/>
                        </a:rPr>
                        <a:t>大臣</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40">
                <a:tc>
                  <a:txBody>
                    <a:bodyPr/>
                    <a:lstStyle/>
                    <a:p>
                      <a:pPr marL="63500">
                        <a:lnSpc>
                          <a:spcPct val="100000"/>
                        </a:lnSpc>
                        <a:spcBef>
                          <a:spcPts val="335"/>
                        </a:spcBef>
                      </a:pPr>
                      <a:r>
                        <a:rPr sz="1800" spc="-10" dirty="0">
                          <a:latin typeface="Arial MT"/>
                          <a:cs typeface="Arial MT"/>
                        </a:rPr>
                        <a:t>priest</a:t>
                      </a:r>
                      <a:endParaRPr sz="1800">
                        <a:latin typeface="Arial MT"/>
                        <a:cs typeface="Arial MT"/>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54"/>
                        </a:spcBef>
                      </a:pPr>
                      <a:r>
                        <a:rPr sz="1800" spc="-25" dirty="0">
                          <a:latin typeface="Yu Gothic"/>
                          <a:cs typeface="Yu Gothic"/>
                        </a:rPr>
                        <a:t>名詞</a:t>
                      </a:r>
                      <a:endParaRPr sz="1800">
                        <a:latin typeface="Yu Gothic"/>
                        <a:cs typeface="Yu Gothic"/>
                      </a:endParaRPr>
                    </a:p>
                  </a:txBody>
                  <a:tcPr marL="0" marR="0" marT="3238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10" dirty="0">
                          <a:latin typeface="Yu Gothic"/>
                          <a:cs typeface="Yu Gothic"/>
                        </a:rPr>
                        <a:t>聖職者、司祭</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40">
                <a:tc>
                  <a:txBody>
                    <a:bodyPr/>
                    <a:lstStyle/>
                    <a:p>
                      <a:pPr marL="63500">
                        <a:lnSpc>
                          <a:spcPct val="100000"/>
                        </a:lnSpc>
                        <a:spcBef>
                          <a:spcPts val="335"/>
                        </a:spcBef>
                      </a:pPr>
                      <a:r>
                        <a:rPr sz="1800" spc="-10" dirty="0">
                          <a:latin typeface="Arial MT"/>
                          <a:cs typeface="Arial MT"/>
                        </a:rPr>
                        <a:t>clerk</a:t>
                      </a:r>
                      <a:endParaRPr sz="1800">
                        <a:latin typeface="Arial MT"/>
                        <a:cs typeface="Arial MT"/>
                      </a:endParaRPr>
                    </a:p>
                  </a:txBody>
                  <a:tcPr marL="0" marR="0" marT="4254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54"/>
                        </a:spcBef>
                      </a:pPr>
                      <a:r>
                        <a:rPr sz="1800" spc="-25" dirty="0">
                          <a:latin typeface="Yu Gothic"/>
                          <a:cs typeface="Yu Gothic"/>
                        </a:rPr>
                        <a:t>名詞</a:t>
                      </a:r>
                      <a:endParaRPr sz="1800">
                        <a:latin typeface="Yu Gothic"/>
                        <a:cs typeface="Yu Gothic"/>
                      </a:endParaRPr>
                    </a:p>
                  </a:txBody>
                  <a:tcPr marL="0" marR="0" marT="3238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5" dirty="0">
                          <a:latin typeface="Yu Gothic"/>
                          <a:cs typeface="Yu Gothic"/>
                        </a:rPr>
                        <a:t>事務員、販売員、書記官、判事、聖職者</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5">
                <a:tc>
                  <a:txBody>
                    <a:bodyPr/>
                    <a:lstStyle/>
                    <a:p>
                      <a:pPr marL="63500">
                        <a:lnSpc>
                          <a:spcPct val="100000"/>
                        </a:lnSpc>
                        <a:spcBef>
                          <a:spcPts val="340"/>
                        </a:spcBef>
                      </a:pPr>
                      <a:r>
                        <a:rPr sz="1800" spc="-10" dirty="0">
                          <a:latin typeface="Arial MT"/>
                          <a:cs typeface="Arial MT"/>
                        </a:rPr>
                        <a:t>consecrate</a:t>
                      </a:r>
                      <a:endParaRPr sz="1800">
                        <a:latin typeface="Arial MT"/>
                        <a:cs typeface="Arial MT"/>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0" dirty="0">
                          <a:latin typeface="Yu Gothic"/>
                          <a:cs typeface="Yu Gothic"/>
                        </a:rPr>
                        <a:t>他動詞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dirty="0">
                          <a:latin typeface="Yu Gothic"/>
                          <a:cs typeface="Yu Gothic"/>
                        </a:rPr>
                        <a:t>～</a:t>
                      </a:r>
                      <a:r>
                        <a:rPr sz="1800" spc="-15" dirty="0">
                          <a:latin typeface="Yu Gothic"/>
                          <a:cs typeface="Yu Gothic"/>
                        </a:rPr>
                        <a:t>を奉献する、(ミサでパンとワインを)聖別する</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0">
                <a:tc>
                  <a:txBody>
                    <a:bodyPr/>
                    <a:lstStyle/>
                    <a:p>
                      <a:pPr marL="63500">
                        <a:lnSpc>
                          <a:spcPct val="100000"/>
                        </a:lnSpc>
                        <a:spcBef>
                          <a:spcPts val="340"/>
                        </a:spcBef>
                      </a:pPr>
                      <a:r>
                        <a:rPr sz="1800" spc="-10" dirty="0">
                          <a:latin typeface="Arial MT"/>
                          <a:cs typeface="Arial MT"/>
                        </a:rPr>
                        <a:t>anthem</a:t>
                      </a:r>
                      <a:endParaRPr sz="1800">
                        <a:latin typeface="Arial MT"/>
                        <a:cs typeface="Arial MT"/>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spc="-25" dirty="0">
                          <a:latin typeface="Yu Gothic"/>
                          <a:cs typeface="Yu Gothic"/>
                        </a:rPr>
                        <a:t>名詞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spc="-10" dirty="0">
                          <a:latin typeface="Yu Gothic"/>
                          <a:cs typeface="Yu Gothic"/>
                        </a:rPr>
                        <a:t>賛歌、交唱歌</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63500">
                        <a:lnSpc>
                          <a:spcPct val="100000"/>
                        </a:lnSpc>
                        <a:spcBef>
                          <a:spcPts val="340"/>
                        </a:spcBef>
                      </a:pPr>
                      <a:r>
                        <a:rPr sz="1800" spc="-20" dirty="0">
                          <a:latin typeface="Arial MT"/>
                          <a:cs typeface="Arial MT"/>
                        </a:rPr>
                        <a:t>fact</a:t>
                      </a:r>
                      <a:endParaRPr sz="1800">
                        <a:latin typeface="Arial MT"/>
                        <a:cs typeface="Arial MT"/>
                      </a:endParaRPr>
                    </a:p>
                  </a:txBody>
                  <a:tcPr marL="0" marR="0" marT="431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25" dirty="0">
                          <a:latin typeface="Yu Gothic"/>
                          <a:cs typeface="Yu Gothic"/>
                        </a:rPr>
                        <a:t>名詞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25" dirty="0">
                          <a:latin typeface="Yu Gothic"/>
                          <a:cs typeface="Yu Gothic"/>
                        </a:rPr>
                        <a:t>事実</a:t>
                      </a:r>
                      <a:endParaRPr sz="1800" dirty="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3339697290"/>
      </p:ext>
    </p:extLst>
  </p:cSld>
  <p:clrMapOvr>
    <a:masterClrMapping/>
  </p:clrMapOvr>
</p:sld>
</file>

<file path=ppt/slides/slide22.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借用語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22</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ラテン語からの借用語の例</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40"/>
              </a:spcBef>
              <a:spcAft>
                <a:spcPts val="0"/>
              </a:spcAft>
              <a:buClrTx/>
              <a:buSzTx/>
              <a:buFontTx/>
              <a:buNone/>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科学技術、宗教、文学の専門用語が多い</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graphicFrame>
        <p:nvGraphicFramePr>
          <p:cNvPr id="5" name="object 4">
            <a:extLst>
              <a:ext uri="{FF2B5EF4-FFF2-40B4-BE49-F238E27FC236}">
                <a16:creationId xmlns:a16="http://schemas.microsoft.com/office/drawing/2014/main" id="{FBC2EE79-8DB2-634C-3D0C-6C15B6D8E827}"/>
              </a:ext>
            </a:extLst>
          </p:cNvPr>
          <p:cNvGraphicFramePr>
            <a:graphicFrameLocks noGrp="1"/>
          </p:cNvGraphicFramePr>
          <p:nvPr/>
        </p:nvGraphicFramePr>
        <p:xfrm>
          <a:off x="947674" y="2753105"/>
          <a:ext cx="6194424" cy="2218690"/>
        </p:xfrm>
        <a:graphic>
          <a:graphicData uri="http://schemas.openxmlformats.org/drawingml/2006/table">
            <a:tbl>
              <a:tblPr firstRow="1" bandRow="1">
                <a:tableStyleId>{2D5ABB26-0587-4C30-8999-92F81FD0307C}</a:tableStyleId>
              </a:tblPr>
              <a:tblGrid>
                <a:gridCol w="1013460">
                  <a:extLst>
                    <a:ext uri="{9D8B030D-6E8A-4147-A177-3AD203B41FA5}">
                      <a16:colId xmlns:a16="http://schemas.microsoft.com/office/drawing/2014/main" val="20000"/>
                    </a:ext>
                  </a:extLst>
                </a:gridCol>
                <a:gridCol w="1678304">
                  <a:extLst>
                    <a:ext uri="{9D8B030D-6E8A-4147-A177-3AD203B41FA5}">
                      <a16:colId xmlns:a16="http://schemas.microsoft.com/office/drawing/2014/main" val="20001"/>
                    </a:ext>
                  </a:extLst>
                </a:gridCol>
                <a:gridCol w="3502660">
                  <a:extLst>
                    <a:ext uri="{9D8B030D-6E8A-4147-A177-3AD203B41FA5}">
                      <a16:colId xmlns:a16="http://schemas.microsoft.com/office/drawing/2014/main" val="20002"/>
                    </a:ext>
                  </a:extLst>
                </a:gridCol>
              </a:tblGrid>
              <a:tr h="365760">
                <a:tc>
                  <a:txBody>
                    <a:bodyPr/>
                    <a:lstStyle/>
                    <a:p>
                      <a:pPr marL="90805">
                        <a:lnSpc>
                          <a:spcPct val="100000"/>
                        </a:lnSpc>
                        <a:spcBef>
                          <a:spcPts val="229"/>
                        </a:spcBef>
                      </a:pPr>
                      <a:r>
                        <a:rPr sz="1800" b="1" spc="-25" dirty="0">
                          <a:solidFill>
                            <a:srgbClr val="FFFFFF"/>
                          </a:solidFill>
                          <a:latin typeface="Yu Gothic"/>
                          <a:cs typeface="Yu Gothic"/>
                        </a:rPr>
                        <a:t>単語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品詞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63500">
                        <a:lnSpc>
                          <a:spcPct val="100000"/>
                        </a:lnSpc>
                        <a:spcBef>
                          <a:spcPts val="265"/>
                        </a:spcBef>
                      </a:pPr>
                      <a:r>
                        <a:rPr sz="1800" spc="-10" dirty="0">
                          <a:latin typeface="Calibri"/>
                          <a:cs typeface="Calibri"/>
                        </a:rPr>
                        <a:t>fragile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5" dirty="0">
                          <a:latin typeface="Yu Gothic"/>
                          <a:cs typeface="Yu Gothic"/>
                        </a:rPr>
                        <a:t>形容詞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0"/>
                        </a:spcBef>
                      </a:pPr>
                      <a:r>
                        <a:rPr sz="1800" spc="-15" dirty="0">
                          <a:latin typeface="Yu Gothic"/>
                          <a:cs typeface="Yu Gothic"/>
                        </a:rPr>
                        <a:t>脆い、ひ弱な、壊れやすい</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40">
                <a:tc>
                  <a:txBody>
                    <a:bodyPr/>
                    <a:lstStyle/>
                    <a:p>
                      <a:pPr marL="63500">
                        <a:lnSpc>
                          <a:spcPct val="100000"/>
                        </a:lnSpc>
                        <a:spcBef>
                          <a:spcPts val="265"/>
                        </a:spcBef>
                      </a:pPr>
                      <a:r>
                        <a:rPr sz="1800" spc="-10" dirty="0">
                          <a:latin typeface="Calibri"/>
                          <a:cs typeface="Calibri"/>
                        </a:rPr>
                        <a:t>separate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dirty="0">
                          <a:latin typeface="Yu Gothic"/>
                          <a:cs typeface="Yu Gothic"/>
                        </a:rPr>
                        <a:t>他動詞</a:t>
                      </a:r>
                      <a:r>
                        <a:rPr sz="1800" dirty="0">
                          <a:latin typeface="Calibri"/>
                          <a:cs typeface="Calibri"/>
                        </a:rPr>
                        <a:t>; </a:t>
                      </a:r>
                      <a:r>
                        <a:rPr sz="1800" spc="-20" dirty="0">
                          <a:latin typeface="Yu Gothic"/>
                          <a:cs typeface="Yu Gothic"/>
                        </a:rPr>
                        <a:t>形容詞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54"/>
                        </a:spcBef>
                      </a:pPr>
                      <a:r>
                        <a:rPr sz="1800" dirty="0">
                          <a:latin typeface="Yu Gothic"/>
                          <a:cs typeface="Yu Gothic"/>
                        </a:rPr>
                        <a:t>～</a:t>
                      </a:r>
                      <a:r>
                        <a:rPr sz="1800" spc="-10" dirty="0">
                          <a:latin typeface="Yu Gothic"/>
                          <a:cs typeface="Yu Gothic"/>
                        </a:rPr>
                        <a:t>を分離する; 分離した</a:t>
                      </a:r>
                      <a:endParaRPr sz="1800">
                        <a:latin typeface="Yu Gothic"/>
                        <a:cs typeface="Yu Gothic"/>
                      </a:endParaRPr>
                    </a:p>
                  </a:txBody>
                  <a:tcPr marL="0" marR="0" marT="3238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40">
                <a:tc>
                  <a:txBody>
                    <a:bodyPr/>
                    <a:lstStyle/>
                    <a:p>
                      <a:pPr marL="63500">
                        <a:lnSpc>
                          <a:spcPct val="100000"/>
                        </a:lnSpc>
                        <a:spcBef>
                          <a:spcPts val="265"/>
                        </a:spcBef>
                      </a:pPr>
                      <a:r>
                        <a:rPr sz="1800" spc="-10" dirty="0">
                          <a:latin typeface="Calibri"/>
                          <a:cs typeface="Calibri"/>
                        </a:rPr>
                        <a:t>estimate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dirty="0">
                          <a:latin typeface="Yu Gothic"/>
                          <a:cs typeface="Yu Gothic"/>
                        </a:rPr>
                        <a:t>他動詞</a:t>
                      </a:r>
                      <a:r>
                        <a:rPr sz="1800" dirty="0">
                          <a:latin typeface="Calibri"/>
                          <a:cs typeface="Calibri"/>
                        </a:rPr>
                        <a:t>; </a:t>
                      </a: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54"/>
                        </a:spcBef>
                      </a:pPr>
                      <a:r>
                        <a:rPr sz="1800" dirty="0">
                          <a:latin typeface="Yu Gothic"/>
                          <a:cs typeface="Yu Gothic"/>
                        </a:rPr>
                        <a:t>～</a:t>
                      </a:r>
                      <a:r>
                        <a:rPr sz="1800" spc="-10" dirty="0">
                          <a:latin typeface="Yu Gothic"/>
                          <a:cs typeface="Yu Gothic"/>
                        </a:rPr>
                        <a:t>を概算する、見積もる; 見積り</a:t>
                      </a:r>
                      <a:endParaRPr sz="1800">
                        <a:latin typeface="Yu Gothic"/>
                        <a:cs typeface="Yu Gothic"/>
                      </a:endParaRPr>
                    </a:p>
                  </a:txBody>
                  <a:tcPr marL="0" marR="0" marT="3238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5">
                <a:tc>
                  <a:txBody>
                    <a:bodyPr/>
                    <a:lstStyle/>
                    <a:p>
                      <a:pPr marL="63500">
                        <a:lnSpc>
                          <a:spcPct val="100000"/>
                        </a:lnSpc>
                        <a:spcBef>
                          <a:spcPts val="265"/>
                        </a:spcBef>
                      </a:pPr>
                      <a:r>
                        <a:rPr sz="1800" spc="-10" dirty="0">
                          <a:latin typeface="Calibri"/>
                          <a:cs typeface="Calibri"/>
                        </a:rPr>
                        <a:t>chest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4135">
                        <a:lnSpc>
                          <a:spcPct val="100000"/>
                        </a:lnSpc>
                        <a:spcBef>
                          <a:spcPts val="240"/>
                        </a:spcBef>
                      </a:pPr>
                      <a:r>
                        <a:rPr sz="1800" spc="-20" dirty="0">
                          <a:latin typeface="Yu Gothic"/>
                          <a:cs typeface="Yu Gothic"/>
                        </a:rPr>
                        <a:t>胸、肺</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0">
                <a:tc>
                  <a:txBody>
                    <a:bodyPr/>
                    <a:lstStyle/>
                    <a:p>
                      <a:pPr marL="63500">
                        <a:lnSpc>
                          <a:spcPct val="100000"/>
                        </a:lnSpc>
                        <a:spcBef>
                          <a:spcPts val="270"/>
                        </a:spcBef>
                      </a:pPr>
                      <a:r>
                        <a:rPr sz="1800" spc="-10" dirty="0">
                          <a:latin typeface="Calibri"/>
                          <a:cs typeface="Calibri"/>
                        </a:rPr>
                        <a:t>spend</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spc="-20" dirty="0">
                          <a:latin typeface="Yu Gothic"/>
                          <a:cs typeface="Yu Gothic"/>
                        </a:rPr>
                        <a:t>他動詞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4135">
                        <a:lnSpc>
                          <a:spcPct val="100000"/>
                        </a:lnSpc>
                        <a:spcBef>
                          <a:spcPts val="245"/>
                        </a:spcBef>
                      </a:pPr>
                      <a:r>
                        <a:rPr sz="1800" dirty="0">
                          <a:latin typeface="Yu Gothic"/>
                          <a:cs typeface="Yu Gothic"/>
                        </a:rPr>
                        <a:t>～</a:t>
                      </a:r>
                      <a:r>
                        <a:rPr sz="1800" spc="-15" dirty="0">
                          <a:latin typeface="Yu Gothic"/>
                          <a:cs typeface="Yu Gothic"/>
                        </a:rPr>
                        <a:t>を費やす</a:t>
                      </a:r>
                      <a:endParaRPr sz="1800" dirty="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bl>
          </a:graphicData>
        </a:graphic>
      </p:graphicFrame>
    </p:spTree>
    <p:extLst>
      <p:ext uri="{BB962C8B-B14F-4D97-AF65-F5344CB8AC3E}">
        <p14:creationId xmlns:p14="http://schemas.microsoft.com/office/powerpoint/2010/main" val="2449003486"/>
      </p:ext>
    </p:extLst>
  </p:cSld>
  <p:clrMapOvr>
    <a:masterClrMapping/>
  </p:clrMapOvr>
</p:sld>
</file>

<file path=ppt/slides/slide23.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借用語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23</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40" normalizeH="0" baseline="0" noProof="0" dirty="0">
                <a:ln>
                  <a:noFill/>
                </a:ln>
                <a:solidFill>
                  <a:srgbClr val="3C3E44"/>
                </a:solidFill>
                <a:effectLst/>
                <a:uLnTx/>
                <a:uFillTx/>
                <a:latin typeface="Yu Gothic"/>
                <a:cs typeface="Yu Gothic"/>
              </a:rPr>
              <a:t>フランス語</a:t>
            </a: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からの借用語の例</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40"/>
              </a:spcBef>
              <a:spcAft>
                <a:spcPts val="0"/>
              </a:spcAft>
              <a:buClrTx/>
              <a:buSzTx/>
              <a:buFontTx/>
              <a:buNone/>
              <a:tabLst/>
              <a:defRPr/>
            </a:pPr>
            <a:r>
              <a:rPr kumimoji="0" lang="ja-JP" altLang="en-US" sz="2400" b="0" i="0" u="none" strike="noStrike" kern="0" cap="none" spc="-5" normalizeH="0" baseline="0" noProof="0" dirty="0">
                <a:ln>
                  <a:noFill/>
                </a:ln>
                <a:solidFill>
                  <a:srgbClr val="3C3E44"/>
                </a:solidFill>
                <a:effectLst/>
                <a:uLnTx/>
                <a:uFillTx/>
                <a:latin typeface="Yu Gothic"/>
                <a:cs typeface="Yu Gothic"/>
              </a:rPr>
              <a:t>日常語から専門用語まで多岐に渡る</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graphicFrame>
        <p:nvGraphicFramePr>
          <p:cNvPr id="3" name="object 4">
            <a:extLst>
              <a:ext uri="{FF2B5EF4-FFF2-40B4-BE49-F238E27FC236}">
                <a16:creationId xmlns:a16="http://schemas.microsoft.com/office/drawing/2014/main" id="{D73DFDE1-466C-ABDF-E266-9C217D3DDB6B}"/>
              </a:ext>
            </a:extLst>
          </p:cNvPr>
          <p:cNvGraphicFramePr>
            <a:graphicFrameLocks noGrp="1"/>
          </p:cNvGraphicFramePr>
          <p:nvPr/>
        </p:nvGraphicFramePr>
        <p:xfrm>
          <a:off x="947674" y="2760345"/>
          <a:ext cx="4359275" cy="2958465"/>
        </p:xfrm>
        <a:graphic>
          <a:graphicData uri="http://schemas.openxmlformats.org/drawingml/2006/table">
            <a:tbl>
              <a:tblPr firstRow="1" bandRow="1">
                <a:tableStyleId>{2D5ABB26-0587-4C30-8999-92F81FD0307C}</a:tableStyleId>
              </a:tblPr>
              <a:tblGrid>
                <a:gridCol w="975360">
                  <a:extLst>
                    <a:ext uri="{9D8B030D-6E8A-4147-A177-3AD203B41FA5}">
                      <a16:colId xmlns:a16="http://schemas.microsoft.com/office/drawing/2014/main" val="20000"/>
                    </a:ext>
                  </a:extLst>
                </a:gridCol>
                <a:gridCol w="1480185">
                  <a:extLst>
                    <a:ext uri="{9D8B030D-6E8A-4147-A177-3AD203B41FA5}">
                      <a16:colId xmlns:a16="http://schemas.microsoft.com/office/drawing/2014/main" val="20001"/>
                    </a:ext>
                  </a:extLst>
                </a:gridCol>
                <a:gridCol w="1903730">
                  <a:extLst>
                    <a:ext uri="{9D8B030D-6E8A-4147-A177-3AD203B41FA5}">
                      <a16:colId xmlns:a16="http://schemas.microsoft.com/office/drawing/2014/main" val="20002"/>
                    </a:ext>
                  </a:extLst>
                </a:gridCol>
              </a:tblGrid>
              <a:tr h="365125">
                <a:tc>
                  <a:txBody>
                    <a:bodyPr/>
                    <a:lstStyle/>
                    <a:p>
                      <a:pPr marL="90805">
                        <a:lnSpc>
                          <a:spcPct val="100000"/>
                        </a:lnSpc>
                        <a:spcBef>
                          <a:spcPts val="229"/>
                        </a:spcBef>
                      </a:pPr>
                      <a:r>
                        <a:rPr sz="1800" b="1" spc="-30" dirty="0">
                          <a:solidFill>
                            <a:srgbClr val="FFFFFF"/>
                          </a:solidFill>
                          <a:latin typeface="Yu Gothic"/>
                          <a:cs typeface="Yu Gothic"/>
                        </a:rPr>
                        <a:t>単語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30" dirty="0">
                          <a:solidFill>
                            <a:srgbClr val="FFFFFF"/>
                          </a:solidFill>
                          <a:latin typeface="Yu Gothic"/>
                          <a:cs typeface="Yu Gothic"/>
                        </a:rPr>
                        <a:t>品詞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2075">
                        <a:lnSpc>
                          <a:spcPct val="100000"/>
                        </a:lnSpc>
                        <a:spcBef>
                          <a:spcPts val="229"/>
                        </a:spcBef>
                      </a:pPr>
                      <a:r>
                        <a:rPr sz="1800" b="1" spc="-30"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840">
                <a:tc>
                  <a:txBody>
                    <a:bodyPr/>
                    <a:lstStyle/>
                    <a:p>
                      <a:pPr marL="63500">
                        <a:lnSpc>
                          <a:spcPct val="100000"/>
                        </a:lnSpc>
                        <a:spcBef>
                          <a:spcPts val="265"/>
                        </a:spcBef>
                      </a:pPr>
                      <a:r>
                        <a:rPr sz="1800" spc="-10" dirty="0">
                          <a:latin typeface="Calibri"/>
                          <a:cs typeface="Calibri"/>
                        </a:rPr>
                        <a:t>country</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15" dirty="0">
                          <a:latin typeface="Yu Gothic"/>
                          <a:cs typeface="Yu Gothic"/>
                        </a:rPr>
                        <a:t>国、地方</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205">
                <a:tc>
                  <a:txBody>
                    <a:bodyPr/>
                    <a:lstStyle/>
                    <a:p>
                      <a:pPr marL="63500">
                        <a:lnSpc>
                          <a:spcPct val="100000"/>
                        </a:lnSpc>
                        <a:spcBef>
                          <a:spcPts val="265"/>
                        </a:spcBef>
                      </a:pPr>
                      <a:r>
                        <a:rPr sz="1800" spc="-10" dirty="0">
                          <a:latin typeface="Calibri"/>
                          <a:cs typeface="Calibri"/>
                        </a:rPr>
                        <a:t>fruit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10" dirty="0">
                          <a:latin typeface="Yu Gothic"/>
                          <a:cs typeface="Yu Gothic"/>
                        </a:rPr>
                        <a:t>果実、成果</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205">
                <a:tc>
                  <a:txBody>
                    <a:bodyPr/>
                    <a:lstStyle/>
                    <a:p>
                      <a:pPr marL="63500">
                        <a:lnSpc>
                          <a:spcPct val="100000"/>
                        </a:lnSpc>
                        <a:spcBef>
                          <a:spcPts val="265"/>
                        </a:spcBef>
                      </a:pPr>
                      <a:r>
                        <a:rPr sz="1800" spc="-20" dirty="0">
                          <a:latin typeface="Calibri"/>
                          <a:cs typeface="Calibri"/>
                        </a:rPr>
                        <a:t>poor</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4"/>
                        </a:spcBef>
                      </a:pPr>
                      <a:r>
                        <a:rPr sz="1800" spc="-20" dirty="0">
                          <a:latin typeface="Yu Gothic"/>
                          <a:cs typeface="Yu Gothic"/>
                        </a:rPr>
                        <a:t>形容詞</a:t>
                      </a:r>
                      <a:endParaRPr sz="180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54"/>
                        </a:spcBef>
                      </a:pPr>
                      <a:r>
                        <a:rPr sz="1800" spc="-10" dirty="0">
                          <a:latin typeface="Yu Gothic"/>
                          <a:cs typeface="Yu Gothic"/>
                        </a:rPr>
                        <a:t>貧しい、乏しい</a:t>
                      </a:r>
                      <a:endParaRPr sz="1800">
                        <a:latin typeface="Yu Gothic"/>
                        <a:cs typeface="Yu Gothic"/>
                      </a:endParaRPr>
                    </a:p>
                  </a:txBody>
                  <a:tcPr marL="0" marR="0" marT="3238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5">
                <a:tc>
                  <a:txBody>
                    <a:bodyPr/>
                    <a:lstStyle/>
                    <a:p>
                      <a:pPr marL="63500">
                        <a:lnSpc>
                          <a:spcPct val="100000"/>
                        </a:lnSpc>
                        <a:spcBef>
                          <a:spcPts val="270"/>
                        </a:spcBef>
                      </a:pPr>
                      <a:r>
                        <a:rPr sz="1800" spc="-10" dirty="0">
                          <a:latin typeface="Calibri"/>
                          <a:cs typeface="Calibri"/>
                        </a:rPr>
                        <a:t>peace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4"/>
                        </a:spcBef>
                      </a:pPr>
                      <a:r>
                        <a:rPr sz="1800" spc="-25" dirty="0">
                          <a:latin typeface="Yu Gothic"/>
                          <a:cs typeface="Yu Gothic"/>
                        </a:rPr>
                        <a:t>名詞</a:t>
                      </a:r>
                      <a:endParaRPr sz="180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4"/>
                        </a:spcBef>
                      </a:pPr>
                      <a:r>
                        <a:rPr sz="1800" spc="-10" dirty="0">
                          <a:latin typeface="Yu Gothic"/>
                          <a:cs typeface="Yu Gothic"/>
                        </a:rPr>
                        <a:t>平和、友好</a:t>
                      </a:r>
                      <a:endParaRPr sz="180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0">
                <a:tc>
                  <a:txBody>
                    <a:bodyPr/>
                    <a:lstStyle/>
                    <a:p>
                      <a:pPr marL="63500">
                        <a:lnSpc>
                          <a:spcPct val="100000"/>
                        </a:lnSpc>
                        <a:spcBef>
                          <a:spcPts val="265"/>
                        </a:spcBef>
                      </a:pPr>
                      <a:r>
                        <a:rPr sz="1800" spc="-20" dirty="0">
                          <a:latin typeface="Calibri"/>
                          <a:cs typeface="Calibri"/>
                        </a:rPr>
                        <a:t>nice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4"/>
                        </a:spcBef>
                      </a:pPr>
                      <a:r>
                        <a:rPr sz="1800" spc="-20" dirty="0">
                          <a:latin typeface="Yu Gothic"/>
                          <a:cs typeface="Yu Gothic"/>
                        </a:rPr>
                        <a:t>形容詞</a:t>
                      </a:r>
                      <a:endParaRPr sz="180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4"/>
                        </a:spcBef>
                      </a:pPr>
                      <a:r>
                        <a:rPr sz="1800" spc="-25" dirty="0">
                          <a:latin typeface="Yu Gothic"/>
                          <a:cs typeface="Yu Gothic"/>
                        </a:rPr>
                        <a:t>良い</a:t>
                      </a:r>
                      <a:endParaRPr sz="1800">
                        <a:latin typeface="Yu Gothic"/>
                        <a:cs typeface="Yu Gothic"/>
                      </a:endParaRPr>
                    </a:p>
                  </a:txBody>
                  <a:tcPr marL="0" marR="0" marT="31114"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63500">
                        <a:lnSpc>
                          <a:spcPct val="100000"/>
                        </a:lnSpc>
                        <a:spcBef>
                          <a:spcPts val="270"/>
                        </a:spcBef>
                      </a:pPr>
                      <a:r>
                        <a:rPr sz="1800" spc="-20" dirty="0">
                          <a:latin typeface="Calibri"/>
                          <a:cs typeface="Calibri"/>
                        </a:rPr>
                        <a:t>safe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20" dirty="0">
                          <a:latin typeface="Yu Gothic"/>
                          <a:cs typeface="Yu Gothic"/>
                        </a:rPr>
                        <a:t>形容詞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20" dirty="0">
                          <a:latin typeface="Yu Gothic"/>
                          <a:cs typeface="Yu Gothic"/>
                        </a:rPr>
                        <a:t>安全な</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r h="370840">
                <a:tc>
                  <a:txBody>
                    <a:bodyPr/>
                    <a:lstStyle/>
                    <a:p>
                      <a:pPr marL="63500">
                        <a:lnSpc>
                          <a:spcPct val="100000"/>
                        </a:lnSpc>
                        <a:spcBef>
                          <a:spcPts val="270"/>
                        </a:spcBef>
                      </a:pPr>
                      <a:r>
                        <a:rPr sz="1800" spc="-10" dirty="0">
                          <a:latin typeface="Calibri"/>
                          <a:cs typeface="Calibri"/>
                        </a:rPr>
                        <a:t>dress</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spc="-5" dirty="0">
                          <a:latin typeface="Yu Gothic"/>
                          <a:cs typeface="Yu Gothic"/>
                        </a:rPr>
                        <a:t>他動詞</a:t>
                      </a:r>
                      <a:r>
                        <a:rPr sz="1800" dirty="0">
                          <a:latin typeface="Calibri"/>
                          <a:cs typeface="Calibri"/>
                        </a:rPr>
                        <a:t>; </a:t>
                      </a:r>
                      <a:r>
                        <a:rPr sz="1800" spc="-25" dirty="0">
                          <a:latin typeface="Yu Gothic"/>
                          <a:cs typeface="Yu Gothic"/>
                        </a:rPr>
                        <a:t>名詞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dirty="0">
                          <a:latin typeface="Yu Gothic"/>
                          <a:cs typeface="Yu Gothic"/>
                        </a:rPr>
                        <a:t>～</a:t>
                      </a:r>
                      <a:r>
                        <a:rPr sz="1800" spc="-15" dirty="0">
                          <a:latin typeface="Yu Gothic"/>
                          <a:cs typeface="Yu Gothic"/>
                        </a:rPr>
                        <a:t>を着せる; 衣服</a:t>
                      </a:r>
                      <a:endParaRPr sz="1800" dirty="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7"/>
                  </a:ext>
                </a:extLst>
              </a:tr>
            </a:tbl>
          </a:graphicData>
        </a:graphic>
      </p:graphicFrame>
    </p:spTree>
    <p:extLst>
      <p:ext uri="{BB962C8B-B14F-4D97-AF65-F5344CB8AC3E}">
        <p14:creationId xmlns:p14="http://schemas.microsoft.com/office/powerpoint/2010/main" val="3446333198"/>
      </p:ext>
    </p:extLst>
  </p:cSld>
  <p:clrMapOvr>
    <a:masterClrMapping/>
  </p:clrMapOvr>
</p:sld>
</file>

<file path=ppt/slides/slide24.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借用語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24</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40" normalizeH="0" baseline="0" noProof="0" dirty="0">
                <a:ln>
                  <a:noFill/>
                </a:ln>
                <a:solidFill>
                  <a:srgbClr val="3C3E44"/>
                </a:solidFill>
                <a:effectLst/>
                <a:uLnTx/>
                <a:uFillTx/>
                <a:latin typeface="Yu Gothic"/>
                <a:cs typeface="Yu Gothic"/>
              </a:rPr>
              <a:t>スカンディナヴィア語</a:t>
            </a: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からの借用語の例</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40"/>
              </a:spcBef>
              <a:spcAft>
                <a:spcPts val="0"/>
              </a:spcAft>
              <a:buClrTx/>
              <a:buSzTx/>
              <a:buFontTx/>
              <a:buNone/>
              <a:tabLst/>
              <a:defRPr/>
            </a:pPr>
            <a:r>
              <a:rPr kumimoji="0" lang="ja-JP" altLang="en-US" sz="2400" b="0" i="0" u="none" strike="noStrike" kern="0" cap="none" spc="-5" normalizeH="0" baseline="0" noProof="0" dirty="0">
                <a:ln>
                  <a:noFill/>
                </a:ln>
                <a:solidFill>
                  <a:srgbClr val="3C3E44"/>
                </a:solidFill>
                <a:effectLst/>
                <a:uLnTx/>
                <a:uFillTx/>
                <a:latin typeface="Yu Gothic"/>
                <a:cs typeface="Yu Gothic"/>
              </a:rPr>
              <a:t>英語の中心となる基本的な語彙</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graphicFrame>
        <p:nvGraphicFramePr>
          <p:cNvPr id="3" name="object 4">
            <a:extLst>
              <a:ext uri="{FF2B5EF4-FFF2-40B4-BE49-F238E27FC236}">
                <a16:creationId xmlns:a16="http://schemas.microsoft.com/office/drawing/2014/main" id="{26EB96DC-0E0A-318E-D791-F4DE6E2F6C09}"/>
              </a:ext>
            </a:extLst>
          </p:cNvPr>
          <p:cNvGraphicFramePr>
            <a:graphicFrameLocks noGrp="1"/>
          </p:cNvGraphicFramePr>
          <p:nvPr/>
        </p:nvGraphicFramePr>
        <p:xfrm>
          <a:off x="947674" y="2753105"/>
          <a:ext cx="4133849" cy="2588895"/>
        </p:xfrm>
        <a:graphic>
          <a:graphicData uri="http://schemas.openxmlformats.org/drawingml/2006/table">
            <a:tbl>
              <a:tblPr firstRow="1" bandRow="1">
                <a:tableStyleId>{2D5ABB26-0587-4C30-8999-92F81FD0307C}</a:tableStyleId>
              </a:tblPr>
              <a:tblGrid>
                <a:gridCol w="748665">
                  <a:extLst>
                    <a:ext uri="{9D8B030D-6E8A-4147-A177-3AD203B41FA5}">
                      <a16:colId xmlns:a16="http://schemas.microsoft.com/office/drawing/2014/main" val="20000"/>
                    </a:ext>
                  </a:extLst>
                </a:gridCol>
                <a:gridCol w="914399">
                  <a:extLst>
                    <a:ext uri="{9D8B030D-6E8A-4147-A177-3AD203B41FA5}">
                      <a16:colId xmlns:a16="http://schemas.microsoft.com/office/drawing/2014/main" val="20001"/>
                    </a:ext>
                  </a:extLst>
                </a:gridCol>
                <a:gridCol w="2470785">
                  <a:extLst>
                    <a:ext uri="{9D8B030D-6E8A-4147-A177-3AD203B41FA5}">
                      <a16:colId xmlns:a16="http://schemas.microsoft.com/office/drawing/2014/main" val="20002"/>
                    </a:ext>
                  </a:extLst>
                </a:gridCol>
              </a:tblGrid>
              <a:tr h="365760">
                <a:tc>
                  <a:txBody>
                    <a:bodyPr/>
                    <a:lstStyle/>
                    <a:p>
                      <a:pPr marL="90805">
                        <a:lnSpc>
                          <a:spcPct val="100000"/>
                        </a:lnSpc>
                        <a:spcBef>
                          <a:spcPts val="229"/>
                        </a:spcBef>
                      </a:pPr>
                      <a:r>
                        <a:rPr sz="1800" b="1" spc="-25" dirty="0">
                          <a:solidFill>
                            <a:srgbClr val="FFFFFF"/>
                          </a:solidFill>
                          <a:latin typeface="Yu Gothic"/>
                          <a:cs typeface="Yu Gothic"/>
                        </a:rPr>
                        <a:t>単語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品詞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63500">
                        <a:lnSpc>
                          <a:spcPct val="100000"/>
                        </a:lnSpc>
                        <a:spcBef>
                          <a:spcPts val="265"/>
                        </a:spcBef>
                      </a:pPr>
                      <a:r>
                        <a:rPr sz="1800" spc="-20" dirty="0">
                          <a:latin typeface="Calibri"/>
                          <a:cs typeface="Calibri"/>
                        </a:rPr>
                        <a:t>they</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5" dirty="0">
                          <a:latin typeface="Yu Gothic"/>
                          <a:cs typeface="Yu Gothic"/>
                        </a:rPr>
                        <a:t>代名詞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15" dirty="0">
                          <a:latin typeface="Yu Gothic"/>
                          <a:cs typeface="Yu Gothic"/>
                        </a:rPr>
                        <a:t>三人称・複数・主格</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40">
                <a:tc>
                  <a:txBody>
                    <a:bodyPr/>
                    <a:lstStyle/>
                    <a:p>
                      <a:pPr marL="63500">
                        <a:lnSpc>
                          <a:spcPct val="100000"/>
                        </a:lnSpc>
                        <a:spcBef>
                          <a:spcPts val="265"/>
                        </a:spcBef>
                      </a:pPr>
                      <a:r>
                        <a:rPr sz="1800" spc="-10" dirty="0">
                          <a:latin typeface="Calibri"/>
                          <a:cs typeface="Calibri"/>
                        </a:rPr>
                        <a:t>their</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0" dirty="0">
                          <a:latin typeface="Yu Gothic"/>
                          <a:cs typeface="Yu Gothic"/>
                        </a:rPr>
                        <a:t>代名詞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5" dirty="0">
                          <a:latin typeface="Yu Gothic"/>
                          <a:cs typeface="Yu Gothic"/>
                        </a:rPr>
                        <a:t>三人称・複数・所有格</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40">
                <a:tc>
                  <a:txBody>
                    <a:bodyPr/>
                    <a:lstStyle/>
                    <a:p>
                      <a:pPr marL="63500">
                        <a:lnSpc>
                          <a:spcPct val="100000"/>
                        </a:lnSpc>
                        <a:spcBef>
                          <a:spcPts val="265"/>
                        </a:spcBef>
                      </a:pPr>
                      <a:r>
                        <a:rPr sz="1800" spc="-20" dirty="0">
                          <a:latin typeface="Calibri"/>
                          <a:cs typeface="Calibri"/>
                        </a:rPr>
                        <a:t>them</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0" dirty="0">
                          <a:latin typeface="Yu Gothic"/>
                          <a:cs typeface="Yu Gothic"/>
                        </a:rPr>
                        <a:t>代名詞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5" dirty="0">
                          <a:latin typeface="Yu Gothic"/>
                          <a:cs typeface="Yu Gothic"/>
                        </a:rPr>
                        <a:t>三人称・複数・目的格</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5">
                <a:tc>
                  <a:txBody>
                    <a:bodyPr/>
                    <a:lstStyle/>
                    <a:p>
                      <a:pPr marL="63500">
                        <a:lnSpc>
                          <a:spcPct val="100000"/>
                        </a:lnSpc>
                        <a:spcBef>
                          <a:spcPts val="265"/>
                        </a:spcBef>
                      </a:pPr>
                      <a:r>
                        <a:rPr sz="1800" spc="-25" dirty="0">
                          <a:latin typeface="Calibri"/>
                          <a:cs typeface="Calibri"/>
                        </a:rPr>
                        <a:t>law</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5" dirty="0">
                          <a:latin typeface="Yu Gothic"/>
                          <a:cs typeface="Yu Gothic"/>
                        </a:rPr>
                        <a:t>法律</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0">
                <a:tc>
                  <a:txBody>
                    <a:bodyPr/>
                    <a:lstStyle/>
                    <a:p>
                      <a:pPr marL="63500">
                        <a:lnSpc>
                          <a:spcPct val="100000"/>
                        </a:lnSpc>
                        <a:spcBef>
                          <a:spcPts val="270"/>
                        </a:spcBef>
                      </a:pPr>
                      <a:r>
                        <a:rPr sz="1800" spc="-20" dirty="0">
                          <a:latin typeface="Calibri"/>
                          <a:cs typeface="Calibri"/>
                        </a:rPr>
                        <a:t>take</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spc="-20" dirty="0">
                          <a:latin typeface="Yu Gothic"/>
                          <a:cs typeface="Yu Gothic"/>
                        </a:rPr>
                        <a:t>他動詞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5"/>
                        </a:spcBef>
                      </a:pPr>
                      <a:r>
                        <a:rPr sz="1800" dirty="0">
                          <a:latin typeface="Yu Gothic"/>
                          <a:cs typeface="Yu Gothic"/>
                        </a:rPr>
                        <a:t>～</a:t>
                      </a:r>
                      <a:r>
                        <a:rPr sz="1800" spc="-10" dirty="0">
                          <a:latin typeface="Yu Gothic"/>
                          <a:cs typeface="Yu Gothic"/>
                        </a:rPr>
                        <a:t>を持っていく、取る</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63500">
                        <a:lnSpc>
                          <a:spcPct val="100000"/>
                        </a:lnSpc>
                        <a:spcBef>
                          <a:spcPts val="270"/>
                        </a:spcBef>
                      </a:pPr>
                      <a:r>
                        <a:rPr sz="1800" spc="-25" dirty="0">
                          <a:latin typeface="Calibri"/>
                          <a:cs typeface="Calibri"/>
                        </a:rPr>
                        <a:t>get</a:t>
                      </a:r>
                      <a:endParaRPr sz="1800">
                        <a:latin typeface="Calibri"/>
                        <a:cs typeface="Calibri"/>
                      </a:endParaRPr>
                    </a:p>
                  </a:txBody>
                  <a:tcPr marL="0" marR="0" marT="3429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20" dirty="0">
                          <a:latin typeface="Yu Gothic"/>
                          <a:cs typeface="Yu Gothic"/>
                        </a:rPr>
                        <a:t>他動詞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dirty="0">
                          <a:latin typeface="Yu Gothic"/>
                          <a:cs typeface="Yu Gothic"/>
                        </a:rPr>
                        <a:t>～</a:t>
                      </a:r>
                      <a:r>
                        <a:rPr sz="1800" spc="-10" dirty="0">
                          <a:latin typeface="Yu Gothic"/>
                          <a:cs typeface="Yu Gothic"/>
                        </a:rPr>
                        <a:t>を得る、取る</a:t>
                      </a:r>
                      <a:endParaRPr sz="1800" dirty="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1327377603"/>
      </p:ext>
    </p:extLst>
  </p:cSld>
  <p:clrMapOvr>
    <a:masterClrMapping/>
  </p:clrMapOvr>
</p:sld>
</file>

<file path=ppt/slides/slide25.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借用語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25</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5"/>
              </a:spcBef>
              <a:spcAft>
                <a:spcPts val="0"/>
              </a:spcAft>
              <a:buClrTx/>
              <a:buSzTx/>
              <a:buFontTx/>
              <a:buNone/>
              <a:tabLst/>
              <a:defRPr/>
            </a:pPr>
            <a:r>
              <a:rPr kumimoji="0" lang="ja-JP" altLang="en-US" sz="2800" b="1" i="0" u="none" strike="noStrike" kern="0" cap="none" spc="-40" normalizeH="0" baseline="0" noProof="0" dirty="0">
                <a:ln>
                  <a:noFill/>
                </a:ln>
                <a:solidFill>
                  <a:srgbClr val="3C3E44"/>
                </a:solidFill>
                <a:effectLst/>
                <a:uLnTx/>
                <a:uFillTx/>
                <a:latin typeface="Yu Gothic"/>
                <a:cs typeface="Yu Gothic"/>
              </a:rPr>
              <a:t>スカンディナヴィア語</a:t>
            </a: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からの借用語の例</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a:p>
            <a:pPr marL="12700" marR="0" lvl="0" indent="0" defTabSz="914400" eaLnBrk="1" fontAlgn="auto" latinLnBrk="0" hangingPunct="1">
              <a:lnSpc>
                <a:spcPct val="100000"/>
              </a:lnSpc>
              <a:spcBef>
                <a:spcPts val="740"/>
              </a:spcBef>
              <a:spcAft>
                <a:spcPts val="0"/>
              </a:spcAft>
              <a:buClrTx/>
              <a:buSzTx/>
              <a:buFontTx/>
              <a:buNone/>
              <a:tabLst/>
              <a:defRPr/>
            </a:pPr>
            <a:r>
              <a:rPr kumimoji="0" lang="ja-JP" altLang="en-US" sz="2400" b="0" i="0" u="none" strike="noStrike" kern="0" cap="none" spc="-5" normalizeH="0" baseline="0" noProof="0" dirty="0">
                <a:ln>
                  <a:noFill/>
                </a:ln>
                <a:solidFill>
                  <a:srgbClr val="3C3E44"/>
                </a:solidFill>
                <a:effectLst/>
                <a:uLnTx/>
                <a:uFillTx/>
                <a:latin typeface="Yu Gothic"/>
                <a:cs typeface="Yu Gothic"/>
              </a:rPr>
              <a:t>英語の中心となる基本的な語彙</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p:txBody>
      </p:sp>
      <p:graphicFrame>
        <p:nvGraphicFramePr>
          <p:cNvPr id="5" name="object 4">
            <a:extLst>
              <a:ext uri="{FF2B5EF4-FFF2-40B4-BE49-F238E27FC236}">
                <a16:creationId xmlns:a16="http://schemas.microsoft.com/office/drawing/2014/main" id="{39B347D7-D740-70EF-8565-DA0101EAE12A}"/>
              </a:ext>
            </a:extLst>
          </p:cNvPr>
          <p:cNvGraphicFramePr>
            <a:graphicFrameLocks noGrp="1"/>
          </p:cNvGraphicFramePr>
          <p:nvPr/>
        </p:nvGraphicFramePr>
        <p:xfrm>
          <a:off x="947661" y="2765805"/>
          <a:ext cx="4507864" cy="2588895"/>
        </p:xfrm>
        <a:graphic>
          <a:graphicData uri="http://schemas.openxmlformats.org/drawingml/2006/table">
            <a:tbl>
              <a:tblPr firstRow="1" bandRow="1">
                <a:tableStyleId>{2D5ABB26-0587-4C30-8999-92F81FD0307C}</a:tableStyleId>
              </a:tblPr>
              <a:tblGrid>
                <a:gridCol w="933450">
                  <a:extLst>
                    <a:ext uri="{9D8B030D-6E8A-4147-A177-3AD203B41FA5}">
                      <a16:colId xmlns:a16="http://schemas.microsoft.com/office/drawing/2014/main" val="20000"/>
                    </a:ext>
                  </a:extLst>
                </a:gridCol>
                <a:gridCol w="918844">
                  <a:extLst>
                    <a:ext uri="{9D8B030D-6E8A-4147-A177-3AD203B41FA5}">
                      <a16:colId xmlns:a16="http://schemas.microsoft.com/office/drawing/2014/main" val="20001"/>
                    </a:ext>
                  </a:extLst>
                </a:gridCol>
                <a:gridCol w="2655570">
                  <a:extLst>
                    <a:ext uri="{9D8B030D-6E8A-4147-A177-3AD203B41FA5}">
                      <a16:colId xmlns:a16="http://schemas.microsoft.com/office/drawing/2014/main" val="20002"/>
                    </a:ext>
                  </a:extLst>
                </a:gridCol>
              </a:tblGrid>
              <a:tr h="365760">
                <a:tc>
                  <a:txBody>
                    <a:bodyPr/>
                    <a:lstStyle/>
                    <a:p>
                      <a:pPr marL="91440">
                        <a:lnSpc>
                          <a:spcPct val="100000"/>
                        </a:lnSpc>
                        <a:spcBef>
                          <a:spcPts val="229"/>
                        </a:spcBef>
                      </a:pPr>
                      <a:r>
                        <a:rPr sz="1800" b="1" spc="-25" dirty="0">
                          <a:solidFill>
                            <a:srgbClr val="FFFFFF"/>
                          </a:solidFill>
                          <a:latin typeface="Yu Gothic"/>
                          <a:cs typeface="Yu Gothic"/>
                        </a:rPr>
                        <a:t>単語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品詞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63500">
                        <a:lnSpc>
                          <a:spcPct val="100000"/>
                        </a:lnSpc>
                        <a:spcBef>
                          <a:spcPts val="265"/>
                        </a:spcBef>
                      </a:pPr>
                      <a:r>
                        <a:rPr sz="1800" spc="-25" dirty="0">
                          <a:latin typeface="Calibri"/>
                          <a:cs typeface="Calibri"/>
                        </a:rPr>
                        <a:t>sky</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50" dirty="0">
                          <a:latin typeface="Yu Gothic"/>
                          <a:cs typeface="Yu Gothic"/>
                        </a:rPr>
                        <a:t>空</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40">
                <a:tc>
                  <a:txBody>
                    <a:bodyPr/>
                    <a:lstStyle/>
                    <a:p>
                      <a:pPr marL="63500">
                        <a:lnSpc>
                          <a:spcPct val="100000"/>
                        </a:lnSpc>
                        <a:spcBef>
                          <a:spcPts val="265"/>
                        </a:spcBef>
                      </a:pPr>
                      <a:r>
                        <a:rPr sz="1800" spc="-10" dirty="0">
                          <a:latin typeface="Calibri"/>
                          <a:cs typeface="Calibri"/>
                        </a:rPr>
                        <a:t>window</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50" dirty="0">
                          <a:latin typeface="Yu Gothic"/>
                          <a:cs typeface="Yu Gothic"/>
                        </a:rPr>
                        <a:t>窓</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840">
                <a:tc>
                  <a:txBody>
                    <a:bodyPr/>
                    <a:lstStyle/>
                    <a:p>
                      <a:pPr marL="63500">
                        <a:lnSpc>
                          <a:spcPct val="100000"/>
                        </a:lnSpc>
                        <a:spcBef>
                          <a:spcPts val="265"/>
                        </a:spcBef>
                      </a:pPr>
                      <a:r>
                        <a:rPr sz="1800" spc="-25" dirty="0">
                          <a:latin typeface="Calibri"/>
                          <a:cs typeface="Calibri"/>
                        </a:rPr>
                        <a:t>die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0" dirty="0">
                          <a:latin typeface="Yu Gothic"/>
                          <a:cs typeface="Yu Gothic"/>
                        </a:rPr>
                        <a:t>自動詞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5" dirty="0">
                          <a:latin typeface="Yu Gothic"/>
                          <a:cs typeface="Yu Gothic"/>
                        </a:rPr>
                        <a:t>死ぬ</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205">
                <a:tc>
                  <a:txBody>
                    <a:bodyPr/>
                    <a:lstStyle/>
                    <a:p>
                      <a:pPr marL="63500">
                        <a:lnSpc>
                          <a:spcPct val="100000"/>
                        </a:lnSpc>
                        <a:spcBef>
                          <a:spcPts val="265"/>
                        </a:spcBef>
                      </a:pPr>
                      <a:r>
                        <a:rPr sz="1800" spc="-20" dirty="0">
                          <a:latin typeface="Calibri"/>
                          <a:cs typeface="Calibri"/>
                        </a:rPr>
                        <a:t>call</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20" dirty="0">
                          <a:latin typeface="Yu Gothic"/>
                          <a:cs typeface="Yu Gothic"/>
                        </a:rPr>
                        <a:t>他動詞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dirty="0">
                          <a:latin typeface="Yu Gothic"/>
                          <a:cs typeface="Yu Gothic"/>
                        </a:rPr>
                        <a:t>～</a:t>
                      </a:r>
                      <a:r>
                        <a:rPr sz="1800" spc="-20" dirty="0">
                          <a:latin typeface="Yu Gothic"/>
                          <a:cs typeface="Yu Gothic"/>
                        </a:rPr>
                        <a:t>を呼ぶ</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840">
                <a:tc>
                  <a:txBody>
                    <a:bodyPr/>
                    <a:lstStyle/>
                    <a:p>
                      <a:pPr marL="63500">
                        <a:lnSpc>
                          <a:spcPct val="100000"/>
                        </a:lnSpc>
                        <a:spcBef>
                          <a:spcPts val="265"/>
                        </a:spcBef>
                      </a:pPr>
                      <a:r>
                        <a:rPr sz="1800" spc="-20" dirty="0">
                          <a:latin typeface="Calibri"/>
                          <a:cs typeface="Calibri"/>
                        </a:rPr>
                        <a:t>cast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5" dirty="0">
                          <a:latin typeface="Yu Gothic"/>
                          <a:cs typeface="Yu Gothic"/>
                        </a:rPr>
                        <a:t>他動詞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10" dirty="0">
                          <a:latin typeface="Yu Gothic"/>
                          <a:cs typeface="Yu Gothic"/>
                        </a:rPr>
                        <a:t>～</a:t>
                      </a:r>
                      <a:r>
                        <a:rPr sz="1800" spc="-20" dirty="0">
                          <a:latin typeface="Yu Gothic"/>
                          <a:cs typeface="Yu Gothic"/>
                        </a:rPr>
                        <a:t>を投げる</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205">
                <a:tc>
                  <a:txBody>
                    <a:bodyPr/>
                    <a:lstStyle/>
                    <a:p>
                      <a:pPr marL="63500">
                        <a:lnSpc>
                          <a:spcPct val="100000"/>
                        </a:lnSpc>
                        <a:spcBef>
                          <a:spcPts val="265"/>
                        </a:spcBef>
                      </a:pPr>
                      <a:r>
                        <a:rPr sz="1800" spc="-20" dirty="0">
                          <a:latin typeface="Calibri"/>
                          <a:cs typeface="Calibri"/>
                        </a:rPr>
                        <a:t>want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5" dirty="0">
                          <a:latin typeface="Yu Gothic"/>
                          <a:cs typeface="Yu Gothic"/>
                        </a:rPr>
                        <a:t>他動詞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10" dirty="0">
                          <a:latin typeface="Yu Gothic"/>
                          <a:cs typeface="Yu Gothic"/>
                        </a:rPr>
                        <a:t>～</a:t>
                      </a:r>
                      <a:r>
                        <a:rPr sz="1800" spc="-15" dirty="0">
                          <a:latin typeface="Yu Gothic"/>
                          <a:cs typeface="Yu Gothic"/>
                        </a:rPr>
                        <a:t>を必要とする、欲する</a:t>
                      </a:r>
                      <a:endParaRPr sz="1800" dirty="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2079902567"/>
      </p:ext>
    </p:extLst>
  </p:cSld>
  <p:clrMapOvr>
    <a:masterClrMapping/>
  </p:clrMapOvr>
</p:sld>
</file>

<file path=ppt/slides/slide26.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GB" altLang="ja-JP" b="1" dirty="0">
                <a:latin typeface="Calibri (Headings)"/>
              </a:rPr>
              <a:t>3. </a:t>
            </a:r>
            <a:r>
              <a:rPr lang="ja-JP" altLang="en-US" b="1" dirty="0">
                <a:latin typeface="Calibri (Headings)"/>
              </a:rPr>
              <a:t>借用語</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26</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A1BACAA0-B3CB-BF26-9353-A33CBA6E036B}"/>
              </a:ext>
            </a:extLst>
          </p:cNvPr>
          <p:cNvSpPr>
            <a:spLocks noGrp="1"/>
          </p:cNvSpPr>
          <p:nvPr>
            <p:ph idx="1"/>
          </p:nvPr>
        </p:nvSpPr>
        <p:spPr>
          <a:xfrm>
            <a:off x="838200" y="1825625"/>
            <a:ext cx="10515600" cy="4351338"/>
          </a:xfrm>
        </p:spPr>
        <p:txBody>
          <a:bodyPr>
            <a:normAutofit/>
          </a:bodyPr>
          <a:lstStyle/>
          <a:p>
            <a:pPr marL="12700" marR="0" lvl="0" indent="0" defTabSz="914400" eaLnBrk="1" fontAlgn="auto" latinLnBrk="0" hangingPunct="1">
              <a:lnSpc>
                <a:spcPct val="100000"/>
              </a:lnSpc>
              <a:spcBef>
                <a:spcPts val="95"/>
              </a:spcBef>
              <a:spcAft>
                <a:spcPts val="0"/>
              </a:spcAft>
              <a:buClrTx/>
              <a:buSzTx/>
              <a:buFontTx/>
              <a:buNone/>
              <a:tabLst/>
              <a:defRPr/>
            </a:pPr>
            <a:r>
              <a:rPr kumimoji="0" lang="ja-JP" altLang="en-US" sz="2800" b="1" i="0" u="none" strike="noStrike" kern="0" cap="none" spc="-40" normalizeH="0" baseline="0" noProof="0" dirty="0">
                <a:ln>
                  <a:noFill/>
                </a:ln>
                <a:solidFill>
                  <a:sysClr val="windowText" lastClr="000000"/>
                </a:solidFill>
                <a:effectLst/>
                <a:uLnTx/>
                <a:uFillTx/>
                <a:latin typeface="Yu Gothic"/>
                <a:cs typeface="Yu Gothic"/>
              </a:rPr>
              <a:t>その他</a:t>
            </a:r>
            <a:endParaRPr kumimoji="0" lang="ja-JP" altLang="en-US" sz="2800" b="0" i="0" u="none" strike="noStrike" kern="0" cap="none" spc="0" normalizeH="0" baseline="0" noProof="0" dirty="0">
              <a:ln>
                <a:noFill/>
              </a:ln>
              <a:solidFill>
                <a:sysClr val="windowText" lastClr="000000"/>
              </a:solidFill>
              <a:effectLst/>
              <a:uLnTx/>
              <a:uFillTx/>
              <a:latin typeface="Yu Gothic"/>
              <a:cs typeface="Yu Gothic"/>
            </a:endParaRPr>
          </a:p>
        </p:txBody>
      </p:sp>
      <p:graphicFrame>
        <p:nvGraphicFramePr>
          <p:cNvPr id="3" name="object 4">
            <a:extLst>
              <a:ext uri="{FF2B5EF4-FFF2-40B4-BE49-F238E27FC236}">
                <a16:creationId xmlns:a16="http://schemas.microsoft.com/office/drawing/2014/main" id="{49DC3FF1-81B8-9BCD-2F04-EF9D89893C84}"/>
              </a:ext>
            </a:extLst>
          </p:cNvPr>
          <p:cNvGraphicFramePr>
            <a:graphicFrameLocks noGrp="1"/>
          </p:cNvGraphicFramePr>
          <p:nvPr/>
        </p:nvGraphicFramePr>
        <p:xfrm>
          <a:off x="947661" y="2286254"/>
          <a:ext cx="4657724" cy="2588895"/>
        </p:xfrm>
        <a:graphic>
          <a:graphicData uri="http://schemas.openxmlformats.org/drawingml/2006/table">
            <a:tbl>
              <a:tblPr firstRow="1" bandRow="1">
                <a:tableStyleId>{2D5ABB26-0587-4C30-8999-92F81FD0307C}</a:tableStyleId>
              </a:tblPr>
              <a:tblGrid>
                <a:gridCol w="1000760">
                  <a:extLst>
                    <a:ext uri="{9D8B030D-6E8A-4147-A177-3AD203B41FA5}">
                      <a16:colId xmlns:a16="http://schemas.microsoft.com/office/drawing/2014/main" val="20000"/>
                    </a:ext>
                  </a:extLst>
                </a:gridCol>
                <a:gridCol w="784225">
                  <a:extLst>
                    <a:ext uri="{9D8B030D-6E8A-4147-A177-3AD203B41FA5}">
                      <a16:colId xmlns:a16="http://schemas.microsoft.com/office/drawing/2014/main" val="20001"/>
                    </a:ext>
                  </a:extLst>
                </a:gridCol>
                <a:gridCol w="1547494">
                  <a:extLst>
                    <a:ext uri="{9D8B030D-6E8A-4147-A177-3AD203B41FA5}">
                      <a16:colId xmlns:a16="http://schemas.microsoft.com/office/drawing/2014/main" val="20002"/>
                    </a:ext>
                  </a:extLst>
                </a:gridCol>
                <a:gridCol w="1325245">
                  <a:extLst>
                    <a:ext uri="{9D8B030D-6E8A-4147-A177-3AD203B41FA5}">
                      <a16:colId xmlns:a16="http://schemas.microsoft.com/office/drawing/2014/main" val="20003"/>
                    </a:ext>
                  </a:extLst>
                </a:gridCol>
              </a:tblGrid>
              <a:tr h="365760">
                <a:tc>
                  <a:txBody>
                    <a:bodyPr/>
                    <a:lstStyle/>
                    <a:p>
                      <a:pPr marL="91440">
                        <a:lnSpc>
                          <a:spcPct val="100000"/>
                        </a:lnSpc>
                        <a:spcBef>
                          <a:spcPts val="229"/>
                        </a:spcBef>
                      </a:pPr>
                      <a:r>
                        <a:rPr sz="1800" b="1" spc="-25" dirty="0">
                          <a:solidFill>
                            <a:srgbClr val="FFFFFF"/>
                          </a:solidFill>
                          <a:latin typeface="Yu Gothic"/>
                          <a:cs typeface="Yu Gothic"/>
                        </a:rPr>
                        <a:t>単語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品詞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意味</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tc>
                  <a:txBody>
                    <a:bodyPr/>
                    <a:lstStyle/>
                    <a:p>
                      <a:pPr marL="91440">
                        <a:lnSpc>
                          <a:spcPct val="100000"/>
                        </a:lnSpc>
                        <a:spcBef>
                          <a:spcPts val="229"/>
                        </a:spcBef>
                      </a:pPr>
                      <a:r>
                        <a:rPr sz="1800" b="1" spc="-25" dirty="0">
                          <a:solidFill>
                            <a:srgbClr val="FFFFFF"/>
                          </a:solidFill>
                          <a:latin typeface="Yu Gothic"/>
                          <a:cs typeface="Yu Gothic"/>
                        </a:rPr>
                        <a:t>言語</a:t>
                      </a:r>
                      <a:endParaRPr sz="1800">
                        <a:latin typeface="Yu Gothic"/>
                        <a:cs typeface="Yu Gothic"/>
                      </a:endParaRPr>
                    </a:p>
                  </a:txBody>
                  <a:tcPr marL="0" marR="0" marT="29209" marB="0">
                    <a:lnL w="12700">
                      <a:solidFill>
                        <a:srgbClr val="FFFFFF"/>
                      </a:solidFill>
                      <a:prstDash val="solid"/>
                    </a:lnL>
                    <a:lnR w="12700">
                      <a:solidFill>
                        <a:srgbClr val="FFFFFF"/>
                      </a:solidFill>
                      <a:prstDash val="solid"/>
                    </a:lnR>
                    <a:lnT w="12700">
                      <a:solidFill>
                        <a:srgbClr val="FFFFFF"/>
                      </a:solidFill>
                      <a:prstDash val="solid"/>
                    </a:lnT>
                    <a:lnB w="38100">
                      <a:solidFill>
                        <a:srgbClr val="FFFFFF"/>
                      </a:solidFill>
                      <a:prstDash val="solid"/>
                    </a:lnB>
                    <a:solidFill>
                      <a:srgbClr val="4471C4"/>
                    </a:solidFill>
                  </a:tcPr>
                </a:tc>
                <a:extLst>
                  <a:ext uri="{0D108BD9-81ED-4DB2-BD59-A6C34878D82A}">
                    <a16:rowId xmlns:a16="http://schemas.microsoft.com/office/drawing/2014/main" val="10000"/>
                  </a:ext>
                </a:extLst>
              </a:tr>
              <a:tr h="370205">
                <a:tc>
                  <a:txBody>
                    <a:bodyPr/>
                    <a:lstStyle/>
                    <a:p>
                      <a:pPr marL="63500">
                        <a:lnSpc>
                          <a:spcPct val="100000"/>
                        </a:lnSpc>
                        <a:spcBef>
                          <a:spcPts val="265"/>
                        </a:spcBef>
                      </a:pPr>
                      <a:r>
                        <a:rPr sz="1800" spc="-10" dirty="0">
                          <a:latin typeface="Calibri"/>
                          <a:cs typeface="Calibri"/>
                        </a:rPr>
                        <a:t>yacht</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0" dirty="0">
                          <a:latin typeface="Yu Gothic"/>
                          <a:cs typeface="Yu Gothic"/>
                        </a:rPr>
                        <a:t>ヨット</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10" dirty="0">
                          <a:latin typeface="Yu Gothic"/>
                          <a:cs typeface="Yu Gothic"/>
                        </a:rPr>
                        <a:t>オランダ語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381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1"/>
                  </a:ext>
                </a:extLst>
              </a:tr>
              <a:tr h="370840">
                <a:tc>
                  <a:txBody>
                    <a:bodyPr/>
                    <a:lstStyle/>
                    <a:p>
                      <a:pPr marL="63500">
                        <a:lnSpc>
                          <a:spcPct val="100000"/>
                        </a:lnSpc>
                        <a:spcBef>
                          <a:spcPts val="265"/>
                        </a:spcBef>
                      </a:pPr>
                      <a:r>
                        <a:rPr sz="1800" spc="-10" dirty="0">
                          <a:latin typeface="Calibri"/>
                          <a:cs typeface="Calibri"/>
                        </a:rPr>
                        <a:t>melon</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0" dirty="0">
                          <a:latin typeface="Yu Gothic"/>
                          <a:cs typeface="Yu Gothic"/>
                        </a:rPr>
                        <a:t>メロン</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10" dirty="0">
                          <a:latin typeface="Yu Gothic"/>
                          <a:cs typeface="Yu Gothic"/>
                        </a:rPr>
                        <a:t>ギリシャ語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2"/>
                  </a:ext>
                </a:extLst>
              </a:tr>
              <a:tr h="370205">
                <a:tc>
                  <a:txBody>
                    <a:bodyPr/>
                    <a:lstStyle/>
                    <a:p>
                      <a:pPr marL="63500">
                        <a:lnSpc>
                          <a:spcPct val="100000"/>
                        </a:lnSpc>
                        <a:spcBef>
                          <a:spcPts val="265"/>
                        </a:spcBef>
                      </a:pPr>
                      <a:r>
                        <a:rPr sz="1800" spc="-25" dirty="0">
                          <a:latin typeface="Calibri"/>
                          <a:cs typeface="Calibri"/>
                        </a:rPr>
                        <a:t>tea</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50" dirty="0">
                          <a:latin typeface="Yu Gothic"/>
                          <a:cs typeface="Yu Gothic"/>
                        </a:rPr>
                        <a:t>茶</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0" dirty="0">
                          <a:latin typeface="Yu Gothic"/>
                          <a:cs typeface="Yu Gothic"/>
                        </a:rPr>
                        <a:t>中国語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3"/>
                  </a:ext>
                </a:extLst>
              </a:tr>
              <a:tr h="370840">
                <a:tc>
                  <a:txBody>
                    <a:bodyPr/>
                    <a:lstStyle/>
                    <a:p>
                      <a:pPr marL="63500">
                        <a:lnSpc>
                          <a:spcPct val="100000"/>
                        </a:lnSpc>
                        <a:spcBef>
                          <a:spcPts val="265"/>
                        </a:spcBef>
                      </a:pPr>
                      <a:r>
                        <a:rPr sz="1800" spc="-10" dirty="0">
                          <a:latin typeface="Calibri"/>
                          <a:cs typeface="Calibri"/>
                        </a:rPr>
                        <a:t>orange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15" dirty="0">
                          <a:latin typeface="Yu Gothic"/>
                          <a:cs typeface="Yu Gothic"/>
                        </a:rPr>
                        <a:t>オレンジ</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0"/>
                        </a:spcBef>
                      </a:pPr>
                      <a:r>
                        <a:rPr sz="1800" spc="-10" dirty="0">
                          <a:latin typeface="Yu Gothic"/>
                          <a:cs typeface="Yu Gothic"/>
                        </a:rPr>
                        <a:t>アラビア語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4"/>
                  </a:ext>
                </a:extLst>
              </a:tr>
              <a:tr h="370205">
                <a:tc>
                  <a:txBody>
                    <a:bodyPr/>
                    <a:lstStyle/>
                    <a:p>
                      <a:pPr marL="63500">
                        <a:lnSpc>
                          <a:spcPct val="100000"/>
                        </a:lnSpc>
                        <a:spcBef>
                          <a:spcPts val="265"/>
                        </a:spcBef>
                      </a:pPr>
                      <a:r>
                        <a:rPr sz="1800" spc="-10" dirty="0">
                          <a:latin typeface="Calibri"/>
                          <a:cs typeface="Calibri"/>
                        </a:rPr>
                        <a:t>cigarette</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5" dirty="0">
                          <a:latin typeface="Yu Gothic"/>
                          <a:cs typeface="Yu Gothic"/>
                        </a:rPr>
                        <a:t>名詞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20" dirty="0">
                          <a:latin typeface="Yu Gothic"/>
                          <a:cs typeface="Yu Gothic"/>
                        </a:rPr>
                        <a:t>タバコ</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tc>
                  <a:txBody>
                    <a:bodyPr/>
                    <a:lstStyle/>
                    <a:p>
                      <a:pPr marL="63500">
                        <a:lnSpc>
                          <a:spcPct val="100000"/>
                        </a:lnSpc>
                        <a:spcBef>
                          <a:spcPts val="240"/>
                        </a:spcBef>
                      </a:pPr>
                      <a:r>
                        <a:rPr sz="1800" spc="-10" dirty="0">
                          <a:latin typeface="Yu Gothic"/>
                          <a:cs typeface="Yu Gothic"/>
                        </a:rPr>
                        <a:t>スペイン語</a:t>
                      </a:r>
                      <a:endParaRPr sz="1800">
                        <a:latin typeface="Yu Gothic"/>
                        <a:cs typeface="Yu Gothic"/>
                      </a:endParaRPr>
                    </a:p>
                  </a:txBody>
                  <a:tcPr marL="0" marR="0" marT="30480"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CFD4EA"/>
                    </a:solidFill>
                  </a:tcPr>
                </a:tc>
                <a:extLst>
                  <a:ext uri="{0D108BD9-81ED-4DB2-BD59-A6C34878D82A}">
                    <a16:rowId xmlns:a16="http://schemas.microsoft.com/office/drawing/2014/main" val="10005"/>
                  </a:ext>
                </a:extLst>
              </a:tr>
              <a:tr h="370840">
                <a:tc>
                  <a:txBody>
                    <a:bodyPr/>
                    <a:lstStyle/>
                    <a:p>
                      <a:pPr marL="63500">
                        <a:lnSpc>
                          <a:spcPct val="100000"/>
                        </a:lnSpc>
                        <a:spcBef>
                          <a:spcPts val="265"/>
                        </a:spcBef>
                      </a:pPr>
                      <a:r>
                        <a:rPr sz="1800" spc="-20" dirty="0">
                          <a:latin typeface="Calibri"/>
                          <a:cs typeface="Calibri"/>
                        </a:rPr>
                        <a:t>hara-kiri</a:t>
                      </a:r>
                      <a:endParaRPr sz="1800">
                        <a:latin typeface="Calibri"/>
                        <a:cs typeface="Calibri"/>
                      </a:endParaRPr>
                    </a:p>
                  </a:txBody>
                  <a:tcPr marL="0" marR="0" marT="3365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25" dirty="0">
                          <a:latin typeface="Yu Gothic"/>
                          <a:cs typeface="Yu Gothic"/>
                        </a:rPr>
                        <a:t>名詞</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10" dirty="0">
                          <a:latin typeface="Yu Gothic"/>
                          <a:cs typeface="Yu Gothic"/>
                        </a:rPr>
                        <a:t>腹切り、切腹</a:t>
                      </a:r>
                      <a:endParaRPr sz="180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tc>
                  <a:txBody>
                    <a:bodyPr/>
                    <a:lstStyle/>
                    <a:p>
                      <a:pPr marL="63500">
                        <a:lnSpc>
                          <a:spcPct val="100000"/>
                        </a:lnSpc>
                        <a:spcBef>
                          <a:spcPts val="245"/>
                        </a:spcBef>
                      </a:pPr>
                      <a:r>
                        <a:rPr sz="1800" spc="-20" dirty="0">
                          <a:latin typeface="Yu Gothic"/>
                          <a:cs typeface="Yu Gothic"/>
                        </a:rPr>
                        <a:t>日本語</a:t>
                      </a:r>
                      <a:endParaRPr sz="1800" dirty="0">
                        <a:latin typeface="Yu Gothic"/>
                        <a:cs typeface="Yu Gothic"/>
                      </a:endParaRPr>
                    </a:p>
                  </a:txBody>
                  <a:tcPr marL="0" marR="0" marT="31115" marB="0">
                    <a:lnL w="12700">
                      <a:solidFill>
                        <a:srgbClr val="FFFFFF"/>
                      </a:solidFill>
                      <a:prstDash val="solid"/>
                    </a:lnL>
                    <a:lnR w="12700">
                      <a:solidFill>
                        <a:srgbClr val="FFFFFF"/>
                      </a:solidFill>
                      <a:prstDash val="solid"/>
                    </a:lnR>
                    <a:lnT w="12700">
                      <a:solidFill>
                        <a:srgbClr val="FFFFFF"/>
                      </a:solidFill>
                      <a:prstDash val="solid"/>
                    </a:lnT>
                    <a:lnB w="12700">
                      <a:solidFill>
                        <a:srgbClr val="FFFFFF"/>
                      </a:solidFill>
                      <a:prstDash val="solid"/>
                    </a:lnB>
                    <a:solidFill>
                      <a:srgbClr val="E9EBF5"/>
                    </a:solidFill>
                  </a:tcPr>
                </a:tc>
                <a:extLst>
                  <a:ext uri="{0D108BD9-81ED-4DB2-BD59-A6C34878D82A}">
                    <a16:rowId xmlns:a16="http://schemas.microsoft.com/office/drawing/2014/main" val="10006"/>
                  </a:ext>
                </a:extLst>
              </a:tr>
            </a:tbl>
          </a:graphicData>
        </a:graphic>
      </p:graphicFrame>
    </p:spTree>
    <p:extLst>
      <p:ext uri="{BB962C8B-B14F-4D97-AF65-F5344CB8AC3E}">
        <p14:creationId xmlns:p14="http://schemas.microsoft.com/office/powerpoint/2010/main" val="654844509"/>
      </p:ext>
    </p:extLst>
  </p:cSld>
  <p:clrMapOvr>
    <a:masterClrMapping/>
  </p:clrMapOvr>
</p:sld>
</file>

<file path=ppt/slides/slide27.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US" altLang="ja-JP" b="1" dirty="0">
                <a:latin typeface="Calibri (Headings)"/>
              </a:rPr>
              <a:t>4.</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27</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2178788038"/>
      </p:ext>
    </p:extLst>
  </p:cSld>
  <p:clrMapOvr>
    <a:masterClrMapping/>
  </p:clrMapOvr>
</p:sld>
</file>

<file path=ppt/slides/slide28.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1462089B-F9EC-4D99-BC73-4EBB101FE660}"/>
              </a:ext>
            </a:extLst>
          </p:cNvPr>
          <p:cNvSpPr>
            <a:spLocks noGrp="1"/>
          </p:cNvSpPr>
          <p:nvPr>
            <p:ph type="title"/>
          </p:nvPr>
        </p:nvSpPr>
        <p:spPr/>
        <p:txBody>
          <a:bodyPr/>
          <a:lstStyle/>
          <a:p>
            <a:pPr algn="ctr"/>
            <a:r>
              <a:rPr lang="en-US" altLang="ja-JP" b="1" dirty="0">
                <a:latin typeface="Calibri (Headings)"/>
              </a:rPr>
              <a:t>4.</a:t>
            </a:r>
            <a:r>
              <a:rPr lang="en-GB" altLang="ja-JP" b="1" dirty="0">
                <a:latin typeface="Calibri (Headings)"/>
              </a:rPr>
              <a:t> </a:t>
            </a:r>
            <a:r>
              <a:rPr lang="ja-JP" altLang="en-US" b="1" dirty="0">
                <a:latin typeface="Calibri (Headings)"/>
                <a:sym typeface="Arial"/>
              </a:rPr>
              <a:t>まとめ</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27AB6BA3-6562-4A65-9A41-66FD61A7F62B}"/>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28</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2">
            <a:extLst>
              <a:ext uri="{FF2B5EF4-FFF2-40B4-BE49-F238E27FC236}">
                <a16:creationId xmlns:a16="http://schemas.microsoft.com/office/drawing/2014/main" id="{92490B7A-6E18-A5F8-262B-EABFCBE9F2CD}"/>
              </a:ext>
            </a:extLst>
          </p:cNvPr>
          <p:cNvSpPr>
            <a:spLocks noGrp="1"/>
          </p:cNvSpPr>
          <p:nvPr>
            <p:ph idx="1"/>
          </p:nvPr>
        </p:nvSpPr>
        <p:spPr>
          <a:xfrm>
            <a:off x="838200" y="1825625"/>
            <a:ext cx="10515600" cy="4351338"/>
          </a:xfrm>
        </p:spPr>
        <p:txBody>
          <a:bodyPr>
            <a:normAutofit/>
          </a:bodyPr>
          <a:lstStyle/>
          <a:p>
            <a:pPr marL="374015" marR="0" lvl="0" indent="-361315" defTabSz="914400" eaLnBrk="1" fontAlgn="auto" latinLnBrk="0" hangingPunct="1">
              <a:lnSpc>
                <a:spcPts val="3340"/>
              </a:lnSpc>
              <a:spcBef>
                <a:spcPts val="0"/>
              </a:spcBef>
              <a:spcAft>
                <a:spcPts val="0"/>
              </a:spcAft>
              <a:buClrTx/>
              <a:buSzPct val="116666"/>
              <a:buFontTx/>
              <a:buAutoNum type="arabicPeriod"/>
              <a:tabLst>
                <a:tab pos="374015" algn="l"/>
              </a:tabLst>
              <a:defRPr/>
            </a:pPr>
            <a:r>
              <a:rPr kumimoji="0" lang="ja-JP" altLang="en-US" sz="2400" b="1" i="0" u="none" strike="noStrike" kern="0" cap="none" spc="0" normalizeH="0" baseline="0" noProof="0" dirty="0">
                <a:ln>
                  <a:noFill/>
                </a:ln>
                <a:solidFill>
                  <a:sysClr val="windowText" lastClr="000000"/>
                </a:solidFill>
                <a:effectLst/>
                <a:uLnTx/>
                <a:uFillTx/>
                <a:latin typeface="Calibri"/>
                <a:cs typeface="Calibri"/>
              </a:rPr>
              <a:t>複合語</a:t>
            </a:r>
            <a:r>
              <a:rPr kumimoji="0" lang="en-US" altLang="ja-JP" sz="240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2400" i="0" u="none" strike="noStrike" kern="0" cap="none" spc="0" normalizeH="0" baseline="0" noProof="0" dirty="0">
                <a:ln>
                  <a:noFill/>
                </a:ln>
                <a:solidFill>
                  <a:sysClr val="windowText" lastClr="000000"/>
                </a:solidFill>
                <a:effectLst/>
                <a:uLnTx/>
                <a:uFillTx/>
                <a:latin typeface="Calibri"/>
                <a:cs typeface="Calibri"/>
              </a:rPr>
              <a:t>既存の</a:t>
            </a:r>
            <a:r>
              <a:rPr kumimoji="0" lang="en-US" altLang="ja-JP" sz="2400" i="0" u="none" strike="noStrike" kern="0" cap="none" spc="0" normalizeH="0" baseline="0" noProof="0" dirty="0">
                <a:ln>
                  <a:noFill/>
                </a:ln>
                <a:solidFill>
                  <a:sysClr val="windowText" lastClr="000000"/>
                </a:solidFill>
                <a:effectLst/>
                <a:uLnTx/>
                <a:uFillTx/>
                <a:latin typeface="Calibri"/>
                <a:cs typeface="Calibri"/>
              </a:rPr>
              <a:t>2</a:t>
            </a:r>
            <a:r>
              <a:rPr kumimoji="0" lang="ja-JP" altLang="en-US" sz="2400" i="0" u="none" strike="noStrike" kern="0" cap="none" spc="0" normalizeH="0" baseline="0" noProof="0" dirty="0">
                <a:ln>
                  <a:noFill/>
                </a:ln>
                <a:solidFill>
                  <a:sysClr val="windowText" lastClr="000000"/>
                </a:solidFill>
                <a:effectLst/>
                <a:uLnTx/>
                <a:uFillTx/>
                <a:latin typeface="Calibri"/>
                <a:cs typeface="Calibri"/>
              </a:rPr>
              <a:t>つ以上の語彙を組み合せて生まれた語のこと。</a:t>
            </a:r>
          </a:p>
          <a:p>
            <a:pPr marL="374015" marR="0" lvl="0" indent="-361315" defTabSz="914400" eaLnBrk="1" fontAlgn="auto" latinLnBrk="0" hangingPunct="1">
              <a:lnSpc>
                <a:spcPts val="3340"/>
              </a:lnSpc>
              <a:spcBef>
                <a:spcPts val="0"/>
              </a:spcBef>
              <a:spcAft>
                <a:spcPts val="0"/>
              </a:spcAft>
              <a:buClrTx/>
              <a:buSzPct val="116666"/>
              <a:buFontTx/>
              <a:buAutoNum type="arabicPeriod"/>
              <a:tabLst>
                <a:tab pos="374015" algn="l"/>
              </a:tabLst>
              <a:defRPr/>
            </a:pPr>
            <a:r>
              <a:rPr kumimoji="0" lang="ja-JP" altLang="en-US" sz="2400" b="1" i="0" u="none" strike="noStrike" kern="0" cap="none" spc="0" normalizeH="0" baseline="0" noProof="0" dirty="0">
                <a:ln>
                  <a:noFill/>
                </a:ln>
                <a:solidFill>
                  <a:sysClr val="windowText" lastClr="000000"/>
                </a:solidFill>
                <a:effectLst/>
                <a:uLnTx/>
                <a:uFillTx/>
                <a:latin typeface="Calibri"/>
                <a:cs typeface="Calibri"/>
              </a:rPr>
              <a:t>派生語</a:t>
            </a:r>
            <a:r>
              <a:rPr kumimoji="0" lang="en-US" altLang="ja-JP" sz="240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2400" i="0" u="none" strike="noStrike" kern="0" cap="none" spc="0" normalizeH="0" baseline="0" noProof="0" dirty="0">
                <a:ln>
                  <a:noFill/>
                </a:ln>
                <a:solidFill>
                  <a:sysClr val="windowText" lastClr="000000"/>
                </a:solidFill>
                <a:effectLst/>
                <a:uLnTx/>
                <a:uFillTx/>
                <a:latin typeface="Calibri"/>
                <a:cs typeface="Calibri"/>
              </a:rPr>
              <a:t>接辞を付与し品詞転換させて生まれた語のこと。</a:t>
            </a:r>
          </a:p>
          <a:p>
            <a:pPr marL="374015" marR="0" lvl="0" indent="-361315" defTabSz="914400" eaLnBrk="1" fontAlgn="auto" latinLnBrk="0" hangingPunct="1">
              <a:lnSpc>
                <a:spcPts val="3340"/>
              </a:lnSpc>
              <a:spcBef>
                <a:spcPts val="0"/>
              </a:spcBef>
              <a:spcAft>
                <a:spcPts val="0"/>
              </a:spcAft>
              <a:buClrTx/>
              <a:buSzPct val="116666"/>
              <a:buFontTx/>
              <a:buAutoNum type="arabicPeriod"/>
              <a:tabLst>
                <a:tab pos="374015" algn="l"/>
              </a:tabLst>
              <a:defRPr/>
            </a:pPr>
            <a:r>
              <a:rPr kumimoji="0" lang="ja-JP" altLang="en-US" sz="2400" b="1" i="0" u="none" strike="noStrike" kern="0" cap="none" spc="0" normalizeH="0" baseline="0" noProof="0" dirty="0">
                <a:ln>
                  <a:noFill/>
                </a:ln>
                <a:solidFill>
                  <a:sysClr val="windowText" lastClr="000000"/>
                </a:solidFill>
                <a:effectLst/>
                <a:uLnTx/>
                <a:uFillTx/>
                <a:latin typeface="Calibri"/>
                <a:cs typeface="Calibri"/>
              </a:rPr>
              <a:t>借用語</a:t>
            </a:r>
            <a:r>
              <a:rPr kumimoji="0" lang="en-US" altLang="ja-JP" sz="2400" i="0" u="none" strike="noStrike" kern="0" cap="none" spc="0" normalizeH="0" baseline="0" noProof="0" dirty="0">
                <a:ln>
                  <a:noFill/>
                </a:ln>
                <a:solidFill>
                  <a:sysClr val="windowText" lastClr="000000"/>
                </a:solidFill>
                <a:effectLst/>
                <a:uLnTx/>
                <a:uFillTx/>
                <a:latin typeface="Calibri"/>
                <a:cs typeface="Calibri"/>
              </a:rPr>
              <a:t>: </a:t>
            </a:r>
            <a:r>
              <a:rPr kumimoji="0" lang="ja-JP" altLang="en-US" sz="2400" i="0" u="none" strike="noStrike" kern="0" cap="none" spc="0" normalizeH="0" baseline="0" noProof="0" dirty="0">
                <a:ln>
                  <a:noFill/>
                </a:ln>
                <a:solidFill>
                  <a:sysClr val="windowText" lastClr="000000"/>
                </a:solidFill>
                <a:effectLst/>
                <a:uLnTx/>
                <a:uFillTx/>
                <a:latin typeface="Calibri"/>
                <a:cs typeface="Calibri"/>
              </a:rPr>
              <a:t>世界中の言語から取り入れた語のこと。</a:t>
            </a:r>
          </a:p>
        </p:txBody>
      </p:sp>
    </p:spTree>
    <p:extLst>
      <p:ext uri="{BB962C8B-B14F-4D97-AF65-F5344CB8AC3E}">
        <p14:creationId xmlns:p14="http://schemas.microsoft.com/office/powerpoint/2010/main" val="3515477389"/>
      </p:ext>
    </p:extLst>
  </p:cSld>
  <p:clrMapOvr>
    <a:masterClrMapping/>
  </p:clrMapOvr>
</p:sld>
</file>

<file path=ppt/slides/slide29.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a:xfrm>
            <a:off x="838200" y="2382677"/>
            <a:ext cx="10515600" cy="1325563"/>
          </a:xfrm>
        </p:spPr>
        <p:txBody>
          <a:bodyPr/>
          <a:lstStyle/>
          <a:p>
            <a:pPr algn="ctr"/>
            <a:r>
              <a:rPr lang="en-GB" altLang="ja-JP" b="1" dirty="0">
                <a:latin typeface="Calibri (Headings)"/>
              </a:rPr>
              <a:t>5.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74607565-85F0-4266-A5D0-2804040E91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29</a:t>
            </a:fld>
            <a:endParaRPr kumimoji="0" lang="en-GB" sz="1200" b="0" i="0" u="none" strike="noStrike" kern="1200" cap="none" spc="0" normalizeH="0" baseline="0" noProof="0" dirty="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028957591"/>
      </p:ext>
    </p:extLst>
  </p:cSld>
  <p:clrMapOvr>
    <a:masterClrMapping/>
  </p:clrMapOvr>
</p:sld>
</file>

<file path=ppt/slides/slide30.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2" name="タイトル 1">
            <a:extLst>
              <a:ext uri="{FF2B5EF4-FFF2-40B4-BE49-F238E27FC236}">
                <a16:creationId xmlns:a16="http://schemas.microsoft.com/office/drawing/2014/main" id="{D0FD19E4-4E6D-4D62-BD00-B0E0B36B9D5E}"/>
              </a:ext>
            </a:extLst>
          </p:cNvPr>
          <p:cNvSpPr>
            <a:spLocks noGrp="1"/>
          </p:cNvSpPr>
          <p:nvPr>
            <p:ph type="title"/>
          </p:nvPr>
        </p:nvSpPr>
        <p:spPr/>
        <p:txBody>
          <a:bodyPr/>
          <a:lstStyle/>
          <a:p>
            <a:pPr algn="ctr"/>
            <a:r>
              <a:rPr lang="en-GB" altLang="ja-JP" b="1" dirty="0">
                <a:latin typeface="Calibri (Headings)"/>
              </a:rPr>
              <a:t>5. </a:t>
            </a:r>
            <a:r>
              <a:rPr lang="ja-JP" altLang="en-US" b="1" dirty="0">
                <a:latin typeface="Calibri (Headings)"/>
              </a:rPr>
              <a:t>参考文献</a:t>
            </a:r>
            <a:endParaRPr lang="en-GB" b="1" dirty="0">
              <a:latin typeface="Calibri (Headings)"/>
            </a:endParaRPr>
          </a:p>
        </p:txBody>
      </p:sp>
      <p:sp>
        <p:nvSpPr>
          <p:cNvPr id="4" name="スライド番号プレースホルダー 3">
            <a:extLst>
              <a:ext uri="{FF2B5EF4-FFF2-40B4-BE49-F238E27FC236}">
                <a16:creationId xmlns:a16="http://schemas.microsoft.com/office/drawing/2014/main" id="{1E96154D-0AC4-47C9-B8EE-32ED60A2B6D3}"/>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30</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
        <p:nvSpPr>
          <p:cNvPr id="7" name="コンテンツ プレースホルダー 6">
            <a:extLst>
              <a:ext uri="{FF2B5EF4-FFF2-40B4-BE49-F238E27FC236}">
                <a16:creationId xmlns:a16="http://schemas.microsoft.com/office/drawing/2014/main" id="{0A3A8506-B2C4-48D9-8B66-4EF42A11727B}"/>
              </a:ext>
            </a:extLst>
          </p:cNvPr>
          <p:cNvSpPr>
            <a:spLocks noGrp="1"/>
          </p:cNvSpPr>
          <p:nvPr>
            <p:ph idx="1"/>
          </p:nvPr>
        </p:nvSpPr>
        <p:spPr/>
        <p:txBody>
          <a:bodyPr>
            <a:normAutofit/>
          </a:bodyPr>
          <a:lstStyle/>
          <a:p>
            <a:pPr marL="279400" marR="5080" lvl="0" indent="-267335" defTabSz="914400" eaLnBrk="1" fontAlgn="auto" latinLnBrk="0" hangingPunct="1">
              <a:lnSpc>
                <a:spcPct val="90100"/>
              </a:lnSpc>
              <a:spcBef>
                <a:spcPts val="385"/>
              </a:spcBef>
              <a:spcAft>
                <a:spcPts val="0"/>
              </a:spcAft>
              <a:buClrTx/>
              <a:buSzPct val="116666"/>
              <a:buFont typeface="Arial MT"/>
              <a:buChar char="•"/>
              <a:tabLst>
                <a:tab pos="280670" algn="l"/>
              </a:tabLst>
              <a:defRPr/>
            </a:pP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菊池清明・唐沢一友・小池剛史・堀田隆一・福田一貴・貝塚泰幸・松崎武	</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志、</a:t>
            </a:r>
            <a:r>
              <a:rPr kumimoji="0" lang="en-US" altLang="ja-JP" sz="2400" b="0" i="0" u="none" strike="noStrike" kern="0" cap="none" spc="-10" normalizeH="0" baseline="0" noProof="0" dirty="0">
                <a:ln>
                  <a:noFill/>
                </a:ln>
                <a:solidFill>
                  <a:sysClr val="windowText" lastClr="000000"/>
                </a:solidFill>
                <a:effectLst/>
                <a:uLnTx/>
                <a:uFillTx/>
                <a:latin typeface="Yu Gothic"/>
                <a:cs typeface="Yu Gothic"/>
              </a:rPr>
              <a:t>『</a:t>
            </a:r>
            <a:r>
              <a:rPr kumimoji="0" lang="ja-JP" altLang="en-US" sz="2400" b="0" i="0" u="none" strike="noStrike" kern="0" cap="none" spc="-10" normalizeH="0" baseline="0" noProof="0" dirty="0">
                <a:ln>
                  <a:noFill/>
                </a:ln>
                <a:solidFill>
                  <a:sysClr val="windowText" lastClr="000000"/>
                </a:solidFill>
                <a:effectLst/>
                <a:uLnTx/>
                <a:uFillTx/>
                <a:latin typeface="Yu Gothic"/>
                <a:cs typeface="Yu Gothic"/>
              </a:rPr>
              <a:t>英語学：現代英語をより深く知るために</a:t>
            </a:r>
            <a:r>
              <a:rPr kumimoji="0" lang="en-US" altLang="ja-JP" sz="2400" b="0" i="0" u="none" strike="noStrike" kern="0" cap="none" spc="-20" normalizeH="0" baseline="0" noProof="0" dirty="0">
                <a:ln>
                  <a:noFill/>
                </a:ln>
                <a:solidFill>
                  <a:sysClr val="windowText" lastClr="000000"/>
                </a:solidFill>
                <a:effectLst/>
                <a:uLnTx/>
                <a:uFillTx/>
                <a:latin typeface="Calibri"/>
                <a:cs typeface="Calibri"/>
              </a:rPr>
              <a:t>-</a:t>
            </a:r>
            <a:r>
              <a:rPr kumimoji="0" lang="ja-JP" altLang="en-US" sz="2400" b="0" i="0" u="none" strike="noStrike" kern="0" cap="none" spc="-15" normalizeH="0" baseline="0" noProof="0" dirty="0">
                <a:ln>
                  <a:noFill/>
                </a:ln>
                <a:solidFill>
                  <a:sysClr val="windowText" lastClr="000000"/>
                </a:solidFill>
                <a:effectLst/>
                <a:uLnTx/>
                <a:uFillTx/>
                <a:latin typeface="Yu Gothic"/>
                <a:cs typeface="Yu Gothic"/>
              </a:rPr>
              <a:t>現代英語の諸相と英語学	</a:t>
            </a:r>
            <a:r>
              <a:rPr kumimoji="0" lang="ja-JP" altLang="en-US" sz="2400" b="0" i="0" u="none" strike="noStrike" kern="0" cap="none" spc="-5" normalizeH="0" baseline="0" noProof="0" dirty="0">
                <a:ln>
                  <a:noFill/>
                </a:ln>
                <a:solidFill>
                  <a:sysClr val="windowText" lastClr="000000"/>
                </a:solidFill>
                <a:effectLst/>
                <a:uLnTx/>
                <a:uFillTx/>
                <a:latin typeface="Yu Gothic"/>
                <a:cs typeface="Yu Gothic"/>
              </a:rPr>
              <a:t>術語解説</a:t>
            </a:r>
            <a:r>
              <a:rPr kumimoji="0" lang="en-US" altLang="ja-JP" sz="2400" b="0" i="0" u="none" strike="noStrike" kern="0" cap="none" spc="-20" normalizeH="0" baseline="0" noProof="0" dirty="0">
                <a:ln>
                  <a:noFill/>
                </a:ln>
                <a:solidFill>
                  <a:sysClr val="windowText" lastClr="000000"/>
                </a:solidFill>
                <a:effectLst/>
                <a:uLnTx/>
                <a:uFillTx/>
                <a:latin typeface="Calibri"/>
                <a:cs typeface="Calibri"/>
              </a:rPr>
              <a:t>-</a:t>
            </a:r>
            <a:r>
              <a:rPr kumimoji="0" lang="en-US" altLang="ja-JP" sz="2400" b="0" i="0" u="none" strike="noStrike" kern="0" cap="none" spc="0" normalizeH="0" baseline="0" noProof="0" dirty="0">
                <a:ln>
                  <a:noFill/>
                </a:ln>
                <a:solidFill>
                  <a:sysClr val="windowText" lastClr="000000"/>
                </a:solidFill>
                <a:effectLst/>
                <a:uLnTx/>
                <a:uFillTx/>
                <a:latin typeface="Yu Gothic"/>
                <a:cs typeface="Yu Gothic"/>
              </a:rPr>
              <a:t>』</a:t>
            </a:r>
            <a:r>
              <a:rPr kumimoji="0" lang="ja-JP" altLang="en-US" sz="2400" b="0" i="0" u="none" strike="noStrike" kern="0" cap="none" spc="0" normalizeH="0" baseline="0" noProof="0" dirty="0">
                <a:ln>
                  <a:noFill/>
                </a:ln>
                <a:solidFill>
                  <a:sysClr val="windowText" lastClr="000000"/>
                </a:solidFill>
                <a:effectLst/>
                <a:uLnTx/>
                <a:uFillTx/>
                <a:latin typeface="Yu Gothic"/>
                <a:cs typeface="Yu Gothic"/>
              </a:rPr>
              <a:t>、大阪府、浪漫書房、</a:t>
            </a:r>
            <a:r>
              <a:rPr kumimoji="0" lang="en-US" altLang="ja-JP" sz="2400" b="0" i="0" u="none" strike="noStrike" kern="0" cap="none" spc="0" normalizeH="0" baseline="0" noProof="0" dirty="0">
                <a:ln>
                  <a:noFill/>
                </a:ln>
                <a:solidFill>
                  <a:sysClr val="windowText" lastClr="000000"/>
                </a:solidFill>
                <a:effectLst/>
                <a:uLnTx/>
                <a:uFillTx/>
                <a:latin typeface="Calibri"/>
                <a:cs typeface="Calibri"/>
              </a:rPr>
              <a:t>2008</a:t>
            </a:r>
            <a:r>
              <a:rPr kumimoji="0" lang="ja-JP" altLang="en-US" sz="2400" b="0" i="0" u="none" strike="noStrike" kern="0" cap="none" spc="-10" normalizeH="0" baseline="0" noProof="0" dirty="0">
                <a:ln>
                  <a:noFill/>
                </a:ln>
                <a:solidFill>
                  <a:sysClr val="windowText" lastClr="000000"/>
                </a:solidFill>
                <a:effectLst/>
                <a:uLnTx/>
                <a:uFillTx/>
                <a:latin typeface="Calibri"/>
                <a:cs typeface="Calibri"/>
              </a:rPr>
              <a:t> </a:t>
            </a:r>
            <a:r>
              <a:rPr kumimoji="0" lang="ja-JP" altLang="en-US" sz="2400" b="0" i="0" u="none" strike="noStrike" kern="0" cap="none" spc="-50" normalizeH="0" baseline="0" noProof="0" dirty="0">
                <a:ln>
                  <a:noFill/>
                </a:ln>
                <a:solidFill>
                  <a:sysClr val="windowText" lastClr="000000"/>
                </a:solidFill>
                <a:effectLst/>
                <a:uLnTx/>
                <a:uFillTx/>
                <a:latin typeface="Yu Gothic"/>
                <a:cs typeface="Yu Gothic"/>
              </a:rPr>
              <a:t>年</a:t>
            </a:r>
            <a:endParaRPr kumimoji="0" lang="ja-JP" altLang="en-US" sz="2400" b="0" i="0" u="none" strike="noStrike" kern="0" cap="none" spc="0" normalizeH="0" baseline="0" noProof="0" dirty="0">
              <a:ln>
                <a:noFill/>
              </a:ln>
              <a:solidFill>
                <a:sysClr val="windowText" lastClr="000000"/>
              </a:solidFill>
              <a:effectLst/>
              <a:uLnTx/>
              <a:uFillTx/>
              <a:latin typeface="Yu Gothic"/>
              <a:cs typeface="Yu Gothic"/>
            </a:endParaRPr>
          </a:p>
          <a:p>
            <a:pPr marL="280035" marR="0" lvl="0" indent="-267335" defTabSz="914400" eaLnBrk="1" fontAlgn="auto" latinLnBrk="0" hangingPunct="1">
              <a:lnSpc>
                <a:spcPts val="2490"/>
              </a:lnSpc>
              <a:spcBef>
                <a:spcPts val="0"/>
              </a:spcBef>
              <a:spcAft>
                <a:spcPts val="0"/>
              </a:spcAft>
              <a:buClr>
                <a:srgbClr val="000000"/>
              </a:buClr>
              <a:buSzPct val="116666"/>
              <a:buFont typeface="Arial MT"/>
              <a:buChar char="•"/>
              <a:tabLst>
                <a:tab pos="280035" algn="l"/>
              </a:tabLst>
              <a:defRPr/>
            </a:pPr>
            <a:r>
              <a:rPr kumimoji="0" lang="en-US" altLang="ja-JP" sz="2400" b="0" i="0" u="sng" strike="noStrike" kern="0" cap="none" spc="-10" normalizeH="0" baseline="0" noProof="0" dirty="0">
                <a:ln>
                  <a:noFill/>
                </a:ln>
                <a:solidFill>
                  <a:srgbClr val="0462C1"/>
                </a:solidFill>
                <a:effectLst/>
                <a:uLnTx/>
                <a:uFill>
                  <a:solidFill>
                    <a:srgbClr val="0462C1"/>
                  </a:solidFill>
                </a:uFill>
                <a:latin typeface="Calibri"/>
                <a:cs typeface="Calibri"/>
                <a:hlinkClick r:id="rId3"/>
              </a:rPr>
              <a:t>Dictionary.com</a:t>
            </a:r>
            <a:endParaRPr kumimoji="0" lang="ja-JP" altLang="en-US" sz="2400" b="0" i="0" u="none" strike="noStrike" kern="0" cap="none" spc="0" normalizeH="0" baseline="0" noProof="0" dirty="0">
              <a:ln>
                <a:noFill/>
              </a:ln>
              <a:solidFill>
                <a:sysClr val="windowText" lastClr="000000"/>
              </a:solidFill>
              <a:effectLst/>
              <a:uLnTx/>
              <a:uFillTx/>
              <a:latin typeface="Calibri"/>
              <a:cs typeface="Calibri"/>
            </a:endParaRPr>
          </a:p>
          <a:p>
            <a:pPr marL="729615" marR="0" lvl="1" indent="-259715" defTabSz="914400" eaLnBrk="1" fontAlgn="auto" latinLnBrk="0" hangingPunct="1">
              <a:lnSpc>
                <a:spcPts val="2290"/>
              </a:lnSpc>
              <a:spcBef>
                <a:spcPts val="0"/>
              </a:spcBef>
              <a:spcAft>
                <a:spcPts val="0"/>
              </a:spcAft>
              <a:buClrTx/>
              <a:buSzPct val="140000"/>
              <a:buFont typeface="Arial MT"/>
              <a:buChar char="•"/>
              <a:tabLst>
                <a:tab pos="729615" algn="l"/>
              </a:tabLst>
              <a:defRPr/>
            </a:pP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最終アクセス日</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 </a:t>
            </a:r>
            <a:r>
              <a:rPr kumimoji="0" lang="en-US" altLang="ja-JP" sz="2000" b="0" i="0" u="none" strike="noStrike" kern="0" cap="none" spc="0" normalizeH="0" baseline="0" noProof="0" dirty="0">
                <a:ln>
                  <a:noFill/>
                </a:ln>
                <a:solidFill>
                  <a:sysClr val="windowText" lastClr="000000"/>
                </a:solidFill>
                <a:effectLst/>
                <a:uLnTx/>
                <a:uFillTx/>
                <a:latin typeface="Calibri"/>
                <a:cs typeface="Calibri"/>
              </a:rPr>
              <a:t>2021</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年</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10</a:t>
            </a:r>
            <a:r>
              <a:rPr kumimoji="0" lang="ja-JP" altLang="en-US" sz="2000" b="0" i="0" u="none" strike="noStrike" kern="0" cap="none" spc="0" normalizeH="0" baseline="0" noProof="0" dirty="0">
                <a:ln>
                  <a:noFill/>
                </a:ln>
                <a:solidFill>
                  <a:sysClr val="windowText" lastClr="000000"/>
                </a:solidFill>
                <a:effectLst/>
                <a:uLnTx/>
                <a:uFillTx/>
                <a:latin typeface="Yu Gothic"/>
                <a:cs typeface="Yu Gothic"/>
              </a:rPr>
              <a:t>月</a:t>
            </a:r>
            <a:r>
              <a:rPr kumimoji="0" lang="en-US" altLang="ja-JP" sz="2000" b="0" i="0" u="none" strike="noStrike" kern="0" cap="none" spc="-10" normalizeH="0" baseline="0" noProof="0" dirty="0">
                <a:ln>
                  <a:noFill/>
                </a:ln>
                <a:solidFill>
                  <a:sysClr val="windowText" lastClr="000000"/>
                </a:solidFill>
                <a:effectLst/>
                <a:uLnTx/>
                <a:uFillTx/>
                <a:latin typeface="Calibri"/>
                <a:cs typeface="Calibri"/>
              </a:rPr>
              <a:t>19</a:t>
            </a:r>
            <a:r>
              <a:rPr kumimoji="0" lang="ja-JP" altLang="en-US" sz="2000" b="0" i="0" u="none" strike="noStrike" kern="0" cap="none" spc="-50" normalizeH="0" baseline="0" noProof="0" dirty="0">
                <a:ln>
                  <a:noFill/>
                </a:ln>
                <a:solidFill>
                  <a:sysClr val="windowText" lastClr="000000"/>
                </a:solidFill>
                <a:effectLst/>
                <a:uLnTx/>
                <a:uFillTx/>
                <a:latin typeface="Yu Gothic"/>
                <a:cs typeface="Yu Gothic"/>
              </a:rPr>
              <a:t>日</a:t>
            </a:r>
            <a:endParaRPr kumimoji="0" lang="ja-JP" altLang="en-US" sz="2000" b="0" i="0" u="none" strike="noStrike" kern="0" cap="none" spc="0" normalizeH="0" baseline="0" noProof="0" dirty="0">
              <a:ln>
                <a:noFill/>
              </a:ln>
              <a:solidFill>
                <a:sysClr val="windowText" lastClr="000000"/>
              </a:solidFill>
              <a:effectLst/>
              <a:uLnTx/>
              <a:uFillTx/>
              <a:latin typeface="Yu Gothic"/>
              <a:cs typeface="Yu Gothic"/>
            </a:endParaRPr>
          </a:p>
        </p:txBody>
      </p:sp>
    </p:spTree>
    <p:extLst>
      <p:ext uri="{BB962C8B-B14F-4D97-AF65-F5344CB8AC3E}">
        <p14:creationId xmlns:p14="http://schemas.microsoft.com/office/powerpoint/2010/main" val="3041246571"/>
      </p:ext>
    </p:extLst>
  </p:cSld>
  <p:clrMapOvr>
    <a:masterClrMapping/>
  </p:clrMapOvr>
</p:sld>
</file>

<file path=ppt/slides/slide31.xml><?xml version="1.0" encoding="utf-8"?>
<p:sld xmlns:a="http://schemas.openxmlformats.org/drawingml/2006/main" xmlns:r="http://schemas.openxmlformats.org/officeDocument/2006/relationships" xmlns:p="http://schemas.openxmlformats.org/presentationml/2006/main">
  <p:cSld>
    <p:bg>
      <p:bgPr>
        <a:blipFill dpi="0" rotWithShape="1">
          <a:blip r:embed="rId2">
            <a:alphaModFix amt="10000"/>
            <a:lum/>
          </a:blip>
          <a:srcRect/>
          <a:stretch>
            <a:fillRect t="-17000" b="-17000"/>
          </a:stretch>
        </a:blipFill>
        <a:effectLst/>
      </p:bgPr>
    </p:bg>
    <p:spTree>
      <p:nvGrpSpPr>
        <p:cNvPr id="1" name=""/>
        <p:cNvGrpSpPr/>
        <p:nvPr/>
      </p:nvGrpSpPr>
      <p:grpSpPr>
        <a:xfrm>
          <a:off x="0" y="0"/>
          <a:ext cx="0" cy="0"/>
          <a:chOff x="0" y="0"/>
          <a:chExt cx="0" cy="0"/>
        </a:xfrm>
      </p:grpSpPr>
      <p:sp>
        <p:nvSpPr>
          <p:cNvPr id="3" name="コンテンツ プレースホルダー 2">
            <a:extLst>
              <a:ext uri="{FF2B5EF4-FFF2-40B4-BE49-F238E27FC236}">
                <a16:creationId xmlns:a16="http://schemas.microsoft.com/office/drawing/2014/main" id="{5BE6BD63-86C0-4411-B65D-4080E9A95274}"/>
              </a:ext>
            </a:extLst>
          </p:cNvPr>
          <p:cNvSpPr>
            <a:spLocks noGrp="1"/>
          </p:cNvSpPr>
          <p:nvPr>
            <p:ph idx="1"/>
          </p:nvPr>
        </p:nvSpPr>
        <p:spPr/>
        <p:txBody>
          <a:bodyPr>
            <a:normAutofit/>
          </a:bodyPr>
          <a:lstStyle/>
          <a:p>
            <a:pPr marL="0" indent="0" algn="ctr">
              <a:buNone/>
            </a:pPr>
            <a:endParaRPr lang="en-GB" sz="5400" b="1" dirty="0"/>
          </a:p>
          <a:p>
            <a:pPr marL="0" indent="0" algn="ctr">
              <a:buNone/>
            </a:pPr>
            <a:r>
              <a:rPr lang="en-GB" sz="5400" b="1" dirty="0"/>
              <a:t>EOD</a:t>
            </a:r>
          </a:p>
        </p:txBody>
      </p:sp>
      <p:sp>
        <p:nvSpPr>
          <p:cNvPr id="4" name="スライド番号プレースホルダー 3">
            <a:extLst>
              <a:ext uri="{FF2B5EF4-FFF2-40B4-BE49-F238E27FC236}">
                <a16:creationId xmlns:a16="http://schemas.microsoft.com/office/drawing/2014/main" id="{B2458194-12B8-434A-8D6D-E01520C89AF4}"/>
              </a:ext>
            </a:extLst>
          </p:cNvPr>
          <p:cNvSpPr>
            <a:spLocks noGrp="1"/>
          </p:cNvSpPr>
          <p:nvPr>
            <p:ph type="sldNum" sz="quarter" idx="12"/>
          </p:nvPr>
        </p:nvSpPr>
        <p:spPr/>
        <p:txBody>
          <a:bodyPr/>
          <a:lstStyle/>
          <a:p>
            <a:pPr marL="0" marR="0" lvl="0" indent="0" algn="r" defTabSz="914400" rtl="0" eaLnBrk="1" fontAlgn="auto" latinLnBrk="0" hangingPunct="1">
              <a:lnSpc>
                <a:spcPct val="100000"/>
              </a:lnSpc>
              <a:spcBef>
                <a:spcPts val="0"/>
              </a:spcBef>
              <a:spcAft>
                <a:spcPts val="0"/>
              </a:spcAft>
              <a:buClrTx/>
              <a:buSzTx/>
              <a:buFontTx/>
              <a:buNone/>
              <a:tabLst/>
              <a:defRPr/>
            </a:pPr>
            <a:fld id="{CC8B731A-DCF7-4273-BA1A-21517ACBB5E5}" type="slidenum">
              <a:rPr kumimoji="0" lang="en-GB" sz="1200" b="0" i="0" u="none" strike="noStrike" kern="1200" cap="none" spc="0" normalizeH="0" baseline="0" noProof="0" smtClean="0">
                <a:ln>
                  <a:noFill/>
                </a:ln>
                <a:solidFill>
                  <a:prstClr val="black">
                    <a:tint val="75000"/>
                  </a:prstClr>
                </a:solidFill>
                <a:effectLst/>
                <a:uLnTx/>
                <a:uFillTx/>
                <a:latin typeface="Calibri" panose="020F0502020204030204"/>
                <a:ea typeface="+mn-ea"/>
                <a:cs typeface="+mn-cs"/>
              </a:rPr>
              <a:pPr marL="0" marR="0" lvl="0" indent="0" algn="r" defTabSz="914400" rtl="0" eaLnBrk="1" fontAlgn="auto" latinLnBrk="0" hangingPunct="1">
                <a:lnSpc>
                  <a:spcPct val="100000"/>
                </a:lnSpc>
                <a:spcBef>
                  <a:spcPts val="0"/>
                </a:spcBef>
                <a:spcAft>
                  <a:spcPts val="0"/>
                </a:spcAft>
                <a:buClrTx/>
                <a:buSzTx/>
                <a:buFontTx/>
                <a:buNone/>
                <a:tabLst/>
                <a:defRPr/>
              </a:pPr>
              <a:t>31</a:t>
            </a:fld>
            <a:endParaRPr kumimoji="0" lang="en-GB" sz="1200" b="0" i="0" u="none" strike="noStrike" kern="1200" cap="none" spc="0" normalizeH="0" baseline="0" noProof="0">
              <a:ln>
                <a:noFill/>
              </a:ln>
              <a:solidFill>
                <a:prstClr val="black">
                  <a:tint val="75000"/>
                </a:prstClr>
              </a:solidFill>
              <a:effectLst/>
              <a:uLnTx/>
              <a:uFillTx/>
              <a:latin typeface="Calibri" panose="020F0502020204030204"/>
              <a:ea typeface="+mn-ea"/>
              <a:cs typeface="+mn-cs"/>
            </a:endParaRPr>
          </a:p>
        </p:txBody>
      </p:sp>
    </p:spTree>
    <p:extLst>
      <p:ext uri="{BB962C8B-B14F-4D97-AF65-F5344CB8AC3E}">
        <p14:creationId xmlns:p14="http://schemas.microsoft.com/office/powerpoint/2010/main" val="3831357621"/>
      </p:ext>
    </p:extLst>
  </p:cSld>
  <p:clrMapOvr>
    <a:masterClrMapping/>
  </p:clrMapOvr>
</p:sld>
</file>

<file path=ppt/theme/theme1.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ppt/theme/theme2.xml><?xml version="1.0" encoding="utf-8"?>
<a:theme xmlns:a="http://schemas.openxmlformats.org/drawingml/2006/main" name="Office テーマ">
  <a:themeElements>
    <a:clrScheme name="Office">
      <a:dk1>
        <a:sysClr val="windowText" lastClr="000000"/>
      </a:dk1>
      <a:lt1>
        <a:sysClr val="window" lastClr="FFFFFF"/>
      </a:lt1>
      <a:dk2>
        <a:srgbClr val="44546A"/>
      </a:dk2>
      <a:lt2>
        <a:srgbClr val="E7E6E6"/>
      </a:lt2>
      <a:accent1>
        <a:srgbClr val="4472C4"/>
      </a:accent1>
      <a:accent2>
        <a:srgbClr val="ED7D31"/>
      </a:accent2>
      <a:accent3>
        <a:srgbClr val="A5A5A5"/>
      </a:accent3>
      <a:accent4>
        <a:srgbClr val="FFC000"/>
      </a:accent4>
      <a:accent5>
        <a:srgbClr val="5B9BD5"/>
      </a:accent5>
      <a:accent6>
        <a:srgbClr val="70AD47"/>
      </a:accent6>
      <a:hlink>
        <a:srgbClr val="0563C1"/>
      </a:hlink>
      <a:folHlink>
        <a:srgbClr val="954F72"/>
      </a:folHlink>
    </a:clrScheme>
    <a:fontScheme name="Office">
      <a:majorFont>
        <a:latin typeface="Calibri Light" panose="020F0302020204030204"/>
        <a:ea typeface=""/>
        <a:cs typeface=""/>
        <a:font script="Jpan" typeface="游ゴシック Light"/>
        <a:font script="Hang" typeface="맑은 고딕"/>
        <a:font script="Hans" typeface="等线 Light"/>
        <a:font script="Hant" typeface="新細明體"/>
        <a:font script="Arab" typeface="Times New Roman"/>
        <a:font script="Hebr" typeface="Times New Roman"/>
        <a:font script="Thai" typeface="Angsana New"/>
        <a:font script="Ethi" typeface="Nyala"/>
        <a:font script="Beng" typeface="Vrinda"/>
        <a:font script="Gujr" typeface="Shruti"/>
        <a:font script="Khmr" typeface="MoolBoran"/>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Times New Roman"/>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ajorFont>
      <a:minorFont>
        <a:latin typeface="Calibri" panose="020F0502020204030204"/>
        <a:ea typeface=""/>
        <a:cs typeface=""/>
        <a:font script="Jpan" typeface="游ゴシック"/>
        <a:font script="Hang" typeface="맑은 고딕"/>
        <a:font script="Hans" typeface="等线"/>
        <a:font script="Hant" typeface="新細明體"/>
        <a:font script="Arab" typeface="Arial"/>
        <a:font script="Hebr" typeface="Arial"/>
        <a:font script="Thai" typeface="Cordia New"/>
        <a:font script="Ethi" typeface="Nyala"/>
        <a:font script="Beng" typeface="Vrinda"/>
        <a:font script="Gujr" typeface="Shruti"/>
        <a:font script="Khmr" typeface="DaunPenh"/>
        <a:font script="Knda" typeface="Tunga"/>
        <a:font script="Guru" typeface="Raavi"/>
        <a:font script="Cans" typeface="Euphemia"/>
        <a:font script="Cher" typeface="Plantagenet Cherokee"/>
        <a:font script="Yiii" typeface="Microsoft Yi Baiti"/>
        <a:font script="Tibt" typeface="Microsoft Himalaya"/>
        <a:font script="Thaa" typeface="MV Boli"/>
        <a:font script="Deva" typeface="Mangal"/>
        <a:font script="Telu" typeface="Gautami"/>
        <a:font script="Taml" typeface="Latha"/>
        <a:font script="Syrc" typeface="Estrangelo Edessa"/>
        <a:font script="Orya" typeface="Kalinga"/>
        <a:font script="Mlym" typeface="Kartika"/>
        <a:font script="Laoo" typeface="DokChampa"/>
        <a:font script="Sinh" typeface="Iskoola Pota"/>
        <a:font script="Mong" typeface="Mongolian Baiti"/>
        <a:font script="Viet" typeface="Arial"/>
        <a:font script="Uigh" typeface="Microsoft Uighur"/>
        <a:font script="Geor" typeface="Sylfaen"/>
        <a:font script="Armn" typeface="Arial"/>
        <a:font script="Bugi" typeface="Leelawadee UI"/>
        <a:font script="Bopo" typeface="Microsoft JhengHei"/>
        <a:font script="Java" typeface="Javanese Text"/>
        <a:font script="Lisu" typeface="Segoe UI"/>
        <a:font script="Mymr" typeface="Myanmar Text"/>
        <a:font script="Nkoo" typeface="Ebrima"/>
        <a:font script="Olck" typeface="Nirmala UI"/>
        <a:font script="Osma" typeface="Ebrima"/>
        <a:font script="Phag" typeface="Phagspa"/>
        <a:font script="Syrn" typeface="Estrangelo Edessa"/>
        <a:font script="Syrj" typeface="Estrangelo Edessa"/>
        <a:font script="Syre" typeface="Estrangelo Edessa"/>
        <a:font script="Sora" typeface="Nirmala UI"/>
        <a:font script="Tale" typeface="Microsoft Tai Le"/>
        <a:font script="Talu" typeface="Microsoft New Tai Lue"/>
        <a:font script="Tfng" typeface="Ebrima"/>
      </a:minorFont>
    </a:fontScheme>
    <a:fmtScheme name="Office">
      <a:fillStyleLst>
        <a:solidFill>
          <a:schemeClr val="phClr"/>
        </a:solidFill>
        <a:gradFill rotWithShape="1">
          <a:gsLst>
            <a:gs pos="0">
              <a:schemeClr val="phClr">
                <a:lumMod val="110000"/>
                <a:satMod val="105000"/>
                <a:tint val="67000"/>
              </a:schemeClr>
            </a:gs>
            <a:gs pos="50000">
              <a:schemeClr val="phClr">
                <a:lumMod val="105000"/>
                <a:satMod val="103000"/>
                <a:tint val="73000"/>
              </a:schemeClr>
            </a:gs>
            <a:gs pos="100000">
              <a:schemeClr val="phClr">
                <a:lumMod val="105000"/>
                <a:satMod val="109000"/>
                <a:tint val="81000"/>
              </a:schemeClr>
            </a:gs>
          </a:gsLst>
          <a:lin ang="5400000" scaled="0"/>
        </a:gradFill>
        <a:gradFill rotWithShape="1">
          <a:gsLst>
            <a:gs pos="0">
              <a:schemeClr val="phClr">
                <a:satMod val="103000"/>
                <a:lumMod val="102000"/>
                <a:tint val="94000"/>
              </a:schemeClr>
            </a:gs>
            <a:gs pos="50000">
              <a:schemeClr val="phClr">
                <a:satMod val="110000"/>
                <a:lumMod val="100000"/>
                <a:shade val="100000"/>
              </a:schemeClr>
            </a:gs>
            <a:gs pos="100000">
              <a:schemeClr val="phClr">
                <a:lumMod val="99000"/>
                <a:satMod val="120000"/>
                <a:shade val="78000"/>
              </a:schemeClr>
            </a:gs>
          </a:gsLst>
          <a:lin ang="5400000" scaled="0"/>
        </a:gradFill>
      </a:fillStyleLst>
      <a:lnStyleLst>
        <a:ln w="6350" cap="flat" cmpd="sng" algn="ctr">
          <a:solidFill>
            <a:schemeClr val="phClr"/>
          </a:solidFill>
          <a:prstDash val="solid"/>
          <a:miter lim="800000"/>
        </a:ln>
        <a:ln w="12700" cap="flat" cmpd="sng" algn="ctr">
          <a:solidFill>
            <a:schemeClr val="phClr"/>
          </a:solidFill>
          <a:prstDash val="solid"/>
          <a:miter lim="800000"/>
        </a:ln>
        <a:ln w="19050" cap="flat" cmpd="sng" algn="ctr">
          <a:solidFill>
            <a:schemeClr val="phClr"/>
          </a:solidFill>
          <a:prstDash val="solid"/>
          <a:miter lim="800000"/>
        </a:ln>
      </a:lnStyleLst>
      <a:effectStyleLst>
        <a:effectStyle>
          <a:effectLst/>
        </a:effectStyle>
        <a:effectStyle>
          <a:effectLst/>
        </a:effectStyle>
        <a:effectStyle>
          <a:effectLst>
            <a:outerShdw blurRad="57150" dist="19050" dir="5400000" algn="ctr" rotWithShape="0">
              <a:srgbClr val="000000">
                <a:alpha val="63000"/>
              </a:srgbClr>
            </a:outerShdw>
          </a:effectLst>
        </a:effectStyle>
      </a:effectStyleLst>
      <a:bgFillStyleLst>
        <a:solidFill>
          <a:schemeClr val="phClr"/>
        </a:solidFill>
        <a:solidFill>
          <a:schemeClr val="phClr">
            <a:tint val="95000"/>
            <a:satMod val="170000"/>
          </a:schemeClr>
        </a:solidFill>
        <a:gradFill rotWithShape="1">
          <a:gsLst>
            <a:gs pos="0">
              <a:schemeClr val="phClr">
                <a:tint val="93000"/>
                <a:satMod val="150000"/>
                <a:shade val="98000"/>
                <a:lumMod val="102000"/>
              </a:schemeClr>
            </a:gs>
            <a:gs pos="50000">
              <a:schemeClr val="phClr">
                <a:tint val="98000"/>
                <a:satMod val="130000"/>
                <a:shade val="90000"/>
                <a:lumMod val="103000"/>
              </a:schemeClr>
            </a:gs>
            <a:gs pos="100000">
              <a:schemeClr val="phClr">
                <a:shade val="63000"/>
                <a:satMod val="120000"/>
              </a:schemeClr>
            </a:gs>
          </a:gsLst>
          <a:lin ang="5400000" scaled="0"/>
        </a:gradFill>
      </a:bgFillStyleLst>
    </a:fmtScheme>
  </a:themeElements>
  <a:objectDefaults/>
  <a:extraClrSchemeLst/>
  <a:extLst>
    <a:ext uri="{05A4C25C-085E-4340-85A3-A5531E510DB2}">
      <thm15:themeFamily xmlns:thm15="http://schemas.microsoft.com/office/thememl/2012/main" name="Office Theme" id="{62F939B6-93AF-4DB8-9C6B-D6C7DFDC589F}" vid="{4A3C46E8-61CC-4603-A589-7422A47A8E4A}"/>
    </a:ext>
  </a:extLst>
</a:theme>
</file>

<file path=docProps/app.xml><?xml version="1.0" encoding="utf-8"?>
<Properties xmlns="http://schemas.openxmlformats.org/officeDocument/2006/extended-properties" xmlns:vt="http://schemas.openxmlformats.org/officeDocument/2006/docPropsVTypes">
  <TotalTime>66</TotalTime>
  <Words>2283</Words>
  <Application>Microsoft Office PowerPoint</Application>
  <PresentationFormat>Widescreen</PresentationFormat>
  <Paragraphs>502</Paragraphs>
  <Slides>31</Slides>
  <Notes>0</Notes>
  <HiddenSlides>0</HiddenSlides>
  <MMClips>0</MMClips>
  <ScaleCrop>false</ScaleCrop>
  <HeadingPairs>
    <vt:vector size="6" baseType="variant">
      <vt:variant>
        <vt:lpstr>Fonts Used</vt:lpstr>
      </vt:variant>
      <vt:variant>
        <vt:i4>7</vt:i4>
      </vt:variant>
      <vt:variant>
        <vt:lpstr>Theme</vt:lpstr>
      </vt:variant>
      <vt:variant>
        <vt:i4>1</vt:i4>
      </vt:variant>
      <vt:variant>
        <vt:lpstr>Slide Titles</vt:lpstr>
      </vt:variant>
      <vt:variant>
        <vt:i4>31</vt:i4>
      </vt:variant>
    </vt:vector>
  </HeadingPairs>
  <TitlesOfParts>
    <vt:vector size="39" baseType="lpstr">
      <vt:lpstr>-apple-system</vt:lpstr>
      <vt:lpstr>Arial MT</vt:lpstr>
      <vt:lpstr>Calibri (Headings)</vt:lpstr>
      <vt:lpstr>Yu Gothic</vt:lpstr>
      <vt:lpstr>Arial</vt:lpstr>
      <vt:lpstr>Calibri</vt:lpstr>
      <vt:lpstr>Calibri Light</vt:lpstr>
      <vt:lpstr>Office テーマ</vt:lpstr>
      <vt:lpstr>現代英語を知ろう</vt:lpstr>
      <vt:lpstr>自己紹介</vt:lpstr>
      <vt:lpstr>免許 / 資格</vt:lpstr>
      <vt:lpstr>スキルスタック</vt:lpstr>
      <vt:lpstr>職歴</vt:lpstr>
      <vt:lpstr>職歴</vt:lpstr>
      <vt:lpstr>国際交流活動</vt:lpstr>
      <vt:lpstr>このシリーズのコンセプト</vt:lpstr>
      <vt:lpstr>目次</vt:lpstr>
      <vt:lpstr>1. 複合語</vt:lpstr>
      <vt:lpstr>1. 複合語</vt:lpstr>
      <vt:lpstr>1. 複合語</vt:lpstr>
      <vt:lpstr>1. 複合語</vt:lpstr>
      <vt:lpstr>1. 複合語</vt:lpstr>
      <vt:lpstr>2. 派生語</vt:lpstr>
      <vt:lpstr>2. 派生語</vt:lpstr>
      <vt:lpstr>2. 派生語</vt:lpstr>
      <vt:lpstr>2. 派生語</vt:lpstr>
      <vt:lpstr>3. 借用語</vt:lpstr>
      <vt:lpstr>3. 借用語</vt:lpstr>
      <vt:lpstr>3. 借用語</vt:lpstr>
      <vt:lpstr>3. 借用語</vt:lpstr>
      <vt:lpstr>3. 借用語</vt:lpstr>
      <vt:lpstr>3. 借用語</vt:lpstr>
      <vt:lpstr>3. 借用語</vt:lpstr>
      <vt:lpstr>3. 借用語</vt:lpstr>
      <vt:lpstr>4. まとめ</vt:lpstr>
      <vt:lpstr>4. まとめ</vt:lpstr>
      <vt:lpstr>5. 参考文献</vt:lpstr>
      <vt:lpstr>5. 参考文献</vt:lpstr>
      <vt:lpstr>PowerPoint Presentation</vt:lpstr>
    </vt:vector>
  </TitlesOfParts>
  <LinksUpToDate>false</LinksUpToDate>
  <SharedDoc>false</SharedDoc>
  <HyperlinksChanged>false</HyperlinksChanged>
  <AppVersion>16.0000</AppVersion>
</Properties>
</file>

<file path=docProps/core.xml><?xml version="1.0" encoding="utf-8"?>
<cp:coreProperties xmlns:cp="http://schemas.openxmlformats.org/package/2006/metadata/core-properties" xmlns:dc="http://purl.org/dc/elements/1.1/" xmlns:dcterms="http://purl.org/dc/terms/" xmlns:dcmitype="http://purl.org/dc/dcmitype/" xmlns:xsi="http://www.w3.org/2001/XMLSchema-instance">
  <dc:creator>Hayato Ishida</dc:creator>
  <cp:lastModifiedBy>Hayato Ishida</cp:lastModifiedBy>
  <cp:revision>27</cp:revision>
  <dcterms:modified xsi:type="dcterms:W3CDTF">2025-09-01T03:31:21Z</dcterms:modified>
</cp:coreProperties>
</file>