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jpeg"/>
  <Override PartName="/ppt/media/image3.jpg" ContentType="image/jpg"/>
  <Override PartName="/ppt/media/image4.jpg" ContentType="image/jpg"/>
  <Override PartName="/ppt/media/image5.jpg" ContentType="image/jpg"/>
  <Override PartName="/ppt/theme/themeOverride1.xml" ContentType="application/vnd.openxmlformats-officedocument.themeOverride+xml"/>
  <Override PartName="/ppt/theme/themeOverride2.xml" ContentType="application/vnd.openxmlformats-officedocument.themeOverride+xml"/>
  <Override PartName="/ppt/media/image6.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7" r:id="rId3"/>
    <p:sldId id="388" r:id="rId4"/>
    <p:sldId id="387" r:id="rId5"/>
    <p:sldId id="286" r:id="rId6"/>
    <p:sldId id="421" r:id="rId7"/>
    <p:sldId id="280" r:id="rId8"/>
    <p:sldId id="420" r:id="rId9"/>
    <p:sldId id="409" r:id="rId10"/>
    <p:sldId id="410" r:id="rId11"/>
    <p:sldId id="411" r:id="rId12"/>
    <p:sldId id="311" r:id="rId13"/>
    <p:sldId id="259" r:id="rId14"/>
    <p:sldId id="330" r:id="rId15"/>
    <p:sldId id="412" r:id="rId16"/>
    <p:sldId id="325" r:id="rId17"/>
    <p:sldId id="415" r:id="rId18"/>
    <p:sldId id="413" r:id="rId19"/>
    <p:sldId id="414" r:id="rId20"/>
    <p:sldId id="416" r:id="rId21"/>
    <p:sldId id="326" r:id="rId22"/>
    <p:sldId id="336" r:id="rId23"/>
    <p:sldId id="417" r:id="rId24"/>
    <p:sldId id="418" r:id="rId25"/>
    <p:sldId id="357" r:id="rId26"/>
    <p:sldId id="358" r:id="rId27"/>
    <p:sldId id="419" r:id="rId28"/>
    <p:sldId id="359" r:id="rId29"/>
    <p:sldId id="360"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75CCD999-6539-417C-AFEC-6ADA9D586833}"/>
    <pc:docChg chg="custSel addSld delSld modSld delMainMaster">
      <pc:chgData name="Hayato Ishida" userId="585fa0fa6384767c" providerId="LiveId" clId="{75CCD999-6539-417C-AFEC-6ADA9D586833}" dt="2025-09-01T03:32:17.383" v="19"/>
      <pc:docMkLst>
        <pc:docMk/>
      </pc:docMkLst>
      <pc:sldChg chg="addSp delSp modSp mod">
        <pc:chgData name="Hayato Ishida" userId="585fa0fa6384767c" providerId="LiveId" clId="{75CCD999-6539-417C-AFEC-6ADA9D586833}" dt="2025-09-01T03:32:17.383" v="19"/>
        <pc:sldMkLst>
          <pc:docMk/>
          <pc:sldMk cId="155858466" sldId="286"/>
        </pc:sldMkLst>
        <pc:spChg chg="add del mod">
          <ac:chgData name="Hayato Ishida" userId="585fa0fa6384767c" providerId="LiveId" clId="{75CCD999-6539-417C-AFEC-6ADA9D586833}" dt="2025-08-31T18:06:21.351" v="13" actId="478"/>
          <ac:spMkLst>
            <pc:docMk/>
            <pc:sldMk cId="155858466" sldId="286"/>
            <ac:spMk id="3" creationId="{83B9A1B4-1D90-437B-030B-355CC67F9F4B}"/>
          </ac:spMkLst>
        </pc:spChg>
        <pc:spChg chg="del">
          <ac:chgData name="Hayato Ishida" userId="585fa0fa6384767c" providerId="LiveId" clId="{75CCD999-6539-417C-AFEC-6ADA9D586833}" dt="2025-08-31T17:54:16.408" v="4" actId="478"/>
          <ac:spMkLst>
            <pc:docMk/>
            <pc:sldMk cId="155858466" sldId="286"/>
            <ac:spMk id="4" creationId="{71F51328-4D4A-4C56-B3C6-A3657130BD79}"/>
          </ac:spMkLst>
        </pc:spChg>
        <pc:spChg chg="del">
          <ac:chgData name="Hayato Ishida" userId="585fa0fa6384767c" providerId="LiveId" clId="{75CCD999-6539-417C-AFEC-6ADA9D586833}" dt="2025-08-31T17:54:16.408" v="4" actId="478"/>
          <ac:spMkLst>
            <pc:docMk/>
            <pc:sldMk cId="155858466" sldId="286"/>
            <ac:spMk id="5" creationId="{CACE6740-3114-B198-6186-07C7B2E8CE9B}"/>
          </ac:spMkLst>
        </pc:spChg>
        <pc:spChg chg="del">
          <ac:chgData name="Hayato Ishida" userId="585fa0fa6384767c" providerId="LiveId" clId="{75CCD999-6539-417C-AFEC-6ADA9D586833}" dt="2025-08-31T17:54:16.408" v="4" actId="478"/>
          <ac:spMkLst>
            <pc:docMk/>
            <pc:sldMk cId="155858466" sldId="286"/>
            <ac:spMk id="6" creationId="{CAD760D5-F442-FB4F-7B0E-642576F50553}"/>
          </ac:spMkLst>
        </pc:spChg>
        <pc:spChg chg="add del mod">
          <ac:chgData name="Hayato Ishida" userId="585fa0fa6384767c" providerId="LiveId" clId="{75CCD999-6539-417C-AFEC-6ADA9D586833}" dt="2025-08-31T18:06:21.351" v="13" actId="478"/>
          <ac:spMkLst>
            <pc:docMk/>
            <pc:sldMk cId="155858466" sldId="286"/>
            <ac:spMk id="7" creationId="{C03E3538-8057-9704-CB1C-C332F0DDF4FE}"/>
          </ac:spMkLst>
        </pc:spChg>
        <pc:spChg chg="add del mod">
          <ac:chgData name="Hayato Ishida" userId="585fa0fa6384767c" providerId="LiveId" clId="{75CCD999-6539-417C-AFEC-6ADA9D586833}" dt="2025-08-31T18:06:21.351" v="13" actId="478"/>
          <ac:spMkLst>
            <pc:docMk/>
            <pc:sldMk cId="155858466" sldId="286"/>
            <ac:spMk id="8" creationId="{93CB12DA-2085-214B-10F1-90CC78DCAAAA}"/>
          </ac:spMkLst>
        </pc:spChg>
        <pc:spChg chg="add mod">
          <ac:chgData name="Hayato Ishida" userId="585fa0fa6384767c" providerId="LiveId" clId="{75CCD999-6539-417C-AFEC-6ADA9D586833}" dt="2025-08-31T18:06:22.722" v="14"/>
          <ac:spMkLst>
            <pc:docMk/>
            <pc:sldMk cId="155858466" sldId="286"/>
            <ac:spMk id="10" creationId="{715BF6D0-F710-C414-8EAC-04ED685BA691}"/>
          </ac:spMkLst>
        </pc:spChg>
        <pc:spChg chg="add mod">
          <ac:chgData name="Hayato Ishida" userId="585fa0fa6384767c" providerId="LiveId" clId="{75CCD999-6539-417C-AFEC-6ADA9D586833}" dt="2025-08-31T18:06:22.722" v="14"/>
          <ac:spMkLst>
            <pc:docMk/>
            <pc:sldMk cId="155858466" sldId="286"/>
            <ac:spMk id="11" creationId="{AE3D7FD3-8A7C-3015-A4CF-D9772E0DB3E1}"/>
          </ac:spMkLst>
        </pc:spChg>
        <pc:graphicFrameChg chg="add del mod">
          <ac:chgData name="Hayato Ishida" userId="585fa0fa6384767c" providerId="LiveId" clId="{75CCD999-6539-417C-AFEC-6ADA9D586833}" dt="2025-08-31T18:06:21.351" v="13" actId="478"/>
          <ac:graphicFrameMkLst>
            <pc:docMk/>
            <pc:sldMk cId="155858466" sldId="286"/>
            <ac:graphicFrameMk id="9" creationId="{EA7B30BF-B988-E49F-0D1C-507E94E0879B}"/>
          </ac:graphicFrameMkLst>
        </pc:graphicFrameChg>
        <pc:graphicFrameChg chg="add mod">
          <ac:chgData name="Hayato Ishida" userId="585fa0fa6384767c" providerId="LiveId" clId="{75CCD999-6539-417C-AFEC-6ADA9D586833}" dt="2025-09-01T03:32:17.383" v="19"/>
          <ac:graphicFrameMkLst>
            <pc:docMk/>
            <pc:sldMk cId="155858466" sldId="286"/>
            <ac:graphicFrameMk id="12" creationId="{FB25B20A-CC13-8956-DB81-ECD3A87FD344}"/>
          </ac:graphicFrameMkLst>
        </pc:graphicFrameChg>
      </pc:sldChg>
      <pc:sldChg chg="addSp delSp modSp mod">
        <pc:chgData name="Hayato Ishida" userId="585fa0fa6384767c" providerId="LiveId" clId="{75CCD999-6539-417C-AFEC-6ADA9D586833}" dt="2025-08-31T18:02:24.681" v="10"/>
        <pc:sldMkLst>
          <pc:docMk/>
          <pc:sldMk cId="654251065" sldId="287"/>
        </pc:sldMkLst>
        <pc:spChg chg="add del mod">
          <ac:chgData name="Hayato Ishida" userId="585fa0fa6384767c" providerId="LiveId" clId="{75CCD999-6539-417C-AFEC-6ADA9D586833}" dt="2025-08-31T17:54:10.217" v="1" actId="478"/>
          <ac:spMkLst>
            <pc:docMk/>
            <pc:sldMk cId="654251065" sldId="287"/>
            <ac:spMk id="3" creationId="{86FBEFAE-C86A-5BFF-1028-1B7756BD45B4}"/>
          </ac:spMkLst>
        </pc:spChg>
        <pc:spChg chg="add del mod">
          <ac:chgData name="Hayato Ishida" userId="585fa0fa6384767c" providerId="LiveId" clId="{75CCD999-6539-417C-AFEC-6ADA9D586833}" dt="2025-08-31T17:54:10.217" v="1" actId="478"/>
          <ac:spMkLst>
            <pc:docMk/>
            <pc:sldMk cId="654251065" sldId="287"/>
            <ac:spMk id="5" creationId="{2F6537E8-91EC-467D-7925-562DCCA992FC}"/>
          </ac:spMkLst>
        </pc:spChg>
        <pc:spChg chg="del">
          <ac:chgData name="Hayato Ishida" userId="585fa0fa6384767c" providerId="LiveId" clId="{75CCD999-6539-417C-AFEC-6ADA9D586833}" dt="2025-08-31T17:54:08.279" v="0" actId="478"/>
          <ac:spMkLst>
            <pc:docMk/>
            <pc:sldMk cId="654251065" sldId="287"/>
            <ac:spMk id="6" creationId="{E2E4F0D4-1180-E150-882D-0583E80D2CC0}"/>
          </ac:spMkLst>
        </pc:spChg>
        <pc:spChg chg="del">
          <ac:chgData name="Hayato Ishida" userId="585fa0fa6384767c" providerId="LiveId" clId="{75CCD999-6539-417C-AFEC-6ADA9D586833}" dt="2025-08-31T17:54:08.279" v="0" actId="478"/>
          <ac:spMkLst>
            <pc:docMk/>
            <pc:sldMk cId="654251065" sldId="287"/>
            <ac:spMk id="7" creationId="{9ED1D5B6-8D55-F8E7-5916-2F7EFFBCC2C2}"/>
          </ac:spMkLst>
        </pc:spChg>
        <pc:spChg chg="del">
          <ac:chgData name="Hayato Ishida" userId="585fa0fa6384767c" providerId="LiveId" clId="{75CCD999-6539-417C-AFEC-6ADA9D586833}" dt="2025-08-31T17:54:08.279" v="0" actId="478"/>
          <ac:spMkLst>
            <pc:docMk/>
            <pc:sldMk cId="654251065" sldId="287"/>
            <ac:spMk id="8" creationId="{815B2C50-30DA-3F35-D60A-C7575D2DE180}"/>
          </ac:spMkLst>
        </pc:spChg>
        <pc:spChg chg="add mod">
          <ac:chgData name="Hayato Ishida" userId="585fa0fa6384767c" providerId="LiveId" clId="{75CCD999-6539-417C-AFEC-6ADA9D586833}" dt="2025-08-31T18:02:24.681" v="10"/>
          <ac:spMkLst>
            <pc:docMk/>
            <pc:sldMk cId="654251065" sldId="287"/>
            <ac:spMk id="9" creationId="{54460292-5A98-E009-9117-9FEF712C2C50}"/>
          </ac:spMkLst>
        </pc:spChg>
        <pc:spChg chg="add mod">
          <ac:chgData name="Hayato Ishida" userId="585fa0fa6384767c" providerId="LiveId" clId="{75CCD999-6539-417C-AFEC-6ADA9D586833}" dt="2025-08-31T18:02:24.681" v="10"/>
          <ac:spMkLst>
            <pc:docMk/>
            <pc:sldMk cId="654251065" sldId="287"/>
            <ac:spMk id="10" creationId="{167B1DA2-9DBA-061B-BD8B-DEE979FD4F91}"/>
          </ac:spMkLst>
        </pc:spChg>
        <pc:spChg chg="add mod">
          <ac:chgData name="Hayato Ishida" userId="585fa0fa6384767c" providerId="LiveId" clId="{75CCD999-6539-417C-AFEC-6ADA9D586833}" dt="2025-08-31T18:02:24.681" v="10"/>
          <ac:spMkLst>
            <pc:docMk/>
            <pc:sldMk cId="654251065" sldId="287"/>
            <ac:spMk id="11" creationId="{9ADD49B2-755B-D0DB-F79D-951E101A6A96}"/>
          </ac:spMkLst>
        </pc:spChg>
        <pc:picChg chg="del">
          <ac:chgData name="Hayato Ishida" userId="585fa0fa6384767c" providerId="LiveId" clId="{75CCD999-6539-417C-AFEC-6ADA9D586833}" dt="2025-08-31T17:54:08.279" v="0" actId="478"/>
          <ac:picMkLst>
            <pc:docMk/>
            <pc:sldMk cId="654251065" sldId="287"/>
            <ac:picMk id="12" creationId="{AF4BAA97-284B-EF90-BC7F-6C7B85B3A233}"/>
          </ac:picMkLst>
        </pc:picChg>
        <pc:picChg chg="add mod">
          <ac:chgData name="Hayato Ishida" userId="585fa0fa6384767c" providerId="LiveId" clId="{75CCD999-6539-417C-AFEC-6ADA9D586833}" dt="2025-08-31T18:02:24.681" v="10"/>
          <ac:picMkLst>
            <pc:docMk/>
            <pc:sldMk cId="654251065" sldId="287"/>
            <ac:picMk id="13" creationId="{4D2F98E3-16AE-9884-1EC4-C79E1A74744A}"/>
          </ac:picMkLst>
        </pc:picChg>
      </pc:sldChg>
      <pc:sldChg chg="modSp">
        <pc:chgData name="Hayato Ishida" userId="585fa0fa6384767c" providerId="LiveId" clId="{75CCD999-6539-417C-AFEC-6ADA9D586833}" dt="2025-09-01T03:32:17.383" v="19"/>
        <pc:sldMkLst>
          <pc:docMk/>
          <pc:sldMk cId="3698040718" sldId="358"/>
        </pc:sldMkLst>
        <pc:graphicFrameChg chg="mod">
          <ac:chgData name="Hayato Ishida" userId="585fa0fa6384767c" providerId="LiveId" clId="{75CCD999-6539-417C-AFEC-6ADA9D586833}" dt="2025-09-01T03:32:17.383" v="19"/>
          <ac:graphicFrameMkLst>
            <pc:docMk/>
            <pc:sldMk cId="3698040718" sldId="358"/>
            <ac:graphicFrameMk id="5" creationId="{EFFA5B5E-E302-CED1-2936-C6F3D4A3B18A}"/>
          </ac:graphicFrameMkLst>
        </pc:graphicFrameChg>
      </pc:sldChg>
      <pc:sldChg chg="addSp delSp modSp mod">
        <pc:chgData name="Hayato Ishida" userId="585fa0fa6384767c" providerId="LiveId" clId="{75CCD999-6539-417C-AFEC-6ADA9D586833}" dt="2025-08-31T18:04:11.130" v="11"/>
        <pc:sldMkLst>
          <pc:docMk/>
          <pc:sldMk cId="3064566856" sldId="387"/>
        </pc:sldMkLst>
        <pc:spChg chg="add del mod">
          <ac:chgData name="Hayato Ishida" userId="585fa0fa6384767c" providerId="LiveId" clId="{75CCD999-6539-417C-AFEC-6ADA9D586833}" dt="2025-08-31T17:54:13.888" v="3" actId="478"/>
          <ac:spMkLst>
            <pc:docMk/>
            <pc:sldMk cId="3064566856" sldId="387"/>
            <ac:spMk id="3" creationId="{E5707E70-B49F-723F-4677-1203FA7A30D8}"/>
          </ac:spMkLst>
        </pc:spChg>
        <pc:spChg chg="add del mod">
          <ac:chgData name="Hayato Ishida" userId="585fa0fa6384767c" providerId="LiveId" clId="{75CCD999-6539-417C-AFEC-6ADA9D586833}" dt="2025-08-31T17:54:13.888" v="3" actId="478"/>
          <ac:spMkLst>
            <pc:docMk/>
            <pc:sldMk cId="3064566856" sldId="387"/>
            <ac:spMk id="5" creationId="{A2E40E98-BE86-EE91-EBBA-C15FE07818B4}"/>
          </ac:spMkLst>
        </pc:spChg>
        <pc:spChg chg="add mod">
          <ac:chgData name="Hayato Ishida" userId="585fa0fa6384767c" providerId="LiveId" clId="{75CCD999-6539-417C-AFEC-6ADA9D586833}" dt="2025-08-31T18:04:11.130" v="11"/>
          <ac:spMkLst>
            <pc:docMk/>
            <pc:sldMk cId="3064566856" sldId="387"/>
            <ac:spMk id="6" creationId="{CA42E1F2-FBDB-D769-6804-32835F699875}"/>
          </ac:spMkLst>
        </pc:spChg>
        <pc:spChg chg="add mod">
          <ac:chgData name="Hayato Ishida" userId="585fa0fa6384767c" providerId="LiveId" clId="{75CCD999-6539-417C-AFEC-6ADA9D586833}" dt="2025-08-31T18:04:11.130" v="11"/>
          <ac:spMkLst>
            <pc:docMk/>
            <pc:sldMk cId="3064566856" sldId="387"/>
            <ac:spMk id="7" creationId="{990244F0-F537-0FF3-6296-9F30E9CF18EB}"/>
          </ac:spMkLst>
        </pc:spChg>
        <pc:spChg chg="add mod">
          <ac:chgData name="Hayato Ishida" userId="585fa0fa6384767c" providerId="LiveId" clId="{75CCD999-6539-417C-AFEC-6ADA9D586833}" dt="2025-08-31T18:04:11.130" v="11"/>
          <ac:spMkLst>
            <pc:docMk/>
            <pc:sldMk cId="3064566856" sldId="387"/>
            <ac:spMk id="8" creationId="{F3EA294C-FC26-97BF-0668-C367BF909ED3}"/>
          </ac:spMkLst>
        </pc:spChg>
        <pc:spChg chg="del">
          <ac:chgData name="Hayato Ishida" userId="585fa0fa6384767c" providerId="LiveId" clId="{75CCD999-6539-417C-AFEC-6ADA9D586833}" dt="2025-08-31T17:54:12.744" v="2" actId="478"/>
          <ac:spMkLst>
            <pc:docMk/>
            <pc:sldMk cId="3064566856" sldId="387"/>
            <ac:spMk id="9" creationId="{BF8E831C-C70C-07DF-8FE9-3317578A9193}"/>
          </ac:spMkLst>
        </pc:spChg>
        <pc:spChg chg="del">
          <ac:chgData name="Hayato Ishida" userId="585fa0fa6384767c" providerId="LiveId" clId="{75CCD999-6539-417C-AFEC-6ADA9D586833}" dt="2025-08-31T17:54:12.744" v="2" actId="478"/>
          <ac:spMkLst>
            <pc:docMk/>
            <pc:sldMk cId="3064566856" sldId="387"/>
            <ac:spMk id="10" creationId="{0BBBFD2C-EE03-7A81-957E-B0640D3A8CBA}"/>
          </ac:spMkLst>
        </pc:spChg>
        <pc:spChg chg="del">
          <ac:chgData name="Hayato Ishida" userId="585fa0fa6384767c" providerId="LiveId" clId="{75CCD999-6539-417C-AFEC-6ADA9D586833}" dt="2025-08-31T17:54:12.744" v="2" actId="478"/>
          <ac:spMkLst>
            <pc:docMk/>
            <pc:sldMk cId="3064566856" sldId="387"/>
            <ac:spMk id="11" creationId="{B466E99F-DE8D-B5C8-FF3D-07A77B49FC4F}"/>
          </ac:spMkLst>
        </pc:spChg>
      </pc:sldChg>
      <pc:sldChg chg="addSp delSp modSp add mod">
        <pc:chgData name="Hayato Ishida" userId="585fa0fa6384767c" providerId="LiveId" clId="{75CCD999-6539-417C-AFEC-6ADA9D586833}" dt="2025-09-01T03:23:14.175" v="18" actId="20577"/>
        <pc:sldMkLst>
          <pc:docMk/>
          <pc:sldMk cId="3656733453" sldId="421"/>
        </pc:sldMkLst>
        <pc:spChg chg="add mod">
          <ac:chgData name="Hayato Ishida" userId="585fa0fa6384767c" providerId="LiveId" clId="{75CCD999-6539-417C-AFEC-6ADA9D586833}" dt="2025-08-31T18:08:45.123" v="16"/>
          <ac:spMkLst>
            <pc:docMk/>
            <pc:sldMk cId="3656733453" sldId="421"/>
            <ac:spMk id="2" creationId="{BAD42A9F-52E1-A573-BA7F-2F80E33C4911}"/>
          </ac:spMkLst>
        </pc:spChg>
        <pc:spChg chg="del">
          <ac:chgData name="Hayato Ishida" userId="585fa0fa6384767c" providerId="LiveId" clId="{75CCD999-6539-417C-AFEC-6ADA9D586833}" dt="2025-08-31T18:06:25.664" v="15" actId="478"/>
          <ac:spMkLst>
            <pc:docMk/>
            <pc:sldMk cId="3656733453" sldId="421"/>
            <ac:spMk id="3" creationId="{E211A6A7-7CE0-2626-CB9D-361ADC99BCE0}"/>
          </ac:spMkLst>
        </pc:spChg>
        <pc:spChg chg="add mod">
          <ac:chgData name="Hayato Ishida" userId="585fa0fa6384767c" providerId="LiveId" clId="{75CCD999-6539-417C-AFEC-6ADA9D586833}" dt="2025-08-31T18:08:45.123" v="16"/>
          <ac:spMkLst>
            <pc:docMk/>
            <pc:sldMk cId="3656733453" sldId="421"/>
            <ac:spMk id="4" creationId="{42976E8C-D88B-222A-D863-D60E16922133}"/>
          </ac:spMkLst>
        </pc:spChg>
        <pc:graphicFrameChg chg="add mod modGraphic">
          <ac:chgData name="Hayato Ishida" userId="585fa0fa6384767c" providerId="LiveId" clId="{75CCD999-6539-417C-AFEC-6ADA9D586833}" dt="2025-09-01T03:23:14.175" v="18" actId="20577"/>
          <ac:graphicFrameMkLst>
            <pc:docMk/>
            <pc:sldMk cId="3656733453" sldId="421"/>
            <ac:graphicFrameMk id="5" creationId="{D989C4CD-03B5-69F5-2FB0-77A8984D6D26}"/>
          </ac:graphicFrameMkLst>
        </pc:graphicFrameChg>
      </pc:sldChg>
      <pc:sldChg chg="add del setBg">
        <pc:chgData name="Hayato Ishida" userId="585fa0fa6384767c" providerId="LiveId" clId="{75CCD999-6539-417C-AFEC-6ADA9D586833}" dt="2025-08-31T17:57:27.402" v="8" actId="47"/>
        <pc:sldMkLst>
          <pc:docMk/>
          <pc:sldMk cId="2283870834" sldId="422"/>
        </pc:sldMkLst>
      </pc:sldChg>
      <pc:sldChg chg="add del">
        <pc:chgData name="Hayato Ishida" userId="585fa0fa6384767c" providerId="LiveId" clId="{75CCD999-6539-417C-AFEC-6ADA9D586833}" dt="2025-08-31T17:57:29.134" v="9" actId="47"/>
        <pc:sldMkLst>
          <pc:docMk/>
          <pc:sldMk cId="3148452040" sldId="423"/>
        </pc:sldMkLst>
      </pc:sldChg>
      <pc:sldMasterChg chg="del delSldLayout">
        <pc:chgData name="Hayato Ishida" userId="585fa0fa6384767c" providerId="LiveId" clId="{75CCD999-6539-417C-AFEC-6ADA9D586833}" dt="2025-08-31T17:57:29.134" v="9" actId="47"/>
        <pc:sldMasterMkLst>
          <pc:docMk/>
          <pc:sldMasterMk cId="1658989000" sldId="2147483660"/>
        </pc:sldMasterMkLst>
        <pc:sldLayoutChg chg="del">
          <pc:chgData name="Hayato Ishida" userId="585fa0fa6384767c" providerId="LiveId" clId="{75CCD999-6539-417C-AFEC-6ADA9D586833}" dt="2025-08-31T17:57:29.134" v="9" actId="47"/>
          <pc:sldLayoutMkLst>
            <pc:docMk/>
            <pc:sldMasterMk cId="1658989000" sldId="2147483660"/>
            <pc:sldLayoutMk cId="2115329420" sldId="2147483661"/>
          </pc:sldLayoutMkLst>
        </pc:sldLayoutChg>
        <pc:sldLayoutChg chg="del">
          <pc:chgData name="Hayato Ishida" userId="585fa0fa6384767c" providerId="LiveId" clId="{75CCD999-6539-417C-AFEC-6ADA9D586833}" dt="2025-08-31T17:57:29.134" v="9" actId="47"/>
          <pc:sldLayoutMkLst>
            <pc:docMk/>
            <pc:sldMasterMk cId="1658989000" sldId="2147483660"/>
            <pc:sldLayoutMk cId="864085777" sldId="2147483662"/>
          </pc:sldLayoutMkLst>
        </pc:sldLayoutChg>
        <pc:sldLayoutChg chg="del">
          <pc:chgData name="Hayato Ishida" userId="585fa0fa6384767c" providerId="LiveId" clId="{75CCD999-6539-417C-AFEC-6ADA9D586833}" dt="2025-08-31T17:57:29.134" v="9" actId="47"/>
          <pc:sldLayoutMkLst>
            <pc:docMk/>
            <pc:sldMasterMk cId="1658989000" sldId="2147483660"/>
            <pc:sldLayoutMk cId="3227084583" sldId="2147483663"/>
          </pc:sldLayoutMkLst>
        </pc:sldLayoutChg>
        <pc:sldLayoutChg chg="del">
          <pc:chgData name="Hayato Ishida" userId="585fa0fa6384767c" providerId="LiveId" clId="{75CCD999-6539-417C-AFEC-6ADA9D586833}" dt="2025-08-31T17:57:29.134" v="9" actId="47"/>
          <pc:sldLayoutMkLst>
            <pc:docMk/>
            <pc:sldMasterMk cId="1658989000" sldId="2147483660"/>
            <pc:sldLayoutMk cId="2665785438" sldId="2147483664"/>
          </pc:sldLayoutMkLst>
        </pc:sldLayoutChg>
        <pc:sldLayoutChg chg="del">
          <pc:chgData name="Hayato Ishida" userId="585fa0fa6384767c" providerId="LiveId" clId="{75CCD999-6539-417C-AFEC-6ADA9D586833}" dt="2025-08-31T17:57:29.134" v="9" actId="47"/>
          <pc:sldLayoutMkLst>
            <pc:docMk/>
            <pc:sldMasterMk cId="1658989000" sldId="2147483660"/>
            <pc:sldLayoutMk cId="833001745" sldId="2147483665"/>
          </pc:sldLayoutMkLst>
        </pc:sldLayoutChg>
        <pc:sldLayoutChg chg="del">
          <pc:chgData name="Hayato Ishida" userId="585fa0fa6384767c" providerId="LiveId" clId="{75CCD999-6539-417C-AFEC-6ADA9D586833}" dt="2025-08-31T17:57:29.134" v="9" actId="47"/>
          <pc:sldLayoutMkLst>
            <pc:docMk/>
            <pc:sldMasterMk cId="1658989000" sldId="2147483660"/>
            <pc:sldLayoutMk cId="2020216059" sldId="2147483666"/>
          </pc:sldLayoutMkLst>
        </pc:sldLayoutChg>
        <pc:sldLayoutChg chg="del">
          <pc:chgData name="Hayato Ishida" userId="585fa0fa6384767c" providerId="LiveId" clId="{75CCD999-6539-417C-AFEC-6ADA9D586833}" dt="2025-08-31T17:57:29.134" v="9" actId="47"/>
          <pc:sldLayoutMkLst>
            <pc:docMk/>
            <pc:sldMasterMk cId="1658989000" sldId="2147483660"/>
            <pc:sldLayoutMk cId="805074973" sldId="2147483667"/>
          </pc:sldLayoutMkLst>
        </pc:sldLayoutChg>
        <pc:sldLayoutChg chg="del">
          <pc:chgData name="Hayato Ishida" userId="585fa0fa6384767c" providerId="LiveId" clId="{75CCD999-6539-417C-AFEC-6ADA9D586833}" dt="2025-08-31T17:57:29.134" v="9" actId="47"/>
          <pc:sldLayoutMkLst>
            <pc:docMk/>
            <pc:sldMasterMk cId="1658989000" sldId="2147483660"/>
            <pc:sldLayoutMk cId="3698507507" sldId="2147483668"/>
          </pc:sldLayoutMkLst>
        </pc:sldLayoutChg>
        <pc:sldLayoutChg chg="del">
          <pc:chgData name="Hayato Ishida" userId="585fa0fa6384767c" providerId="LiveId" clId="{75CCD999-6539-417C-AFEC-6ADA9D586833}" dt="2025-08-31T17:57:29.134" v="9" actId="47"/>
          <pc:sldLayoutMkLst>
            <pc:docMk/>
            <pc:sldMasterMk cId="1658989000" sldId="2147483660"/>
            <pc:sldLayoutMk cId="2655131899" sldId="2147483669"/>
          </pc:sldLayoutMkLst>
        </pc:sldLayoutChg>
        <pc:sldLayoutChg chg="del">
          <pc:chgData name="Hayato Ishida" userId="585fa0fa6384767c" providerId="LiveId" clId="{75CCD999-6539-417C-AFEC-6ADA9D586833}" dt="2025-08-31T17:57:29.134" v="9" actId="47"/>
          <pc:sldLayoutMkLst>
            <pc:docMk/>
            <pc:sldMasterMk cId="1658989000" sldId="2147483660"/>
            <pc:sldLayoutMk cId="2213098034" sldId="2147483670"/>
          </pc:sldLayoutMkLst>
        </pc:sldLayoutChg>
        <pc:sldLayoutChg chg="del">
          <pc:chgData name="Hayato Ishida" userId="585fa0fa6384767c" providerId="LiveId" clId="{75CCD999-6539-417C-AFEC-6ADA9D586833}" dt="2025-08-31T17:57:29.134" v="9" actId="47"/>
          <pc:sldLayoutMkLst>
            <pc:docMk/>
            <pc:sldMasterMk cId="1658989000" sldId="2147483660"/>
            <pc:sldLayoutMk cId="4247446069" sldId="2147483671"/>
          </pc:sldLayoutMkLst>
        </pc:sldLayoutChg>
      </pc:sldMasterChg>
    </pc:docChg>
  </pc:docChgLst>
  <pc:docChgLst>
    <pc:chgData name="Hayato Ishida" userId="585fa0fa6384767c" providerId="LiveId" clId="{33402EB2-93FF-43A7-AECE-22C7C35B0EBF}"/>
    <pc:docChg chg="undo custSel modSld">
      <pc:chgData name="Hayato Ishida" userId="585fa0fa6384767c" providerId="LiveId" clId="{33402EB2-93FF-43A7-AECE-22C7C35B0EBF}" dt="2025-05-03T11:21:27.279" v="132" actId="20577"/>
      <pc:docMkLst>
        <pc:docMk/>
      </pc:docMkLst>
      <pc:sldChg chg="modSp mod">
        <pc:chgData name="Hayato Ishida" userId="585fa0fa6384767c" providerId="LiveId" clId="{33402EB2-93FF-43A7-AECE-22C7C35B0EBF}" dt="2025-05-03T11:19:44.467" v="130" actId="20577"/>
        <pc:sldMkLst>
          <pc:docMk/>
          <pc:sldMk cId="2567433019" sldId="280"/>
        </pc:sldMkLst>
      </pc:sldChg>
      <pc:sldChg chg="addSp delSp modSp mod">
        <pc:chgData name="Hayato Ishida" userId="585fa0fa6384767c" providerId="LiveId" clId="{33402EB2-93FF-43A7-AECE-22C7C35B0EBF}" dt="2025-05-03T11:15:41.096" v="5"/>
        <pc:sldMkLst>
          <pc:docMk/>
          <pc:sldMk cId="155858466" sldId="286"/>
        </pc:sldMkLst>
      </pc:sldChg>
      <pc:sldChg chg="addSp delSp modSp mod">
        <pc:chgData name="Hayato Ishida" userId="585fa0fa6384767c" providerId="LiveId" clId="{33402EB2-93FF-43A7-AECE-22C7C35B0EBF}" dt="2025-05-03T11:21:27.279" v="132" actId="20577"/>
        <pc:sldMkLst>
          <pc:docMk/>
          <pc:sldMk cId="654251065"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life-and-death-natural-languages-vs-programming-language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28.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5.xml"/><Relationship Id="rId5" Type="http://schemas.openxmlformats.org/officeDocument/2006/relationships/slide" Target="slide21.xml"/><Relationship Id="rId4" Type="http://schemas.openxmlformats.org/officeDocument/2006/relationships/slide" Target="slide16.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lphaomegatranslations.com/foreign-language/what-causes-the-death-of-a-language/"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codementor.io/blog/worst-languages-to-learn-3phycr98zk"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alphaomegatranslations.com/foreign-language/what-causes-the-death-of-a-language/"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atmarkit.itmedia.co.jp/fmobile/rensai/doja01/doja01.html" TargetMode="External"/><Relationship Id="rId4" Type="http://schemas.openxmlformats.org/officeDocument/2006/relationships/hyperlink" Target="https://www.codementor.io/blog/worst-languages-to-learn-3phycr98zk"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言語の生と死 </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自然言語 </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vs. </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プログラミング言語</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54460292-5A98-E009-9117-9FEF712C2C50}"/>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167B1DA2-9DBA-061B-BD8B-DEE979FD4F91}"/>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9ADD49B2-755B-D0DB-F79D-951E101A6A9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4D2F98E3-16AE-9884-1EC4-C79E1A7474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CA42E1F2-FBDB-D769-6804-32835F699875}"/>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7" name="コンテンツ プレースホルダー 2">
            <a:extLst>
              <a:ext uri="{FF2B5EF4-FFF2-40B4-BE49-F238E27FC236}">
                <a16:creationId xmlns:a16="http://schemas.microsoft.com/office/drawing/2014/main" id="{990244F0-F537-0FF3-6296-9F30E9CF18EB}"/>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8" name="スライド番号プレースホルダー 3">
            <a:extLst>
              <a:ext uri="{FF2B5EF4-FFF2-40B4-BE49-F238E27FC236}">
                <a16:creationId xmlns:a16="http://schemas.microsoft.com/office/drawing/2014/main" id="{F3EA294C-FC26-97BF-0668-C367BF909ED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56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715BF6D0-F710-C414-8EAC-04ED685BA691}"/>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11" name="スライド番号プレースホルダー 3">
            <a:extLst>
              <a:ext uri="{FF2B5EF4-FFF2-40B4-BE49-F238E27FC236}">
                <a16:creationId xmlns:a16="http://schemas.microsoft.com/office/drawing/2014/main" id="{AE3D7FD3-8A7C-3015-A4CF-D9772E0DB3E1}"/>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2" name="Table 11">
            <a:extLst>
              <a:ext uri="{FF2B5EF4-FFF2-40B4-BE49-F238E27FC236}">
                <a16:creationId xmlns:a16="http://schemas.microsoft.com/office/drawing/2014/main" id="{FB25B20A-CC13-8956-DB81-ECD3A87FD344}"/>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a:extLst>
            <a:ext uri="{FF2B5EF4-FFF2-40B4-BE49-F238E27FC236}">
              <a16:creationId xmlns:a16="http://schemas.microsoft.com/office/drawing/2014/main" id="{15D36763-D613-A7C7-3C61-7F3D7CC167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D42A9F-52E1-A573-BA7F-2F80E33C4911}"/>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4" name="スライド番号プレースホルダー 3">
            <a:extLst>
              <a:ext uri="{FF2B5EF4-FFF2-40B4-BE49-F238E27FC236}">
                <a16:creationId xmlns:a16="http://schemas.microsoft.com/office/drawing/2014/main" id="{42976E8C-D88B-222A-D863-D60E16922133}"/>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D989C4CD-03B5-69F5-2FB0-77A8984D6D26}"/>
              </a:ext>
            </a:extLst>
          </p:cNvPr>
          <p:cNvGraphicFramePr>
            <a:graphicFrameLocks noGrp="1"/>
          </p:cNvGraphicFramePr>
          <p:nvPr>
            <p:extLst>
              <p:ext uri="{D42A27DB-BD31-4B8C-83A1-F6EECF244321}">
                <p14:modId xmlns:p14="http://schemas.microsoft.com/office/powerpoint/2010/main" val="3859795436"/>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a:t>
                      </a:r>
                      <a:r>
                        <a:rPr lang="ja-JP" altLang="en-US"/>
                        <a:t>ンド開</a:t>
                      </a:r>
                      <a:r>
                        <a:rPr lang="ja-JP" altLang="en-US" dirty="0"/>
                        <a:t>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3656733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今日話すこと</a:t>
            </a:r>
            <a:endParaRPr lang="en-GB" altLang="ja-JP"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508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目的も用途も全く違う</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自然言語</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プログラミング言語</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を、以下の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3</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つの観点で比較してたら意外と面白かった話。</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75"/>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言語が「生きている」とは？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2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言語が「死ぬ」とは？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10"/>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言語の死が私たちにもたらすこととは？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555997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今日話さないこと</a:t>
            </a:r>
            <a:endParaRPr lang="en-GB" altLang="ja-JP"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280670" marR="0" lvl="0" indent="-267970" defTabSz="914400" eaLnBrk="1" fontAlgn="auto" latinLnBrk="0" hangingPunct="1">
              <a:lnSpc>
                <a:spcPct val="100000"/>
              </a:lnSpc>
              <a:spcBef>
                <a:spcPts val="81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英語の詳しい話</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45" normalizeH="0" baseline="0" noProof="0" dirty="0">
                <a:ln>
                  <a:noFill/>
                </a:ln>
                <a:solidFill>
                  <a:sysClr val="windowText" lastClr="000000"/>
                </a:solidFill>
                <a:effectLst/>
                <a:uLnTx/>
                <a:uFillTx/>
                <a:latin typeface="Yu Gothic"/>
                <a:cs typeface="Yu Gothic"/>
              </a:rPr>
              <a:t>単語・熟語・文法・発音</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etc.)</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71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言語学の詳しい話</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言語の歴史とか音韻学</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etc.)</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720"/>
              </a:spcBef>
              <a:spcAft>
                <a:spcPts val="0"/>
              </a:spcAft>
              <a:buClrTx/>
              <a:buSzTx/>
              <a:buFont typeface="Arial MT"/>
              <a:buChar char="•"/>
              <a:tabLst>
                <a:tab pos="280670" algn="l"/>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プログラミング言語の詳しい話</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40" normalizeH="0" baseline="0" noProof="0" dirty="0">
                <a:ln>
                  <a:noFill/>
                </a:ln>
                <a:solidFill>
                  <a:sysClr val="windowText" lastClr="000000"/>
                </a:solidFill>
                <a:effectLst/>
                <a:uLnTx/>
                <a:uFillTx/>
                <a:latin typeface="Yu Gothic"/>
                <a:cs typeface="Yu Gothic"/>
              </a:rPr>
              <a:t>なぜ動くのか・歴史・実装</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etc.)</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298693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元ネタ</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280670" marR="0" lvl="0" indent="-267970" defTabSz="914400" eaLnBrk="1" fontAlgn="auto" latinLnBrk="0" hangingPunct="1">
              <a:lnSpc>
                <a:spcPct val="100000"/>
              </a:lnSpc>
              <a:spcBef>
                <a:spcPts val="810"/>
              </a:spcBef>
              <a:spcAft>
                <a:spcPts val="0"/>
              </a:spcAft>
              <a:buClrTx/>
              <a:buSzTx/>
              <a:buFont typeface="Arial MT"/>
              <a:buChar char="•"/>
              <a:tabLst>
                <a:tab pos="280670" algn="l"/>
              </a:tabLst>
              <a:defRPr/>
            </a:pP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2018</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年のアドベントカレンダー</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社目</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で書いた記事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10"/>
              </a:spcBef>
              <a:spcAft>
                <a:spcPts val="0"/>
              </a:spcAft>
              <a:buClrTx/>
              <a:buSzTx/>
              <a:buFont typeface="Arial MT"/>
              <a:buChar char="•"/>
              <a:tabLst>
                <a:tab pos="280670" algn="l"/>
              </a:tabLst>
              <a:defRPr/>
            </a:pP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Matz(Ruby</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の父</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が</a:t>
            </a:r>
            <a:r>
              <a:rPr kumimoji="0" lang="en-US" altLang="ja-JP" sz="2400" b="0" i="0" u="none" strike="noStrike" kern="0" cap="none" spc="-35" normalizeH="0" baseline="0" noProof="0" dirty="0">
                <a:ln>
                  <a:noFill/>
                </a:ln>
                <a:solidFill>
                  <a:sysClr val="windowText" lastClr="000000"/>
                </a:solidFill>
                <a:effectLst/>
                <a:uLnTx/>
                <a:uFillTx/>
                <a:latin typeface="Calibri"/>
                <a:cs typeface="Calibri"/>
              </a:rPr>
              <a:t>Twitter</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でシェアしてくれた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pic>
        <p:nvPicPr>
          <p:cNvPr id="5" name="object 4">
            <a:extLst>
              <a:ext uri="{FF2B5EF4-FFF2-40B4-BE49-F238E27FC236}">
                <a16:creationId xmlns:a16="http://schemas.microsoft.com/office/drawing/2014/main" id="{28A58671-DC67-099F-D1F1-C2223F58B8F2}"/>
              </a:ext>
            </a:extLst>
          </p:cNvPr>
          <p:cNvPicPr/>
          <p:nvPr/>
        </p:nvPicPr>
        <p:blipFill>
          <a:blip r:embed="rId3" cstate="print"/>
          <a:stretch>
            <a:fillRect/>
          </a:stretch>
        </p:blipFill>
        <p:spPr>
          <a:xfrm>
            <a:off x="1176527" y="2801111"/>
            <a:ext cx="2987039" cy="3625596"/>
          </a:xfrm>
          <a:prstGeom prst="rect">
            <a:avLst/>
          </a:prstGeom>
        </p:spPr>
      </p:pic>
      <p:pic>
        <p:nvPicPr>
          <p:cNvPr id="6" name="object 5">
            <a:extLst>
              <a:ext uri="{FF2B5EF4-FFF2-40B4-BE49-F238E27FC236}">
                <a16:creationId xmlns:a16="http://schemas.microsoft.com/office/drawing/2014/main" id="{4A0CEF87-BB08-727D-608A-1276C98F00B9}"/>
              </a:ext>
            </a:extLst>
          </p:cNvPr>
          <p:cNvPicPr/>
          <p:nvPr/>
        </p:nvPicPr>
        <p:blipFill>
          <a:blip r:embed="rId4" cstate="print"/>
          <a:stretch>
            <a:fillRect/>
          </a:stretch>
        </p:blipFill>
        <p:spPr>
          <a:xfrm>
            <a:off x="4515611" y="2801111"/>
            <a:ext cx="2987039" cy="3607308"/>
          </a:xfrm>
          <a:prstGeom prst="rect">
            <a:avLst/>
          </a:prstGeom>
        </p:spPr>
      </p:pic>
    </p:spTree>
    <p:extLst>
      <p:ext uri="{BB962C8B-B14F-4D97-AF65-F5344CB8AC3E}">
        <p14:creationId xmlns:p14="http://schemas.microsoft.com/office/powerpoint/2010/main" val="1488471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GB" b="1" dirty="0">
                <a:latin typeface="Calibri (Headings)"/>
              </a:rPr>
              <a:t>🪓</a:t>
            </a:r>
            <a:r>
              <a:rPr lang="ja-JP" altLang="en-US" b="1" dirty="0">
                <a:latin typeface="Calibri (Headings)"/>
              </a:rPr>
              <a:t>歓迎</a:t>
            </a: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object 3">
            <a:extLst>
              <a:ext uri="{FF2B5EF4-FFF2-40B4-BE49-F238E27FC236}">
                <a16:creationId xmlns:a16="http://schemas.microsoft.com/office/drawing/2014/main" id="{25437976-5640-6F37-7A81-9A5D4C43CB0C}"/>
              </a:ext>
            </a:extLst>
          </p:cNvPr>
          <p:cNvPicPr/>
          <p:nvPr/>
        </p:nvPicPr>
        <p:blipFill>
          <a:blip r:embed="rId3" cstate="print"/>
          <a:stretch>
            <a:fillRect/>
          </a:stretch>
        </p:blipFill>
        <p:spPr>
          <a:xfrm>
            <a:off x="1955292" y="1825751"/>
            <a:ext cx="8546592" cy="4326636"/>
          </a:xfrm>
          <a:prstGeom prst="rect">
            <a:avLst/>
          </a:prstGeom>
        </p:spPr>
      </p:pic>
    </p:spTree>
    <p:extLst>
      <p:ext uri="{BB962C8B-B14F-4D97-AF65-F5344CB8AC3E}">
        <p14:creationId xmlns:p14="http://schemas.microsoft.com/office/powerpoint/2010/main" val="250038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言語の概要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言語の生死の定義</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言語の死の副作用</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言語の概要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言語の概要</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p:txBody>
          <a:bodyPr>
            <a:normAutofit/>
          </a:bodyPr>
          <a:lstStyle/>
          <a:p>
            <a:pPr marL="12700" marR="0" lvl="0" indent="0" defTabSz="914400" eaLnBrk="1" fontAlgn="auto" latinLnBrk="0" hangingPunct="1">
              <a:lnSpc>
                <a:spcPct val="100000"/>
              </a:lnSpc>
              <a:spcBef>
                <a:spcPts val="60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自然言語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440"/>
              </a:spcBef>
              <a:spcAft>
                <a:spcPts val="0"/>
              </a:spcAft>
              <a:buClrTx/>
              <a:buSzTx/>
              <a:buFont typeface="Arial MT"/>
              <a:buChar char="•"/>
              <a:tabLst>
                <a:tab pos="280670" algn="l"/>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自然発生的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40"/>
              </a:spcBef>
              <a:spcAft>
                <a:spcPts val="0"/>
              </a:spcAft>
              <a:buClrTx/>
              <a:buSzTx/>
              <a:buFont typeface="Arial MT"/>
              <a:buChar char="•"/>
              <a:tabLst>
                <a:tab pos="730250" algn="l"/>
              </a:tabLst>
              <a:defRPr/>
            </a:pP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人工的に開発されたものではない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405"/>
              </a:spcBef>
              <a:spcAft>
                <a:spcPts val="0"/>
              </a:spcAft>
              <a:buClrTx/>
              <a:buSzTx/>
              <a:buFont typeface="Arial MT"/>
              <a:buChar char="•"/>
              <a:tabLst>
                <a:tab pos="280670" algn="l"/>
              </a:tabLst>
              <a:defRPr/>
            </a:pP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口語と文語の両方が存在する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40"/>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話し言葉と書き言葉</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405"/>
              </a:spcBef>
              <a:spcAft>
                <a:spcPts val="0"/>
              </a:spcAft>
              <a:buClrTx/>
              <a:buSzTx/>
              <a:buFont typeface="Arial MT"/>
              <a:buChar char="•"/>
              <a:tabLst>
                <a:tab pos="280670" algn="l"/>
              </a:tabLst>
              <a:defRPr/>
            </a:pPr>
            <a:r>
              <a:rPr kumimoji="0" lang="ja-JP" altLang="en-US" sz="2400" b="0" i="0" u="none" strike="noStrike" kern="0" cap="none" spc="55" normalizeH="0" baseline="0" noProof="0" dirty="0">
                <a:ln>
                  <a:noFill/>
                </a:ln>
                <a:solidFill>
                  <a:sysClr val="windowText" lastClr="000000"/>
                </a:solidFill>
                <a:effectLst/>
                <a:uLnTx/>
                <a:uFillTx/>
                <a:latin typeface="Yu Gothic"/>
                <a:cs typeface="Yu Gothic"/>
              </a:rPr>
              <a:t>今この瞬間が最新版</a:t>
            </a:r>
            <a:r>
              <a:rPr kumimoji="0" lang="en-US" altLang="ja-JP" sz="2400" b="0" i="0" u="none" strike="noStrike" kern="0" cap="none" spc="-2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Living</a:t>
            </a:r>
            <a:r>
              <a:rPr kumimoji="0" lang="ja-JP" altLang="en-US" sz="2400" b="0" i="0" u="none" strike="noStrike" kern="0" cap="none" spc="-4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Standard</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730250" marR="0" lvl="1" indent="-260350" defTabSz="914400" eaLnBrk="1" fontAlgn="auto" latinLnBrk="0" hangingPunct="1">
              <a:lnSpc>
                <a:spcPct val="100000"/>
              </a:lnSpc>
              <a:spcBef>
                <a:spcPts val="40"/>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常に進化・変化する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5"/>
              </a:spcBef>
              <a:spcAft>
                <a:spcPts val="0"/>
              </a:spcAft>
              <a:buClrTx/>
              <a:buSzTx/>
              <a:buFont typeface="Arial MT"/>
              <a:buChar char="•"/>
              <a:tabLst>
                <a:tab pos="730250" algn="l"/>
              </a:tabLst>
              <a:defRPr/>
            </a:pPr>
            <a:r>
              <a:rPr kumimoji="0" lang="ja-JP" altLang="en-US" sz="2000" b="0" i="0" u="none" strike="noStrike" kern="0" cap="none" spc="-25" normalizeH="0" baseline="0" noProof="0" dirty="0">
                <a:ln>
                  <a:noFill/>
                </a:ln>
                <a:solidFill>
                  <a:sysClr val="windowText" lastClr="000000"/>
                </a:solidFill>
                <a:effectLst/>
                <a:uLnTx/>
                <a:uFillTx/>
                <a:latin typeface="Yu Gothic"/>
                <a:cs typeface="Yu Gothic"/>
              </a:rPr>
              <a:t>古英語、中英語、近代英語、現代英語のような時代区分が存在する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405"/>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社会、文化、歴史とそれを扱う集団や個を映し出す鑑</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42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コミュニケーションツール</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40"/>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情報のやり取り、行動規制、知識体系化、推論など</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528037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言語の概要</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p:txBody>
          <a:bodyPr>
            <a:normAutofit/>
          </a:bodyPr>
          <a:lstStyle/>
          <a:p>
            <a:pPr marL="12700" marR="0" lvl="0" indent="0" defTabSz="914400" eaLnBrk="1" fontAlgn="auto" latinLnBrk="0" hangingPunct="1">
              <a:lnSpc>
                <a:spcPct val="100000"/>
              </a:lnSpc>
              <a:spcBef>
                <a:spcPts val="425"/>
              </a:spcBef>
              <a:spcAft>
                <a:spcPts val="0"/>
              </a:spcAft>
              <a:buClrTx/>
              <a:buSzTx/>
              <a:buFontTx/>
              <a:buNone/>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プログラミング言語</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335"/>
              </a:lnSpc>
              <a:spcBef>
                <a:spcPts val="280"/>
              </a:spcBef>
              <a:spcAft>
                <a:spcPts val="0"/>
              </a:spcAft>
              <a:buClrTx/>
              <a:buSzTx/>
              <a:buFont typeface="Arial MT"/>
              <a:buChar char="•"/>
              <a:tabLst>
                <a:tab pos="280670" algn="l"/>
              </a:tabLst>
              <a:defRPr/>
            </a:pPr>
            <a:r>
              <a:rPr kumimoji="0" lang="ja-JP" altLang="en-US" sz="2000" b="0" i="0" u="none" strike="noStrike" kern="0" cap="none" spc="-25" normalizeH="0" baseline="0" noProof="0" dirty="0">
                <a:ln>
                  <a:noFill/>
                </a:ln>
                <a:solidFill>
                  <a:sysClr val="windowText" lastClr="000000"/>
                </a:solidFill>
                <a:effectLst/>
                <a:uLnTx/>
                <a:uFillTx/>
                <a:latin typeface="Yu Gothic"/>
                <a:cs typeface="Yu Gothic"/>
              </a:rPr>
              <a:t>人工的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95"/>
              </a:lnSpc>
              <a:spcBef>
                <a:spcPts val="0"/>
              </a:spcBef>
              <a:spcAft>
                <a:spcPts val="0"/>
              </a:spcAft>
              <a:buClrTx/>
              <a:buSzTx/>
              <a:buFont typeface="Arial MT"/>
              <a:buChar char="•"/>
              <a:tabLst>
                <a:tab pos="73025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開発目的で人間が発明</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330"/>
              </a:lnSpc>
              <a:spcBef>
                <a:spcPts val="270"/>
              </a:spcBef>
              <a:spcAft>
                <a:spcPts val="0"/>
              </a:spcAft>
              <a:buClrTx/>
              <a:buSzTx/>
              <a:buFont typeface="Arial MT"/>
              <a:buChar char="•"/>
              <a:tabLst>
                <a:tab pos="28067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話すことはできない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90"/>
              </a:lnSpc>
              <a:spcBef>
                <a:spcPts val="0"/>
              </a:spcBef>
              <a:spcAft>
                <a:spcPts val="0"/>
              </a:spcAft>
              <a:buClrTx/>
              <a:buSzTx/>
              <a:buFont typeface="Arial MT"/>
              <a:buChar char="•"/>
              <a:tabLst>
                <a:tab pos="73025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Ruby</a:t>
            </a:r>
            <a:r>
              <a:rPr kumimoji="0" lang="ja-JP" altLang="en-US" sz="1800" b="0" i="0" u="none" strike="noStrike" kern="0" cap="none" spc="-2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を話してみて！」</a:t>
            </a:r>
            <a:r>
              <a:rPr kumimoji="0" lang="ja-JP" altLang="en-US" sz="1800" b="0" i="0" u="none" strike="noStrike" kern="0" cap="none" spc="-1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20" normalizeH="0" baseline="0" noProof="0" dirty="0">
                <a:ln>
                  <a:noFill/>
                </a:ln>
                <a:solidFill>
                  <a:sysClr val="windowText" lastClr="000000"/>
                </a:solidFill>
                <a:effectLst/>
                <a:uLnTx/>
                <a:uFillTx/>
                <a:latin typeface="Yu Gothic"/>
                <a:cs typeface="Yu Gothic"/>
              </a:rPr>
              <a:t>無理！</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330"/>
              </a:lnSpc>
              <a:spcBef>
                <a:spcPts val="265"/>
              </a:spcBef>
              <a:spcAft>
                <a:spcPts val="0"/>
              </a:spcAft>
              <a:buClrTx/>
              <a:buSzTx/>
              <a:buFont typeface="Arial MT"/>
              <a:buChar char="•"/>
              <a:tabLst>
                <a:tab pos="280670" algn="l"/>
              </a:tabLst>
              <a:defRPr/>
            </a:pPr>
            <a:r>
              <a:rPr kumimoji="0" lang="ja-JP" altLang="en-US" sz="2000" b="0" i="0" u="none" strike="noStrike" kern="0" cap="none" spc="35" normalizeH="0" baseline="0" noProof="0" dirty="0">
                <a:ln>
                  <a:noFill/>
                </a:ln>
                <a:solidFill>
                  <a:sysClr val="windowText" lastClr="000000"/>
                </a:solidFill>
                <a:effectLst/>
                <a:uLnTx/>
                <a:uFillTx/>
                <a:latin typeface="Yu Gothic"/>
                <a:cs typeface="Yu Gothic"/>
              </a:rPr>
              <a:t>定期的に進化・変化する</a:t>
            </a:r>
            <a:r>
              <a:rPr kumimoji="0" lang="en-US" altLang="ja-JP" sz="20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バージョンアップ</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14"/>
              </a:lnSpc>
              <a:spcBef>
                <a:spcPts val="0"/>
              </a:spcBef>
              <a:spcAft>
                <a:spcPts val="0"/>
              </a:spcAft>
              <a:buClrTx/>
              <a:buSzTx/>
              <a:buFont typeface="Arial MT"/>
              <a:buChar char="•"/>
              <a:tabLst>
                <a:tab pos="730250" algn="l"/>
              </a:tabLst>
              <a:defRPr/>
            </a:pP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Ruby</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60" normalizeH="0" baseline="0" noProof="0" dirty="0">
                <a:ln>
                  <a:noFill/>
                </a:ln>
                <a:solidFill>
                  <a:sysClr val="windowText" lastClr="000000"/>
                </a:solidFill>
                <a:effectLst/>
                <a:uLnTx/>
                <a:uFillTx/>
                <a:latin typeface="Yu Gothic"/>
                <a:cs typeface="Yu Gothic"/>
              </a:rPr>
              <a:t>の </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3.1.2</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Python</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60" normalizeH="0" baseline="0" noProof="0" dirty="0">
                <a:ln>
                  <a:noFill/>
                </a:ln>
                <a:solidFill>
                  <a:sysClr val="windowText" lastClr="000000"/>
                </a:solidFill>
                <a:effectLst/>
                <a:uLnTx/>
                <a:uFillTx/>
                <a:latin typeface="Yu Gothic"/>
                <a:cs typeface="Yu Gothic"/>
              </a:rPr>
              <a:t>の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3.10.7</a:t>
            </a:r>
            <a:r>
              <a:rPr kumimoji="0" lang="ja-JP" altLang="en-US" sz="1800" b="0" i="0" u="none" strike="noStrike" kern="0" cap="none" spc="39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a:p>
            <a:pPr marL="730250" marR="0" lvl="1" indent="-267970" defTabSz="914400" eaLnBrk="1" fontAlgn="auto" latinLnBrk="0" hangingPunct="1">
              <a:lnSpc>
                <a:spcPts val="2085"/>
              </a:lnSpc>
              <a:spcBef>
                <a:spcPts val="0"/>
              </a:spcBef>
              <a:spcAft>
                <a:spcPts val="0"/>
              </a:spcAft>
              <a:buClrTx/>
              <a:buSzTx/>
              <a:buFont typeface="Arial MT"/>
              <a:buChar char="•"/>
              <a:tabLst>
                <a:tab pos="730250" algn="l"/>
              </a:tabLst>
              <a:defRPr/>
            </a:pP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JavaScript</a:t>
            </a:r>
            <a:r>
              <a:rPr kumimoji="0" lang="ja-JP" altLang="en-US" sz="1800" b="0" i="0" u="none" strike="noStrike" kern="0" cap="none" spc="-6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420" normalizeH="0" baseline="0" noProof="0" dirty="0">
                <a:ln>
                  <a:noFill/>
                </a:ln>
                <a:solidFill>
                  <a:sysClr val="windowText" lastClr="000000"/>
                </a:solidFill>
                <a:effectLst/>
                <a:uLnTx/>
                <a:uFillTx/>
                <a:latin typeface="Yu Gothic"/>
                <a:cs typeface="Yu Gothic"/>
              </a:rPr>
              <a:t>は</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Living</a:t>
            </a:r>
            <a:r>
              <a:rPr kumimoji="0" lang="ja-JP" altLang="en-US" sz="1800" b="0" i="0" u="none" strike="noStrike" kern="0" cap="none" spc="-4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Standard(ES6</a:t>
            </a:r>
            <a:r>
              <a:rPr kumimoji="0" lang="ja-JP" altLang="en-US" sz="1800" b="0" i="0" u="none" strike="noStrike" kern="0" cap="none" spc="-4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はバージョンというよりスナップショット</a:t>
            </a:r>
            <a:r>
              <a:rPr kumimoji="0" lang="en-US" altLang="ja-JP" sz="18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ts val="2325"/>
              </a:lnSpc>
              <a:spcBef>
                <a:spcPts val="280"/>
              </a:spcBef>
              <a:spcAft>
                <a:spcPts val="0"/>
              </a:spcAft>
              <a:buClrTx/>
              <a:buSzTx/>
              <a:buFont typeface="Arial MT"/>
              <a:buChar char="•"/>
              <a:tabLst>
                <a:tab pos="280670" algn="l"/>
              </a:tabLst>
              <a:defRPr/>
            </a:pPr>
            <a:r>
              <a:rPr kumimoji="0" lang="ja-JP" altLang="en-US" sz="2000" b="0" i="0" u="none" strike="noStrike" kern="0" cap="none" spc="-5" normalizeH="0" baseline="0" noProof="0" dirty="0">
                <a:ln>
                  <a:noFill/>
                </a:ln>
                <a:solidFill>
                  <a:sysClr val="windowText" lastClr="000000"/>
                </a:solidFill>
                <a:effectLst/>
                <a:uLnTx/>
                <a:uFillTx/>
                <a:latin typeface="Yu Gothic"/>
                <a:cs typeface="Yu Gothic"/>
              </a:rPr>
              <a:t>開発者</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言語の生みの親やコミッター、メンテナー等も含む</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の思想の分身</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14"/>
              </a:lnSpc>
              <a:spcBef>
                <a:spcPts val="0"/>
              </a:spcBef>
              <a:spcAft>
                <a:spcPts val="0"/>
              </a:spcAft>
              <a:buClrTx/>
              <a:buSzTx/>
              <a:buFont typeface="Arial MT"/>
              <a:buChar char="•"/>
              <a:tabLst>
                <a:tab pos="73025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クラスや関数</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メソッド</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20" normalizeH="0" baseline="0" noProof="0" dirty="0">
                <a:ln>
                  <a:noFill/>
                </a:ln>
                <a:solidFill>
                  <a:sysClr val="windowText" lastClr="000000"/>
                </a:solidFill>
                <a:effectLst/>
                <a:uLnTx/>
                <a:uFillTx/>
                <a:latin typeface="Yu Gothic"/>
                <a:cs typeface="Yu Gothic"/>
              </a:rPr>
              <a:t>の設計</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90"/>
              </a:lnSpc>
              <a:spcBef>
                <a:spcPts val="0"/>
              </a:spcBef>
              <a:spcAft>
                <a:spcPts val="0"/>
              </a:spcAft>
              <a:buClrTx/>
              <a:buSzTx/>
              <a:buFont typeface="Arial MT"/>
              <a:buChar char="•"/>
              <a:tabLst>
                <a:tab pos="73025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開発手法</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(TDD</a:t>
            </a:r>
            <a:r>
              <a:rPr kumimoji="0" lang="en-US" altLang="ja-JP" sz="1800" b="0" i="0" u="none" strike="noStrike" kern="0" cap="none" spc="-3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DDD</a:t>
            </a:r>
            <a:r>
              <a:rPr kumimoji="0" lang="ja-JP" altLang="en-US" sz="1800" b="0" i="0" u="none" strike="noStrike" kern="0" cap="none" spc="-5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ts val="2325"/>
              </a:lnSpc>
              <a:spcBef>
                <a:spcPts val="285"/>
              </a:spcBef>
              <a:spcAft>
                <a:spcPts val="0"/>
              </a:spcAft>
              <a:buClrTx/>
              <a:buSzTx/>
              <a:buFont typeface="Arial MT"/>
              <a:buChar char="•"/>
              <a:tabLst>
                <a:tab pos="280670" algn="l"/>
              </a:tabLst>
              <a:defRPr/>
            </a:pP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間接的なコミュニケーションツール</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14"/>
              </a:lnSpc>
              <a:spcBef>
                <a:spcPts val="0"/>
              </a:spcBef>
              <a:spcAft>
                <a:spcPts val="0"/>
              </a:spcAft>
              <a:buClrTx/>
              <a:buSzTx/>
              <a:buFont typeface="Arial MT"/>
              <a:buChar char="•"/>
              <a:tabLst>
                <a:tab pos="73025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コードから実装意図が読み取れるのが良いコード</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ts val="2090"/>
              </a:lnSpc>
              <a:spcBef>
                <a:spcPts val="0"/>
              </a:spcBef>
              <a:spcAft>
                <a:spcPts val="0"/>
              </a:spcAft>
              <a:buClrTx/>
              <a:buSzTx/>
              <a:buFont typeface="Arial MT"/>
              <a:buChar char="•"/>
              <a:tabLst>
                <a:tab pos="73025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レビュアー、レビュイー間で要件を満たしているかをコードを見てすり合わせる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9217835"/>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言語の生死の定義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言語の生死の定義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85"/>
              </a:spcBef>
              <a:spcAft>
                <a:spcPts val="0"/>
              </a:spcAft>
              <a:buClrTx/>
              <a:buSzTx/>
              <a:buFontTx/>
              <a:buNone/>
              <a:tabLst/>
              <a:defRPr/>
            </a:pPr>
            <a:r>
              <a:rPr kumimoji="0" lang="ja-JP" altLang="en-US" sz="2800" b="1" i="0" u="none" strike="noStrike" kern="0" cap="none" spc="-40" normalizeH="0" baseline="0" noProof="0" dirty="0">
                <a:ln>
                  <a:noFill/>
                </a:ln>
                <a:solidFill>
                  <a:prstClr val="black"/>
                </a:solidFill>
                <a:effectLst/>
                <a:uLnTx/>
                <a:uFillTx/>
                <a:latin typeface="Yu Gothic"/>
                <a:ea typeface="+mn-ea"/>
              </a:rPr>
              <a:t>自然言語</a:t>
            </a:r>
            <a:endParaRPr kumimoji="0" lang="ja-JP" altLang="en-US" sz="2800" b="1" i="0" u="none" strike="noStrike" kern="0" cap="none" spc="0" normalizeH="0" baseline="0" noProof="0" dirty="0">
              <a:ln>
                <a:noFill/>
              </a:ln>
              <a:solidFill>
                <a:prstClr val="black"/>
              </a:solidFill>
              <a:effectLst/>
              <a:uLnTx/>
              <a:uFillTx/>
              <a:latin typeface="Yu Gothic"/>
              <a:ea typeface="+mn-ea"/>
            </a:endParaRPr>
          </a:p>
          <a:p>
            <a:pPr marL="12700" marR="0" lvl="0" indent="0" algn="just" defTabSz="914400" eaLnBrk="1" fontAlgn="auto" latinLnBrk="0" hangingPunct="1">
              <a:lnSpc>
                <a:spcPts val="2735"/>
              </a:lnSpc>
              <a:spcBef>
                <a:spcPts val="760"/>
              </a:spcBef>
              <a:spcAft>
                <a:spcPts val="0"/>
              </a:spcAft>
              <a:buClrTx/>
              <a:buSzTx/>
              <a:buFontTx/>
              <a:buNone/>
              <a:tabLst/>
              <a:defRPr/>
            </a:pPr>
            <a:r>
              <a:rPr kumimoji="0" lang="en-GB" sz="2400" b="0" i="1" u="none" strike="noStrike" kern="0" cap="none" spc="0" normalizeH="0" baseline="0" noProof="0" dirty="0">
                <a:ln>
                  <a:noFill/>
                </a:ln>
                <a:solidFill>
                  <a:prstClr val="black"/>
                </a:solidFill>
                <a:effectLst/>
                <a:uLnTx/>
                <a:uFillTx/>
                <a:latin typeface="Calibri"/>
                <a:ea typeface="+mn-ea"/>
                <a:cs typeface="Calibri"/>
              </a:rPr>
              <a:t>The</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true</a:t>
            </a:r>
            <a:r>
              <a:rPr kumimoji="0" lang="en-GB" sz="2400" b="0" i="1" u="none" strike="noStrike" kern="0" cap="none" spc="-6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definition</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of</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a</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dead</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language</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is</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one</a:t>
            </a:r>
            <a:r>
              <a:rPr kumimoji="0" lang="en-GB" sz="2400" b="0" i="1" u="none" strike="noStrike" kern="0" cap="none" spc="-4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that</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has</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no</a:t>
            </a:r>
            <a:r>
              <a:rPr kumimoji="0" lang="en-GB" sz="2400" b="0" i="1" u="none" strike="noStrike" kern="0" cap="none" spc="-4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native</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speakers</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10" normalizeH="0" baseline="0" noProof="0" dirty="0">
                <a:ln>
                  <a:noFill/>
                </a:ln>
                <a:solidFill>
                  <a:prstClr val="black"/>
                </a:solidFill>
                <a:effectLst/>
                <a:uLnTx/>
                <a:uFillTx/>
                <a:latin typeface="Calibri"/>
                <a:ea typeface="+mn-ea"/>
                <a:cs typeface="Calibri"/>
              </a:rPr>
              <a:t>left.</a:t>
            </a:r>
          </a:p>
          <a:p>
            <a:pPr marL="12700" marR="406400" lvl="0" indent="0" algn="just" defTabSz="914400" eaLnBrk="1" fontAlgn="auto" latinLnBrk="0" hangingPunct="1">
              <a:lnSpc>
                <a:spcPts val="2590"/>
              </a:lnSpc>
              <a:spcBef>
                <a:spcPts val="185"/>
              </a:spcBef>
              <a:spcAft>
                <a:spcPts val="0"/>
              </a:spcAft>
              <a:buClrTx/>
              <a:buSzTx/>
              <a:buFontTx/>
              <a:buNone/>
              <a:tabLst/>
              <a:defRPr/>
            </a:pPr>
            <a:r>
              <a:rPr kumimoji="0" lang="en-GB" sz="2400" b="0" i="1" u="none" strike="noStrike" kern="0" cap="none" spc="0" normalizeH="0" baseline="0" noProof="0" dirty="0">
                <a:ln>
                  <a:noFill/>
                </a:ln>
                <a:solidFill>
                  <a:prstClr val="black"/>
                </a:solidFill>
                <a:effectLst/>
                <a:uLnTx/>
                <a:uFillTx/>
                <a:latin typeface="Calibri"/>
                <a:ea typeface="+mn-ea"/>
                <a:cs typeface="Calibri"/>
              </a:rPr>
              <a:t>There</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are</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several</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different</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ways</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that</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it</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can</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happen,</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but</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the</a:t>
            </a:r>
            <a:r>
              <a:rPr kumimoji="0" lang="en-GB" sz="2400" b="0" i="1" u="none" strike="noStrike" kern="0" cap="none" spc="-4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bottom</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line</a:t>
            </a:r>
            <a:r>
              <a:rPr kumimoji="0" lang="en-GB" sz="2400" b="0" i="1" u="none" strike="noStrike" kern="0" cap="none" spc="-3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is</a:t>
            </a:r>
            <a:r>
              <a:rPr kumimoji="0" lang="en-GB" sz="2400" b="0" i="1" u="none" strike="noStrike" kern="0" cap="none" spc="-4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that</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25" normalizeH="0" baseline="0" noProof="0" dirty="0">
                <a:ln>
                  <a:noFill/>
                </a:ln>
                <a:solidFill>
                  <a:prstClr val="black"/>
                </a:solidFill>
                <a:effectLst/>
                <a:uLnTx/>
                <a:uFillTx/>
                <a:latin typeface="Calibri"/>
                <a:ea typeface="+mn-ea"/>
                <a:cs typeface="Calibri"/>
              </a:rPr>
              <a:t>if </a:t>
            </a:r>
            <a:r>
              <a:rPr kumimoji="0" lang="en-GB" sz="2400" b="0" i="1" u="none" strike="noStrike" kern="0" cap="none" spc="0" normalizeH="0" baseline="0" noProof="0" dirty="0">
                <a:ln>
                  <a:noFill/>
                </a:ln>
                <a:solidFill>
                  <a:prstClr val="black"/>
                </a:solidFill>
                <a:effectLst/>
                <a:uLnTx/>
                <a:uFillTx/>
                <a:latin typeface="Calibri"/>
                <a:ea typeface="+mn-ea"/>
                <a:cs typeface="Calibri"/>
              </a:rPr>
              <a:t>there</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is</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only</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one</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person</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left</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who</a:t>
            </a:r>
            <a:r>
              <a:rPr kumimoji="0" lang="en-GB" sz="2400" b="0" i="1" u="none" strike="noStrike" kern="0" cap="none" spc="-7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speaks</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the</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language</a:t>
            </a:r>
            <a:r>
              <a:rPr kumimoji="0" lang="en-GB" sz="2400" b="0" i="1" u="none" strike="noStrike" kern="0" cap="none" spc="-4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as</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their</a:t>
            </a:r>
            <a:r>
              <a:rPr kumimoji="0" lang="en-GB" sz="2400" b="0" i="1" u="none" strike="noStrike" kern="0" cap="none" spc="-6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native</a:t>
            </a:r>
            <a:r>
              <a:rPr kumimoji="0" lang="en-GB" sz="2400" b="0" i="1" u="none" strike="noStrike" kern="0" cap="none" spc="-5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tongue</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25" normalizeH="0" baseline="0" noProof="0" dirty="0">
                <a:ln>
                  <a:noFill/>
                </a:ln>
                <a:solidFill>
                  <a:prstClr val="black"/>
                </a:solidFill>
                <a:effectLst/>
                <a:uLnTx/>
                <a:uFillTx/>
                <a:latin typeface="Calibri"/>
                <a:ea typeface="+mn-ea"/>
                <a:cs typeface="Calibri"/>
              </a:rPr>
              <a:t>and </a:t>
            </a:r>
            <a:r>
              <a:rPr kumimoji="0" lang="en-GB" sz="2400" b="0" i="1" u="none" strike="noStrike" kern="0" cap="none" spc="0" normalizeH="0" baseline="0" noProof="0" dirty="0">
                <a:ln>
                  <a:noFill/>
                </a:ln>
                <a:solidFill>
                  <a:prstClr val="black"/>
                </a:solidFill>
                <a:effectLst/>
                <a:uLnTx/>
                <a:uFillTx/>
                <a:latin typeface="Calibri"/>
                <a:ea typeface="+mn-ea"/>
                <a:cs typeface="Calibri"/>
              </a:rPr>
              <a:t>fluently,</a:t>
            </a:r>
            <a:r>
              <a:rPr kumimoji="0" lang="en-GB" sz="2400" b="0" i="1" u="none" strike="noStrike" kern="0" cap="none" spc="-65"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then</a:t>
            </a:r>
            <a:r>
              <a:rPr kumimoji="0" lang="en-GB" sz="2400" b="0" i="1" u="none" strike="noStrike" kern="0" cap="none" spc="-7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the</a:t>
            </a:r>
            <a:r>
              <a:rPr kumimoji="0" lang="en-GB" sz="2400" b="0" i="1" u="none" strike="noStrike" kern="0" cap="none" spc="-7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language</a:t>
            </a:r>
            <a:r>
              <a:rPr kumimoji="0" lang="en-GB" sz="2400" b="0" i="1" u="none" strike="noStrike" kern="0" cap="none" spc="-60" normalizeH="0" baseline="0" noProof="0" dirty="0">
                <a:ln>
                  <a:noFill/>
                </a:ln>
                <a:solidFill>
                  <a:prstClr val="black"/>
                </a:solidFill>
                <a:effectLst/>
                <a:uLnTx/>
                <a:uFillTx/>
                <a:latin typeface="Calibri"/>
                <a:ea typeface="+mn-ea"/>
                <a:cs typeface="Calibri"/>
              </a:rPr>
              <a:t> </a:t>
            </a:r>
            <a:r>
              <a:rPr kumimoji="0" lang="en-GB" sz="2400" b="0" i="1" u="none" strike="noStrike" kern="0" cap="none" spc="0" normalizeH="0" baseline="0" noProof="0" dirty="0">
                <a:ln>
                  <a:noFill/>
                </a:ln>
                <a:solidFill>
                  <a:prstClr val="black"/>
                </a:solidFill>
                <a:effectLst/>
                <a:uLnTx/>
                <a:uFillTx/>
                <a:latin typeface="Calibri"/>
                <a:ea typeface="+mn-ea"/>
                <a:cs typeface="Calibri"/>
              </a:rPr>
              <a:t>has</a:t>
            </a:r>
            <a:r>
              <a:rPr kumimoji="0" lang="en-GB" sz="2400" b="0" i="1" u="none" strike="noStrike" kern="0" cap="none" spc="-55" normalizeH="0" baseline="0" noProof="0" dirty="0">
                <a:ln>
                  <a:noFill/>
                </a:ln>
                <a:solidFill>
                  <a:prstClr val="black"/>
                </a:solidFill>
                <a:effectLst/>
                <a:uLnTx/>
                <a:uFillTx/>
                <a:latin typeface="Calibri"/>
                <a:ea typeface="+mn-ea"/>
                <a:cs typeface="Calibri"/>
              </a:rPr>
              <a:t> </a:t>
            </a:r>
            <a:r>
              <a:rPr kumimoji="0" lang="en-GB" sz="2400" b="0" i="1" u="none" strike="noStrike" kern="0" cap="none" spc="-10" normalizeH="0" baseline="0" noProof="0" dirty="0">
                <a:ln>
                  <a:noFill/>
                </a:ln>
                <a:solidFill>
                  <a:prstClr val="black"/>
                </a:solidFill>
                <a:effectLst/>
                <a:uLnTx/>
                <a:uFillTx/>
                <a:latin typeface="Calibri"/>
                <a:ea typeface="+mn-ea"/>
                <a:cs typeface="Calibri"/>
              </a:rPr>
              <a:t>died.</a:t>
            </a:r>
          </a:p>
          <a:p>
            <a:pPr marL="12700" marR="185420" lvl="0" indent="0" algn="just" defTabSz="914400" eaLnBrk="1" fontAlgn="auto" latinLnBrk="0" hangingPunct="1">
              <a:lnSpc>
                <a:spcPct val="85400"/>
              </a:lnSpc>
              <a:spcBef>
                <a:spcPts val="1010"/>
              </a:spcBef>
              <a:spcAft>
                <a:spcPts val="0"/>
              </a:spcAft>
              <a:buClrTx/>
              <a:buSzTx/>
              <a:buFontTx/>
              <a:buNone/>
              <a:tabLst/>
              <a:defRPr/>
            </a:pPr>
            <a:r>
              <a:rPr kumimoji="0" lang="ja-JP" altLang="en-US" sz="2200" b="0" i="0" u="none" strike="noStrike" kern="0" cap="none" spc="-105" normalizeH="0" baseline="0" noProof="0" dirty="0">
                <a:ln>
                  <a:noFill/>
                </a:ln>
                <a:solidFill>
                  <a:prstClr val="black"/>
                </a:solidFill>
                <a:effectLst/>
                <a:uLnTx/>
                <a:uFillTx/>
                <a:latin typeface="Yu Gothic"/>
                <a:ea typeface="+mn-ea"/>
                <a:cs typeface="Yu Gothic"/>
              </a:rPr>
              <a:t>死語の本当の定義は母語話者が誰</a:t>
            </a:r>
            <a:r>
              <a:rPr kumimoji="0" lang="en-US" altLang="ja-JP" sz="2200" b="0" i="1" u="none" strike="noStrike" kern="0" cap="none" spc="0" normalizeH="0" baseline="0" noProof="0" dirty="0">
                <a:ln>
                  <a:noFill/>
                </a:ln>
                <a:solidFill>
                  <a:prstClr val="black"/>
                </a:solidFill>
                <a:effectLst/>
                <a:uLnTx/>
                <a:uFillTx/>
                <a:latin typeface="Calibri"/>
                <a:ea typeface="+mn-ea"/>
                <a:cs typeface="Calibri"/>
              </a:rPr>
              <a:t>1</a:t>
            </a:r>
            <a:r>
              <a:rPr kumimoji="0" lang="ja-JP" altLang="en-US" sz="2200" b="0" i="0" u="none" strike="noStrike" kern="0" cap="none" spc="-160" normalizeH="0" baseline="0" noProof="0" dirty="0">
                <a:ln>
                  <a:noFill/>
                </a:ln>
                <a:solidFill>
                  <a:prstClr val="black"/>
                </a:solidFill>
                <a:effectLst/>
                <a:uLnTx/>
                <a:uFillTx/>
                <a:latin typeface="Yu Gothic"/>
                <a:ea typeface="+mn-ea"/>
                <a:cs typeface="Yu Gothic"/>
              </a:rPr>
              <a:t>人としていなくなった言語のことを指す。それに至る</a:t>
            </a:r>
            <a:r>
              <a:rPr kumimoji="0" lang="ja-JP" altLang="en-US" sz="2200" b="0" i="0" u="none" strike="noStrike" kern="0" cap="none" spc="-150" normalizeH="0" baseline="0" noProof="0" dirty="0">
                <a:ln>
                  <a:noFill/>
                </a:ln>
                <a:solidFill>
                  <a:prstClr val="black"/>
                </a:solidFill>
                <a:effectLst/>
                <a:uLnTx/>
                <a:uFillTx/>
                <a:latin typeface="Yu Gothic"/>
                <a:ea typeface="+mn-ea"/>
                <a:cs typeface="Yu Gothic"/>
              </a:rPr>
              <a:t>までの過程はいくつか存在するが、その最低ラインは「その言語を母語として流暢に話す</a:t>
            </a:r>
            <a:r>
              <a:rPr kumimoji="0" lang="ja-JP" altLang="en-US" sz="2200" b="0" i="0" u="none" strike="noStrike" kern="0" cap="none" spc="35" normalizeH="0" baseline="0" noProof="0" dirty="0">
                <a:ln>
                  <a:noFill/>
                </a:ln>
                <a:solidFill>
                  <a:prstClr val="black"/>
                </a:solidFill>
                <a:effectLst/>
                <a:uLnTx/>
                <a:uFillTx/>
                <a:latin typeface="Yu Gothic"/>
                <a:ea typeface="+mn-ea"/>
                <a:cs typeface="Yu Gothic"/>
              </a:rPr>
              <a:t>人が </a:t>
            </a:r>
            <a:r>
              <a:rPr kumimoji="0" lang="en-US" altLang="ja-JP" sz="2200" b="0" i="1" u="none" strike="noStrike" kern="0" cap="none" spc="0" normalizeH="0" baseline="0" noProof="0" dirty="0">
                <a:ln>
                  <a:noFill/>
                </a:ln>
                <a:solidFill>
                  <a:prstClr val="black"/>
                </a:solidFill>
                <a:effectLst/>
                <a:uLnTx/>
                <a:uFillTx/>
                <a:latin typeface="Calibri"/>
                <a:ea typeface="+mn-ea"/>
                <a:cs typeface="Calibri"/>
              </a:rPr>
              <a:t>1</a:t>
            </a:r>
            <a:r>
              <a:rPr kumimoji="0" lang="ja-JP" altLang="en-US" sz="2200" b="0" i="1" u="none" strike="noStrike" kern="0" cap="none" spc="-50" normalizeH="0" baseline="0" noProof="0" dirty="0">
                <a:ln>
                  <a:noFill/>
                </a:ln>
                <a:solidFill>
                  <a:prstClr val="black"/>
                </a:solidFill>
                <a:effectLst/>
                <a:uLnTx/>
                <a:uFillTx/>
                <a:latin typeface="Calibri"/>
                <a:ea typeface="+mn-ea"/>
                <a:cs typeface="Calibri"/>
              </a:rPr>
              <a:t> </a:t>
            </a:r>
            <a:r>
              <a:rPr kumimoji="0" lang="ja-JP" altLang="en-US" sz="2200" b="0" i="0" u="none" strike="noStrike" kern="0" cap="none" spc="-125" normalizeH="0" baseline="0" noProof="0" dirty="0">
                <a:ln>
                  <a:noFill/>
                </a:ln>
                <a:solidFill>
                  <a:prstClr val="black"/>
                </a:solidFill>
                <a:effectLst/>
                <a:uLnTx/>
                <a:uFillTx/>
                <a:latin typeface="Yu Gothic"/>
                <a:ea typeface="+mn-ea"/>
                <a:cs typeface="Yu Gothic"/>
              </a:rPr>
              <a:t>人しか存在しない場合、その言語は死んでいる」と言うことだ</a:t>
            </a:r>
            <a:r>
              <a:rPr kumimoji="0" lang="ja-JP" altLang="en-US" sz="2200" b="0" i="0" u="none" strike="noStrike" kern="0" cap="none" spc="-50" normalizeH="0" baseline="0" noProof="0" dirty="0">
                <a:ln>
                  <a:noFill/>
                </a:ln>
                <a:solidFill>
                  <a:prstClr val="black"/>
                </a:solidFill>
                <a:effectLst/>
                <a:uLnTx/>
                <a:uFillTx/>
                <a:latin typeface="Yu Gothic"/>
                <a:ea typeface="+mn-ea"/>
                <a:cs typeface="Yu Gothic"/>
              </a:rPr>
              <a:t>。</a:t>
            </a:r>
            <a:endParaRPr kumimoji="0" lang="ja-JP" altLang="en-US" sz="2200" b="1" i="0" u="none" strike="noStrike" kern="0" cap="none" spc="0" normalizeH="0" baseline="0" noProof="0" dirty="0">
              <a:ln>
                <a:noFill/>
              </a:ln>
              <a:solidFill>
                <a:prstClr val="black"/>
              </a:solidFill>
              <a:effectLst/>
              <a:uLnTx/>
              <a:uFillTx/>
              <a:latin typeface="Yu Gothic"/>
              <a:ea typeface="+mn-ea"/>
              <a:cs typeface="Yu Gothic"/>
            </a:endParaRPr>
          </a:p>
          <a:p>
            <a:pPr marL="0" marR="0" lvl="0" indent="0" algn="r" defTabSz="914400" eaLnBrk="1" fontAlgn="auto" latinLnBrk="0" hangingPunct="1">
              <a:lnSpc>
                <a:spcPct val="100000"/>
              </a:lnSpc>
              <a:spcBef>
                <a:spcPts val="805"/>
              </a:spcBef>
              <a:spcAft>
                <a:spcPts val="0"/>
              </a:spcAft>
              <a:buClrTx/>
              <a:buSzTx/>
              <a:buFontTx/>
              <a:buNone/>
              <a:tabLst/>
              <a:defRPr/>
            </a:pPr>
            <a:r>
              <a:rPr kumimoji="0" lang="ja-JP" altLang="en-US" sz="1800" b="0" i="0" u="none" strike="noStrike" kern="0" cap="none" spc="0" normalizeH="0" baseline="0" noProof="0" dirty="0">
                <a:ln>
                  <a:noFill/>
                </a:ln>
                <a:solidFill>
                  <a:prstClr val="black"/>
                </a:solidFill>
                <a:effectLst/>
                <a:uLnTx/>
                <a:uFillTx/>
                <a:latin typeface="Yu Gothic"/>
                <a:ea typeface="+mn-ea"/>
                <a:cs typeface="Yu Gothic"/>
              </a:rPr>
              <a:t>出典</a:t>
            </a:r>
            <a:r>
              <a:rPr kumimoji="0" lang="en-US" altLang="ja-JP" sz="1800" b="0" i="0" u="none" strike="noStrike" kern="0" cap="none" spc="-10" normalizeH="0" baseline="0" noProof="0" dirty="0">
                <a:ln>
                  <a:noFill/>
                </a:ln>
                <a:solidFill>
                  <a:prstClr val="black"/>
                </a:solidFill>
                <a:effectLst/>
                <a:uLnTx/>
                <a:uFillTx/>
                <a:latin typeface="Calibri"/>
                <a:ea typeface="+mn-ea"/>
                <a:cs typeface="Calibri"/>
              </a:rPr>
              <a:t>: </a:t>
            </a:r>
            <a:r>
              <a:rPr kumimoji="0" lang="en-GB" sz="1800" b="0" i="0" u="none" strike="noStrike" kern="0" cap="none" spc="-10" normalizeH="0" baseline="0" noProof="0" dirty="0">
                <a:ln>
                  <a:noFill/>
                </a:ln>
                <a:solidFill>
                  <a:prstClr val="black"/>
                </a:solidFill>
                <a:effectLst/>
                <a:uLnTx/>
                <a:uFillTx/>
                <a:latin typeface="Calibri"/>
                <a:ea typeface="+mn-ea"/>
                <a:cs typeface="Calibri"/>
              </a:rPr>
              <a:t>ll.8-</a:t>
            </a:r>
            <a:r>
              <a:rPr kumimoji="0" lang="en-GB" sz="1800" b="0" i="0" u="none" strike="noStrike" kern="0" cap="none" spc="0" normalizeH="0" baseline="0" noProof="0" dirty="0">
                <a:ln>
                  <a:noFill/>
                </a:ln>
                <a:solidFill>
                  <a:prstClr val="black"/>
                </a:solidFill>
                <a:effectLst/>
                <a:uLnTx/>
                <a:uFillTx/>
                <a:latin typeface="Calibri"/>
                <a:ea typeface="+mn-ea"/>
                <a:cs typeface="Calibri"/>
              </a:rPr>
              <a:t>10</a:t>
            </a:r>
            <a:r>
              <a:rPr kumimoji="0" lang="en-GB" sz="1800" b="0" i="0" u="none" strike="noStrike" kern="0" cap="none" spc="-10" normalizeH="0" baseline="0" noProof="0" dirty="0">
                <a:ln>
                  <a:noFill/>
                </a:ln>
                <a:solidFill>
                  <a:prstClr val="black"/>
                </a:solidFill>
                <a:effectLst/>
                <a:uLnTx/>
                <a:uFillTx/>
                <a:latin typeface="Calibri"/>
                <a:ea typeface="+mn-ea"/>
                <a:cs typeface="Calibri"/>
              </a:rPr>
              <a:t>, Sarah-</a:t>
            </a:r>
            <a:r>
              <a:rPr kumimoji="0" lang="en-GB" sz="1800" b="0" i="0" u="none" strike="noStrike" kern="0" cap="none" spc="0" normalizeH="0" baseline="0" noProof="0" dirty="0">
                <a:ln>
                  <a:noFill/>
                </a:ln>
                <a:solidFill>
                  <a:prstClr val="black"/>
                </a:solidFill>
                <a:effectLst/>
                <a:uLnTx/>
                <a:uFillTx/>
                <a:latin typeface="Calibri"/>
                <a:ea typeface="+mn-ea"/>
                <a:cs typeface="Calibri"/>
              </a:rPr>
              <a:t>Claire</a:t>
            </a:r>
            <a:r>
              <a:rPr kumimoji="0" lang="en-GB" sz="1800" b="0" i="0" u="none" strike="noStrike" kern="0" cap="none" spc="-5" normalizeH="0" baseline="0" noProof="0" dirty="0">
                <a:ln>
                  <a:noFill/>
                </a:ln>
                <a:solidFill>
                  <a:prstClr val="black"/>
                </a:solidFill>
                <a:effectLst/>
                <a:uLnTx/>
                <a:uFillTx/>
                <a:latin typeface="Calibri"/>
                <a:ea typeface="+mn-ea"/>
                <a:cs typeface="Calibri"/>
              </a:rPr>
              <a:t> </a:t>
            </a:r>
            <a:r>
              <a:rPr kumimoji="0" lang="en-GB" sz="1800" b="0" i="0" u="none" strike="noStrike" kern="0" cap="none" spc="0" normalizeH="0" baseline="0" noProof="0" dirty="0">
                <a:ln>
                  <a:noFill/>
                </a:ln>
                <a:solidFill>
                  <a:prstClr val="black"/>
                </a:solidFill>
                <a:effectLst/>
                <a:uLnTx/>
                <a:uFillTx/>
                <a:latin typeface="Calibri"/>
                <a:ea typeface="+mn-ea"/>
                <a:cs typeface="Calibri"/>
              </a:rPr>
              <a:t>Jordan,</a:t>
            </a:r>
            <a:r>
              <a:rPr kumimoji="0" lang="en-GB" sz="1800" b="0" i="0" u="none" strike="noStrike" kern="0" cap="none" spc="395" normalizeH="0" baseline="0" noProof="0" dirty="0">
                <a:ln>
                  <a:noFill/>
                </a:ln>
                <a:solidFill>
                  <a:prstClr val="black"/>
                </a:solidFill>
                <a:effectLst/>
                <a:uLnTx/>
                <a:uFillTx/>
                <a:latin typeface="Calibri"/>
                <a:ea typeface="+mn-ea"/>
                <a:cs typeface="Calibri"/>
              </a:rPr>
              <a:t> </a:t>
            </a:r>
            <a:r>
              <a:rPr kumimoji="0" lang="en-GB" sz="1800" b="0" i="1" u="sng" strike="noStrike" kern="0" cap="none" spc="0" normalizeH="0" baseline="0" noProof="0" dirty="0">
                <a:ln>
                  <a:noFill/>
                </a:ln>
                <a:solidFill>
                  <a:srgbClr val="0462C1"/>
                </a:solidFill>
                <a:effectLst/>
                <a:uLnTx/>
                <a:uFill>
                  <a:solidFill>
                    <a:srgbClr val="0462C1"/>
                  </a:solidFill>
                </a:uFill>
                <a:latin typeface="Calibri"/>
                <a:ea typeface="+mn-ea"/>
                <a:cs typeface="Calibri"/>
                <a:hlinkClick r:id="rId3"/>
              </a:rPr>
              <a:t>Alpha</a:t>
            </a:r>
            <a:r>
              <a:rPr kumimoji="0" lang="en-GB" sz="1800" b="0" i="1" u="sng" strike="noStrike" kern="0" cap="none" spc="-2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GB" sz="1800" b="0" i="1" u="sng" strike="noStrike" kern="0" cap="none" spc="0" normalizeH="0" baseline="0" noProof="0" dirty="0">
                <a:ln>
                  <a:noFill/>
                </a:ln>
                <a:solidFill>
                  <a:srgbClr val="0462C1"/>
                </a:solidFill>
                <a:effectLst/>
                <a:uLnTx/>
                <a:uFill>
                  <a:solidFill>
                    <a:srgbClr val="0462C1"/>
                  </a:solidFill>
                </a:uFill>
                <a:latin typeface="Calibri"/>
                <a:ea typeface="+mn-ea"/>
                <a:cs typeface="Calibri"/>
                <a:hlinkClick r:id="rId3"/>
              </a:rPr>
              <a:t>Omega</a:t>
            </a:r>
            <a:r>
              <a:rPr kumimoji="0" lang="en-GB" sz="1800" b="0" i="1" u="sng" strike="noStrike" kern="0" cap="none" spc="-2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GB" sz="1800" b="0" i="1" u="sng" strike="noStrike" kern="0" cap="none" spc="-10" normalizeH="0" baseline="0" noProof="0" dirty="0">
                <a:ln>
                  <a:noFill/>
                </a:ln>
                <a:solidFill>
                  <a:srgbClr val="0462C1"/>
                </a:solidFill>
                <a:effectLst/>
                <a:uLnTx/>
                <a:uFill>
                  <a:solidFill>
                    <a:srgbClr val="0462C1"/>
                  </a:solidFill>
                </a:uFill>
                <a:latin typeface="Calibri"/>
                <a:ea typeface="+mn-ea"/>
                <a:cs typeface="Calibri"/>
                <a:hlinkClick r:id="rId3"/>
              </a:rPr>
              <a:t>Translations</a:t>
            </a:r>
            <a:endParaRPr kumimoji="0" lang="en-GB" sz="1800" b="1" i="0" u="none" strike="noStrike" kern="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2138517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言語の生死の定義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自然言語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40"/>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生の定義</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5" normalizeH="0" baseline="0" noProof="0" dirty="0">
                <a:ln>
                  <a:noFill/>
                </a:ln>
                <a:solidFill>
                  <a:sysClr val="windowText" lastClr="000000"/>
                </a:solidFill>
                <a:effectLst/>
                <a:uLnTx/>
                <a:uFillTx/>
                <a:latin typeface="Yu Gothic"/>
                <a:cs typeface="Yu Gothic"/>
              </a:rPr>
              <a:t>進化、変化し続けること</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300"/>
              </a:spcBef>
              <a:spcAft>
                <a:spcPts val="0"/>
              </a:spcAft>
              <a:buClrTx/>
              <a:buSzTx/>
              <a:buFont typeface="Arial MT"/>
              <a:buChar char="•"/>
              <a:tabLst>
                <a:tab pos="1179830" algn="l"/>
              </a:tabLst>
              <a:defRPr/>
            </a:pP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2</a:t>
            </a:r>
            <a:r>
              <a:rPr kumimoji="0" lang="ja-JP" altLang="en-US" sz="18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人以上の母語話者が存在する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85"/>
              </a:spcBef>
              <a:spcAft>
                <a:spcPts val="0"/>
              </a:spcAft>
              <a:buClrTx/>
              <a:buSzTx/>
              <a:buFont typeface="Arial MT"/>
              <a:buChar char="•"/>
              <a:tabLst>
                <a:tab pos="117983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母語話者間でコミュニケーションがある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75"/>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死の定義</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80"/>
              </a:spcBef>
              <a:spcAft>
                <a:spcPts val="0"/>
              </a:spcAft>
              <a:buClrTx/>
              <a:buSzTx/>
              <a:buFont typeface="Arial MT"/>
              <a:buChar char="•"/>
              <a:tabLst>
                <a:tab pos="730250" algn="l"/>
              </a:tabLst>
              <a:defRPr/>
            </a:pPr>
            <a:r>
              <a:rPr kumimoji="0" lang="ja-JP" altLang="en-US" sz="2000" b="0" i="0" u="none" strike="noStrike" kern="0" cap="none" spc="-5" normalizeH="0" baseline="0" noProof="0" dirty="0">
                <a:ln>
                  <a:noFill/>
                </a:ln>
                <a:solidFill>
                  <a:sysClr val="windowText" lastClr="000000"/>
                </a:solidFill>
                <a:effectLst/>
                <a:uLnTx/>
                <a:uFillTx/>
                <a:latin typeface="Yu Gothic"/>
                <a:cs typeface="Yu Gothic"/>
              </a:rPr>
              <a:t>進化、変化が止まった時</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309"/>
              </a:spcBef>
              <a:spcAft>
                <a:spcPts val="0"/>
              </a:spcAft>
              <a:buClrTx/>
              <a:buSzTx/>
              <a:buFont typeface="Arial MT"/>
              <a:buChar char="•"/>
              <a:tabLst>
                <a:tab pos="1179830" algn="l"/>
              </a:tabLst>
              <a:defRPr/>
            </a:pPr>
            <a:r>
              <a:rPr kumimoji="0" lang="ja-JP" altLang="en-US" sz="1800" b="0" i="0" u="none" strike="noStrike" kern="0" cap="none" spc="-20" normalizeH="0" baseline="0" noProof="0" dirty="0">
                <a:ln>
                  <a:noFill/>
                </a:ln>
                <a:solidFill>
                  <a:sysClr val="windowText" lastClr="000000"/>
                </a:solidFill>
                <a:effectLst/>
                <a:uLnTx/>
                <a:uFillTx/>
                <a:latin typeface="Yu Gothic"/>
                <a:cs typeface="Yu Gothic"/>
              </a:rPr>
              <a:t>母語話者が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1</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20" normalizeH="0" baseline="0" noProof="0" dirty="0">
                <a:ln>
                  <a:noFill/>
                </a:ln>
                <a:solidFill>
                  <a:sysClr val="windowText" lastClr="000000"/>
                </a:solidFill>
                <a:effectLst/>
                <a:uLnTx/>
                <a:uFillTx/>
                <a:latin typeface="Yu Gothic"/>
                <a:cs typeface="Yu Gothic"/>
              </a:rPr>
              <a:t>人以下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75"/>
              </a:spcBef>
              <a:spcAft>
                <a:spcPts val="0"/>
              </a:spcAft>
              <a:buClrTx/>
              <a:buSzTx/>
              <a:buFont typeface="Arial MT"/>
              <a:buChar char="•"/>
              <a:tabLst>
                <a:tab pos="117983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コミュニケーションが発生しない</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90"/>
              </a:spcBef>
              <a:spcAft>
                <a:spcPts val="0"/>
              </a:spcAft>
              <a:buClrTx/>
              <a:buSzTx/>
              <a:buFont typeface="Arial MT"/>
              <a:buChar char="•"/>
              <a:tabLst>
                <a:tab pos="1179830"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言語と私たち人間は一心同体</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0" indent="0" defTabSz="914400" eaLnBrk="1" fontAlgn="auto" latinLnBrk="0" hangingPunct="1">
              <a:lnSpc>
                <a:spcPct val="100000"/>
              </a:lnSpc>
              <a:spcBef>
                <a:spcPts val="320"/>
              </a:spcBef>
              <a:spcAft>
                <a:spcPts val="0"/>
              </a:spcAft>
              <a:buClrTx/>
              <a:buSzTx/>
              <a:buFontTx/>
              <a:buNone/>
              <a:tabLst/>
              <a:defRPr/>
            </a:pPr>
            <a:r>
              <a:rPr kumimoji="0" lang="ja-JP" altLang="en-US" sz="1600" b="0" i="0" u="none" strike="noStrike" kern="0" cap="none" spc="90"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25" normalizeH="0" baseline="0" noProof="0" dirty="0">
                <a:ln>
                  <a:noFill/>
                </a:ln>
                <a:solidFill>
                  <a:sysClr val="windowText" lastClr="000000"/>
                </a:solidFill>
                <a:effectLst/>
                <a:uLnTx/>
                <a:uFillTx/>
                <a:latin typeface="Yu Gothic"/>
                <a:cs typeface="Yu Gothic"/>
              </a:rPr>
              <a:t>一方が死ぬと他方も死ぬ</a:t>
            </a:r>
            <a:r>
              <a:rPr kumimoji="0" lang="en-US" altLang="ja-JP" sz="16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600" b="0" i="0" u="none" strike="noStrike" kern="0" cap="none" spc="-25" normalizeH="0" baseline="0" noProof="0" dirty="0">
                <a:ln>
                  <a:noFill/>
                </a:ln>
                <a:solidFill>
                  <a:sysClr val="windowText" lastClr="000000"/>
                </a:solidFill>
                <a:effectLst/>
                <a:uLnTx/>
                <a:uFillTx/>
                <a:latin typeface="Yu Gothic"/>
                <a:cs typeface="Yu Gothic"/>
              </a:rPr>
              <a:t>ピッコロと神様のような関係</a:t>
            </a:r>
            <a:r>
              <a:rPr kumimoji="0" lang="en-US" altLang="ja-JP" sz="16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600" b="0" i="0" u="none" strike="noStrike" kern="0" cap="none" spc="0" normalizeH="0" baseline="0" noProof="0" dirty="0">
              <a:ln>
                <a:noFill/>
              </a:ln>
              <a:solidFill>
                <a:sysClr val="windowText" lastClr="000000"/>
              </a:solidFill>
              <a:effectLst/>
              <a:uLnTx/>
              <a:uFillTx/>
              <a:latin typeface="Calibri"/>
              <a:cs typeface="Calibri"/>
            </a:endParaRPr>
          </a:p>
        </p:txBody>
      </p:sp>
      <p:pic>
        <p:nvPicPr>
          <p:cNvPr id="3" name="object 2">
            <a:extLst>
              <a:ext uri="{FF2B5EF4-FFF2-40B4-BE49-F238E27FC236}">
                <a16:creationId xmlns:a16="http://schemas.microsoft.com/office/drawing/2014/main" id="{8DB260A9-C329-E6B4-882C-FE7B6B220E2D}"/>
              </a:ext>
            </a:extLst>
          </p:cNvPr>
          <p:cNvPicPr/>
          <p:nvPr/>
        </p:nvPicPr>
        <p:blipFill>
          <a:blip r:embed="rId3" cstate="print"/>
          <a:stretch>
            <a:fillRect/>
          </a:stretch>
        </p:blipFill>
        <p:spPr>
          <a:xfrm>
            <a:off x="6969252" y="1825625"/>
            <a:ext cx="4384548" cy="3317748"/>
          </a:xfrm>
          <a:prstGeom prst="rect">
            <a:avLst/>
          </a:prstGeom>
        </p:spPr>
      </p:pic>
    </p:spTree>
    <p:extLst>
      <p:ext uri="{BB962C8B-B14F-4D97-AF65-F5344CB8AC3E}">
        <p14:creationId xmlns:p14="http://schemas.microsoft.com/office/powerpoint/2010/main" val="1160043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言語の生死の定義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330"/>
              </a:spcBef>
              <a:spcAft>
                <a:spcPts val="0"/>
              </a:spcAft>
              <a:buClrTx/>
              <a:buSzTx/>
              <a:buFontTx/>
              <a:buNone/>
              <a:tabLst/>
              <a:defRPr/>
            </a:pPr>
            <a:r>
              <a:rPr kumimoji="0" lang="ja-JP" altLang="en-US" sz="2400" b="1" i="0" u="none" strike="noStrike" kern="0" cap="none" spc="-10" normalizeH="0" baseline="0" noProof="0" dirty="0">
                <a:ln>
                  <a:noFill/>
                </a:ln>
                <a:solidFill>
                  <a:prstClr val="black"/>
                </a:solidFill>
                <a:effectLst/>
                <a:uLnTx/>
                <a:uFillTx/>
                <a:latin typeface="Yu Gothic"/>
                <a:ea typeface="+mn-ea"/>
              </a:rPr>
              <a:t>プログラミング言語</a:t>
            </a:r>
          </a:p>
          <a:p>
            <a:pPr marL="12700" marR="0" lvl="0" indent="0" defTabSz="914400" eaLnBrk="1" fontAlgn="auto" latinLnBrk="0" hangingPunct="1">
              <a:lnSpc>
                <a:spcPts val="2245"/>
              </a:lnSpc>
              <a:spcBef>
                <a:spcPts val="215"/>
              </a:spcBef>
              <a:spcAft>
                <a:spcPts val="0"/>
              </a:spcAft>
              <a:buClrTx/>
              <a:buSzTx/>
              <a:buFontTx/>
              <a:buNone/>
              <a:tabLst/>
              <a:defRPr/>
            </a:pPr>
            <a:r>
              <a:rPr kumimoji="0" lang="en-GB" sz="2200" b="0" i="1" u="none" strike="noStrike" kern="0" cap="none" spc="0" normalizeH="0" baseline="0" noProof="0" dirty="0">
                <a:ln>
                  <a:noFill/>
                </a:ln>
                <a:solidFill>
                  <a:prstClr val="black"/>
                </a:solidFill>
                <a:effectLst/>
                <a:uLnTx/>
                <a:uFillTx/>
                <a:latin typeface="Calibri"/>
                <a:ea typeface="+mn-ea"/>
                <a:cs typeface="Calibri"/>
              </a:rPr>
              <a:t>There</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are</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only</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two</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kinds</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of</a:t>
            </a:r>
            <a:r>
              <a:rPr kumimoji="0" lang="en-GB" sz="2200" b="0" i="1" u="none" strike="noStrike" kern="0" cap="none" spc="-1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languages:</a:t>
            </a:r>
            <a:r>
              <a:rPr kumimoji="0" lang="en-GB" sz="2200" b="0" i="1" u="none" strike="noStrike" kern="0" cap="none" spc="-4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the</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ones</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people</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complain</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about</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and</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the</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20" normalizeH="0" baseline="0" noProof="0" dirty="0">
                <a:ln>
                  <a:noFill/>
                </a:ln>
                <a:solidFill>
                  <a:prstClr val="black"/>
                </a:solidFill>
                <a:effectLst/>
                <a:uLnTx/>
                <a:uFillTx/>
                <a:latin typeface="Calibri"/>
                <a:ea typeface="+mn-ea"/>
                <a:cs typeface="Calibri"/>
              </a:rPr>
              <a:t>ones</a:t>
            </a:r>
            <a:endParaRPr kumimoji="0" lang="en-GB" sz="2200" b="1" i="0" u="none" strike="noStrike" kern="0" cap="none" spc="0" normalizeH="0" baseline="0" noProof="0" dirty="0">
              <a:ln>
                <a:noFill/>
              </a:ln>
              <a:solidFill>
                <a:prstClr val="black"/>
              </a:solidFill>
              <a:effectLst/>
              <a:uLnTx/>
              <a:uFillTx/>
              <a:latin typeface="Calibri"/>
              <a:ea typeface="+mn-ea"/>
              <a:cs typeface="Calibri"/>
            </a:endParaRPr>
          </a:p>
          <a:p>
            <a:pPr marL="12700" marR="0" lvl="0" indent="0" defTabSz="914400" eaLnBrk="1" fontAlgn="auto" latinLnBrk="0" hangingPunct="1">
              <a:lnSpc>
                <a:spcPts val="2245"/>
              </a:lnSpc>
              <a:spcBef>
                <a:spcPts val="0"/>
              </a:spcBef>
              <a:spcAft>
                <a:spcPts val="0"/>
              </a:spcAft>
              <a:buClrTx/>
              <a:buSzTx/>
              <a:buFontTx/>
              <a:buNone/>
              <a:tabLst/>
              <a:defRPr/>
            </a:pPr>
            <a:r>
              <a:rPr kumimoji="0" lang="en-GB" sz="2200" b="0" i="1" u="none" strike="noStrike" kern="0" cap="none" spc="0" normalizeH="0" baseline="0" noProof="0" dirty="0">
                <a:ln>
                  <a:noFill/>
                </a:ln>
                <a:solidFill>
                  <a:prstClr val="black"/>
                </a:solidFill>
                <a:effectLst/>
                <a:uLnTx/>
                <a:uFillTx/>
                <a:latin typeface="Calibri"/>
                <a:ea typeface="+mn-ea"/>
                <a:cs typeface="Calibri"/>
              </a:rPr>
              <a:t>nobody</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uses.</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Bjarne</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Stroustrup,</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creator</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of</a:t>
            </a:r>
            <a:r>
              <a:rPr kumimoji="0" lang="en-GB" sz="2200" b="0" i="1" u="none" strike="noStrike" kern="0" cap="none" spc="-20" normalizeH="0" baseline="0" noProof="0" dirty="0">
                <a:ln>
                  <a:noFill/>
                </a:ln>
                <a:solidFill>
                  <a:prstClr val="black"/>
                </a:solidFill>
                <a:effectLst/>
                <a:uLnTx/>
                <a:uFillTx/>
                <a:latin typeface="Calibri"/>
                <a:ea typeface="+mn-ea"/>
                <a:cs typeface="Calibri"/>
              </a:rPr>
              <a:t> C++.</a:t>
            </a:r>
            <a:endParaRPr kumimoji="0" lang="en-GB" sz="2200" b="1" i="0" u="none" strike="noStrike" kern="0" cap="none" spc="0" normalizeH="0" baseline="0" noProof="0" dirty="0">
              <a:ln>
                <a:noFill/>
              </a:ln>
              <a:solidFill>
                <a:prstClr val="black"/>
              </a:solidFill>
              <a:effectLst/>
              <a:uLnTx/>
              <a:uFillTx/>
              <a:latin typeface="Calibri"/>
              <a:ea typeface="+mn-ea"/>
              <a:cs typeface="Calibri"/>
            </a:endParaRPr>
          </a:p>
          <a:p>
            <a:pPr marL="12700" marR="0" lvl="0" indent="0" defTabSz="914400" eaLnBrk="1" fontAlgn="auto" latinLnBrk="0" hangingPunct="1">
              <a:lnSpc>
                <a:spcPts val="2245"/>
              </a:lnSpc>
              <a:spcBef>
                <a:spcPts val="204"/>
              </a:spcBef>
              <a:spcAft>
                <a:spcPts val="0"/>
              </a:spcAft>
              <a:buClrTx/>
              <a:buSzTx/>
              <a:buFontTx/>
              <a:buNone/>
              <a:tabLst/>
              <a:defRPr/>
            </a:pPr>
            <a:r>
              <a:rPr kumimoji="0" lang="en-GB" sz="2200" b="0" i="1" u="none" strike="noStrike" kern="0" cap="none" spc="0" normalizeH="0" baseline="0" noProof="0" dirty="0">
                <a:ln>
                  <a:noFill/>
                </a:ln>
                <a:solidFill>
                  <a:prstClr val="black"/>
                </a:solidFill>
                <a:effectLst/>
                <a:uLnTx/>
                <a:uFillTx/>
                <a:latin typeface="Calibri"/>
                <a:ea typeface="+mn-ea"/>
                <a:cs typeface="Calibri"/>
              </a:rPr>
              <a:t>Be</a:t>
            </a:r>
            <a:r>
              <a:rPr kumimoji="0" lang="en-GB" sz="2200" b="0" i="1" u="none" strike="noStrike" kern="0" cap="none" spc="-1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it</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because</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nobody</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is</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using</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it,</a:t>
            </a:r>
            <a:r>
              <a:rPr kumimoji="0" lang="en-GB" sz="2200" b="0" i="1" u="none" strike="noStrike" kern="0" cap="none" spc="-1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nobody</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is</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hiring</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for</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it,</a:t>
            </a:r>
            <a:r>
              <a:rPr kumimoji="0" lang="en-GB" sz="2200" b="0" i="1" u="none" strike="noStrike" kern="0" cap="none" spc="-1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or</a:t>
            </a:r>
            <a:r>
              <a:rPr kumimoji="0" lang="en-GB" sz="2200" b="0" i="1" u="none" strike="noStrike" kern="0" cap="none" spc="-1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nobody</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is</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talking</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about</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it</a:t>
            </a:r>
            <a:r>
              <a:rPr kumimoji="0" lang="en-GB" sz="2200" b="0" i="1" u="none" strike="noStrike" kern="0" cap="none" spc="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t>
            </a:r>
            <a:r>
              <a:rPr kumimoji="0" lang="en-GB" sz="2200" b="0" i="1" u="none" strike="noStrike" kern="0" cap="none" spc="-10" normalizeH="0" baseline="0" noProof="0" dirty="0">
                <a:ln>
                  <a:noFill/>
                </a:ln>
                <a:solidFill>
                  <a:prstClr val="black"/>
                </a:solidFill>
                <a:effectLst/>
                <a:uLnTx/>
                <a:uFillTx/>
                <a:latin typeface="Calibri"/>
                <a:ea typeface="+mn-ea"/>
                <a:cs typeface="Calibri"/>
              </a:rPr>
              <a:t> based</a:t>
            </a:r>
            <a:endParaRPr kumimoji="0" lang="en-GB" sz="2200" b="1" i="0" u="none" strike="noStrike" kern="0" cap="none" spc="0" normalizeH="0" baseline="0" noProof="0" dirty="0">
              <a:ln>
                <a:noFill/>
              </a:ln>
              <a:solidFill>
                <a:prstClr val="black"/>
              </a:solidFill>
              <a:effectLst/>
              <a:uLnTx/>
              <a:uFillTx/>
              <a:latin typeface="Calibri"/>
              <a:ea typeface="+mn-ea"/>
              <a:cs typeface="Calibri"/>
            </a:endParaRPr>
          </a:p>
          <a:p>
            <a:pPr marL="12700" marR="1054735" lvl="0" indent="0" defTabSz="914400" eaLnBrk="1" fontAlgn="auto" latinLnBrk="0" hangingPunct="1">
              <a:lnSpc>
                <a:spcPct val="70000"/>
              </a:lnSpc>
              <a:spcBef>
                <a:spcPts val="395"/>
              </a:spcBef>
              <a:spcAft>
                <a:spcPts val="0"/>
              </a:spcAft>
              <a:buClrTx/>
              <a:buSzTx/>
              <a:buFontTx/>
              <a:buNone/>
              <a:tabLst/>
              <a:defRPr/>
            </a:pPr>
            <a:r>
              <a:rPr kumimoji="0" lang="en-GB" sz="2200" b="0" i="1" u="none" strike="noStrike" kern="0" cap="none" spc="0" normalizeH="0" baseline="0" noProof="0" dirty="0">
                <a:ln>
                  <a:noFill/>
                </a:ln>
                <a:solidFill>
                  <a:prstClr val="black"/>
                </a:solidFill>
                <a:effectLst/>
                <a:uLnTx/>
                <a:uFillTx/>
                <a:latin typeface="Calibri"/>
                <a:ea typeface="+mn-ea"/>
                <a:cs typeface="Calibri"/>
              </a:rPr>
              <a:t>on</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the</a:t>
            </a:r>
            <a:r>
              <a:rPr kumimoji="0" lang="en-GB" sz="2200" b="0" i="1" u="none" strike="noStrike" kern="0" cap="none" spc="-2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level</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of</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community</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engagement,</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the</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job</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market,</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and</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overall</a:t>
            </a:r>
            <a:r>
              <a:rPr kumimoji="0" lang="en-GB" sz="2200" b="0" i="1" u="none" strike="noStrike" kern="0" cap="none" spc="-5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growth</a:t>
            </a:r>
            <a:r>
              <a:rPr kumimoji="0" lang="en-GB" sz="2200" b="0" i="1" u="none" strike="noStrike" kern="0" cap="none" spc="-3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t>
            </a:r>
            <a:r>
              <a:rPr kumimoji="0" lang="en-GB" sz="2200" b="0" i="1" u="none" strike="noStrike" kern="0" cap="none" spc="-25" normalizeH="0" baseline="0" noProof="0" dirty="0">
                <a:ln>
                  <a:noFill/>
                </a:ln>
                <a:solidFill>
                  <a:prstClr val="black"/>
                </a:solidFill>
                <a:effectLst/>
                <a:uLnTx/>
                <a:uFillTx/>
                <a:latin typeface="Calibri"/>
                <a:ea typeface="+mn-ea"/>
                <a:cs typeface="Calibri"/>
              </a:rPr>
              <a:t> </a:t>
            </a:r>
            <a:r>
              <a:rPr kumimoji="0" lang="en-GB" sz="2200" b="0" i="1" u="none" strike="noStrike" kern="0" cap="none" spc="-20" normalizeH="0" baseline="0" noProof="0" dirty="0">
                <a:ln>
                  <a:noFill/>
                </a:ln>
                <a:solidFill>
                  <a:prstClr val="black"/>
                </a:solidFill>
                <a:effectLst/>
                <a:uLnTx/>
                <a:uFillTx/>
                <a:latin typeface="Calibri"/>
                <a:ea typeface="+mn-ea"/>
                <a:cs typeface="Calibri"/>
              </a:rPr>
              <a:t>some </a:t>
            </a:r>
            <a:r>
              <a:rPr kumimoji="0" lang="en-GB" sz="2200" b="0" i="1" u="none" strike="noStrike" kern="0" cap="none" spc="0" normalizeH="0" baseline="0" noProof="0" dirty="0">
                <a:ln>
                  <a:noFill/>
                </a:ln>
                <a:solidFill>
                  <a:prstClr val="black"/>
                </a:solidFill>
                <a:effectLst/>
                <a:uLnTx/>
                <a:uFillTx/>
                <a:latin typeface="Calibri"/>
                <a:ea typeface="+mn-ea"/>
                <a:cs typeface="Calibri"/>
              </a:rPr>
              <a:t>languages</a:t>
            </a:r>
            <a:r>
              <a:rPr kumimoji="0" lang="en-GB" sz="2200" b="0" i="1" u="none" strike="noStrike" kern="0" cap="none" spc="-6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just</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aren't</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worth</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your</a:t>
            </a:r>
            <a:r>
              <a:rPr kumimoji="0" lang="en-GB" sz="2200" b="0" i="1" u="none" strike="noStrike" kern="0" cap="none" spc="-40" normalizeH="0" baseline="0" noProof="0" dirty="0">
                <a:ln>
                  <a:noFill/>
                </a:ln>
                <a:solidFill>
                  <a:prstClr val="black"/>
                </a:solidFill>
                <a:effectLst/>
                <a:uLnTx/>
                <a:uFillTx/>
                <a:latin typeface="Calibri"/>
                <a:ea typeface="+mn-ea"/>
                <a:cs typeface="Calibri"/>
              </a:rPr>
              <a:t> </a:t>
            </a:r>
            <a:r>
              <a:rPr kumimoji="0" lang="en-GB" sz="2200" b="0" i="1" u="none" strike="noStrike" kern="0" cap="none" spc="0" normalizeH="0" baseline="0" noProof="0" dirty="0">
                <a:ln>
                  <a:noFill/>
                </a:ln>
                <a:solidFill>
                  <a:prstClr val="black"/>
                </a:solidFill>
                <a:effectLst/>
                <a:uLnTx/>
                <a:uFillTx/>
                <a:latin typeface="Calibri"/>
                <a:ea typeface="+mn-ea"/>
                <a:cs typeface="Calibri"/>
              </a:rPr>
              <a:t>time</a:t>
            </a:r>
            <a:r>
              <a:rPr kumimoji="0" lang="en-GB" sz="2200" b="0" i="1" u="none" strike="noStrike" kern="0" cap="none" spc="-35" normalizeH="0" baseline="0" noProof="0" dirty="0">
                <a:ln>
                  <a:noFill/>
                </a:ln>
                <a:solidFill>
                  <a:prstClr val="black"/>
                </a:solidFill>
                <a:effectLst/>
                <a:uLnTx/>
                <a:uFillTx/>
                <a:latin typeface="Calibri"/>
                <a:ea typeface="+mn-ea"/>
                <a:cs typeface="Calibri"/>
              </a:rPr>
              <a:t> </a:t>
            </a:r>
            <a:r>
              <a:rPr kumimoji="0" lang="en-GB" sz="2200" b="0" i="1" u="none" strike="noStrike" kern="0" cap="none" spc="-10" normalizeH="0" baseline="0" noProof="0" dirty="0">
                <a:ln>
                  <a:noFill/>
                </a:ln>
                <a:solidFill>
                  <a:prstClr val="black"/>
                </a:solidFill>
                <a:effectLst/>
                <a:uLnTx/>
                <a:uFillTx/>
                <a:latin typeface="Calibri"/>
                <a:ea typeface="+mn-ea"/>
                <a:cs typeface="Calibri"/>
              </a:rPr>
              <a:t>anymore.</a:t>
            </a:r>
            <a:endParaRPr kumimoji="0" lang="en-GB" sz="2200" b="1" i="0" u="none" strike="noStrike" kern="0" cap="none" spc="0" normalizeH="0" baseline="0" noProof="0" dirty="0">
              <a:ln>
                <a:noFill/>
              </a:ln>
              <a:solidFill>
                <a:prstClr val="black"/>
              </a:solidFill>
              <a:effectLst/>
              <a:uLnTx/>
              <a:uFillTx/>
              <a:latin typeface="Calibri"/>
              <a:ea typeface="+mn-ea"/>
              <a:cs typeface="Calibri"/>
            </a:endParaRPr>
          </a:p>
          <a:p>
            <a:pPr marL="12700" marR="124460" lvl="0" indent="0" defTabSz="914400" eaLnBrk="1" fontAlgn="auto" latinLnBrk="0" hangingPunct="1">
              <a:lnSpc>
                <a:spcPts val="2280"/>
              </a:lnSpc>
              <a:spcBef>
                <a:spcPts val="955"/>
              </a:spcBef>
              <a:spcAft>
                <a:spcPts val="0"/>
              </a:spcAft>
              <a:buClrTx/>
              <a:buSzTx/>
              <a:buFontTx/>
              <a:buNone/>
              <a:tabLst/>
              <a:defRPr/>
            </a:pP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プログラミング言語には </a:t>
            </a:r>
            <a:r>
              <a:rPr kumimoji="0" lang="en-US" altLang="ja-JP" sz="1900" b="0" i="1" u="none" strike="noStrike" kern="0" cap="none" spc="0" normalizeH="0" baseline="0" noProof="0" dirty="0">
                <a:ln>
                  <a:noFill/>
                </a:ln>
                <a:solidFill>
                  <a:prstClr val="black"/>
                </a:solidFill>
                <a:effectLst/>
                <a:uLnTx/>
                <a:uFillTx/>
                <a:latin typeface="Calibri"/>
                <a:ea typeface="+mn-ea"/>
                <a:cs typeface="Calibri"/>
              </a:rPr>
              <a:t>2</a:t>
            </a:r>
            <a:r>
              <a:rPr kumimoji="0" lang="ja-JP" altLang="en-US" sz="1900" b="0" i="1" u="none" strike="noStrike" kern="0" cap="none" spc="-15" normalizeH="0" baseline="0" noProof="0" dirty="0">
                <a:ln>
                  <a:noFill/>
                </a:ln>
                <a:solidFill>
                  <a:prstClr val="black"/>
                </a:solidFill>
                <a:effectLst/>
                <a:uLnTx/>
                <a:uFillTx/>
                <a:latin typeface="Calibri"/>
                <a:ea typeface="+mn-ea"/>
                <a:cs typeface="Calibri"/>
              </a:rPr>
              <a:t> </a:t>
            </a: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種類しか存在しない。それは、人々が文句をつけるプログラミング言語と誰も使わないプログラミング言語だ</a:t>
            </a:r>
            <a:r>
              <a:rPr kumimoji="0" lang="en-US" altLang="ja-JP" sz="1900" b="0" i="1" u="none" strike="noStrike" kern="0" cap="none" spc="0" normalizeH="0" baseline="0" noProof="0" dirty="0">
                <a:ln>
                  <a:noFill/>
                </a:ln>
                <a:solidFill>
                  <a:prstClr val="black"/>
                </a:solidFill>
                <a:effectLst/>
                <a:uLnTx/>
                <a:uFillTx/>
                <a:latin typeface="Calibri"/>
                <a:ea typeface="+mn-ea"/>
                <a:cs typeface="Calibri"/>
              </a:rPr>
              <a:t>(</a:t>
            </a:r>
            <a:r>
              <a:rPr kumimoji="0" lang="en-GB" sz="1900" b="0" i="1" u="none" strike="noStrike" kern="0" cap="none" spc="0" normalizeH="0" baseline="0" noProof="0" dirty="0">
                <a:ln>
                  <a:noFill/>
                </a:ln>
                <a:solidFill>
                  <a:prstClr val="black"/>
                </a:solidFill>
                <a:effectLst/>
                <a:uLnTx/>
                <a:uFillTx/>
                <a:latin typeface="Calibri"/>
                <a:ea typeface="+mn-ea"/>
                <a:cs typeface="Calibri"/>
              </a:rPr>
              <a:t>C</a:t>
            </a:r>
            <a:r>
              <a:rPr kumimoji="0" lang="en-GB" sz="1900" b="0" i="1" u="none" strike="noStrike" kern="0" cap="none" spc="15" normalizeH="0" baseline="0" noProof="0" dirty="0">
                <a:ln>
                  <a:noFill/>
                </a:ln>
                <a:solidFill>
                  <a:prstClr val="black"/>
                </a:solidFill>
                <a:effectLst/>
                <a:uLnTx/>
                <a:uFillTx/>
                <a:latin typeface="Calibri"/>
                <a:ea typeface="+mn-ea"/>
                <a:cs typeface="Calibri"/>
              </a:rPr>
              <a:t>++ </a:t>
            </a:r>
            <a:r>
              <a:rPr kumimoji="0" lang="ja-JP" altLang="en-US" sz="2000" b="0" i="0" u="none" strike="noStrike" kern="0" cap="none" spc="-125" normalizeH="0" baseline="0" noProof="0" dirty="0">
                <a:ln>
                  <a:noFill/>
                </a:ln>
                <a:solidFill>
                  <a:prstClr val="black"/>
                </a:solidFill>
                <a:effectLst/>
                <a:uLnTx/>
                <a:uFillTx/>
                <a:latin typeface="Yu Gothic"/>
                <a:ea typeface="+mn-ea"/>
                <a:cs typeface="Yu Gothic"/>
              </a:rPr>
              <a:t>の生みの親ビャーネ・ストロヴストルップ談</a:t>
            </a:r>
            <a:r>
              <a:rPr kumimoji="0" lang="en-US" altLang="ja-JP" sz="1900" b="0" i="1" u="none" strike="noStrike" kern="0" cap="none" spc="-10" normalizeH="0" baseline="0" noProof="0" dirty="0">
                <a:ln>
                  <a:noFill/>
                </a:ln>
                <a:solidFill>
                  <a:prstClr val="black"/>
                </a:solidFill>
                <a:effectLst/>
                <a:uLnTx/>
                <a:uFillTx/>
                <a:latin typeface="Calibri"/>
                <a:ea typeface="+mn-ea"/>
                <a:cs typeface="Calibri"/>
              </a:rPr>
              <a:t>)</a:t>
            </a:r>
            <a:r>
              <a:rPr kumimoji="0" lang="ja-JP" altLang="en-US" sz="2000" b="0" i="0" u="none" strike="noStrike" kern="0" cap="none" spc="-50" normalizeH="0" baseline="0" noProof="0" dirty="0">
                <a:ln>
                  <a:noFill/>
                </a:ln>
                <a:solidFill>
                  <a:prstClr val="black"/>
                </a:solidFill>
                <a:effectLst/>
                <a:uLnTx/>
                <a:uFillTx/>
                <a:latin typeface="Yu Gothic"/>
                <a:ea typeface="+mn-ea"/>
                <a:cs typeface="Yu Gothic"/>
              </a:rPr>
              <a:t>。</a:t>
            </a:r>
            <a:endParaRPr kumimoji="0" lang="ja-JP" altLang="en-US" sz="2000" b="1" i="0" u="none" strike="noStrike" kern="0" cap="none" spc="0" normalizeH="0" baseline="0" noProof="0" dirty="0">
              <a:ln>
                <a:noFill/>
              </a:ln>
              <a:solidFill>
                <a:prstClr val="black"/>
              </a:solidFill>
              <a:effectLst/>
              <a:uLnTx/>
              <a:uFillTx/>
              <a:latin typeface="Yu Gothic"/>
              <a:ea typeface="+mn-ea"/>
              <a:cs typeface="Yu Gothic"/>
            </a:endParaRPr>
          </a:p>
          <a:p>
            <a:pPr marL="12700" marR="63500" lvl="0" indent="0" defTabSz="914400" eaLnBrk="1" fontAlgn="auto" latinLnBrk="0" hangingPunct="1">
              <a:lnSpc>
                <a:spcPct val="95000"/>
              </a:lnSpc>
              <a:spcBef>
                <a:spcPts val="940"/>
              </a:spcBef>
              <a:spcAft>
                <a:spcPts val="0"/>
              </a:spcAft>
              <a:buClrTx/>
              <a:buSzTx/>
              <a:buFontTx/>
              <a:buNone/>
              <a:tabLst/>
              <a:defRPr/>
            </a:pP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今この瞬間に</a:t>
            </a:r>
            <a:r>
              <a:rPr kumimoji="0" lang="en-US" altLang="ja-JP" sz="1900" b="0" i="1" u="none" strike="noStrike" kern="0" cap="none" spc="-10" normalizeH="0" baseline="0" noProof="0" dirty="0">
                <a:ln>
                  <a:noFill/>
                </a:ln>
                <a:solidFill>
                  <a:prstClr val="black"/>
                </a:solidFill>
                <a:effectLst/>
                <a:uLnTx/>
                <a:uFillTx/>
                <a:latin typeface="Calibri"/>
                <a:ea typeface="+mn-ea"/>
                <a:cs typeface="Calibri"/>
              </a:rPr>
              <a:t>(</a:t>
            </a: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コミュニティへの貢献や労働市場、総合的な成長性の水準に基づいて</a:t>
            </a:r>
            <a:r>
              <a:rPr kumimoji="0" lang="en-US" altLang="ja-JP" sz="1900" b="0" i="1" u="none" strike="noStrike" kern="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それを使っ</a:t>
            </a:r>
            <a:r>
              <a:rPr kumimoji="0" lang="ja-JP" altLang="en-US" sz="2000" b="0" i="0" u="none" strike="noStrike" kern="0" cap="none" spc="-125" normalizeH="0" baseline="0" noProof="0" dirty="0">
                <a:ln>
                  <a:noFill/>
                </a:ln>
                <a:solidFill>
                  <a:prstClr val="black"/>
                </a:solidFill>
                <a:effectLst/>
                <a:uLnTx/>
                <a:uFillTx/>
                <a:latin typeface="Yu Gothic"/>
                <a:ea typeface="+mn-ea"/>
                <a:cs typeface="Yu Gothic"/>
              </a:rPr>
              <a:t>ていないという理由であろうと、それを使える人を雇っていないという理由であろうと、それが全く俎上に上がっていないという理由であろうと、もはや単純に時間を費やす価値のないプログ</a:t>
            </a:r>
            <a:r>
              <a:rPr kumimoji="0" lang="ja-JP" altLang="en-US" sz="2000" b="0" i="0" u="none" strike="noStrike" kern="0" cap="none" spc="-120" normalizeH="0" baseline="0" noProof="0" dirty="0">
                <a:ln>
                  <a:noFill/>
                </a:ln>
                <a:solidFill>
                  <a:prstClr val="black"/>
                </a:solidFill>
                <a:effectLst/>
                <a:uLnTx/>
                <a:uFillTx/>
                <a:latin typeface="Yu Gothic"/>
                <a:ea typeface="+mn-ea"/>
                <a:cs typeface="Yu Gothic"/>
              </a:rPr>
              <a:t>ラミング言語もあるのだ。</a:t>
            </a:r>
            <a:endParaRPr kumimoji="0" lang="ja-JP" altLang="en-US" sz="2000" b="1" i="0" u="none" strike="noStrike" kern="0" cap="none" spc="0" normalizeH="0" baseline="0" noProof="0" dirty="0">
              <a:ln>
                <a:noFill/>
              </a:ln>
              <a:solidFill>
                <a:prstClr val="black"/>
              </a:solidFill>
              <a:effectLst/>
              <a:uLnTx/>
              <a:uFillTx/>
              <a:latin typeface="Yu Gothic"/>
              <a:ea typeface="+mn-ea"/>
              <a:cs typeface="Yu Gothic"/>
            </a:endParaRPr>
          </a:p>
          <a:p>
            <a:pPr marL="0" marR="5080" lvl="0" indent="0" algn="r" defTabSz="914400" eaLnBrk="1" fontAlgn="auto" latinLnBrk="0" hangingPunct="1">
              <a:lnSpc>
                <a:spcPct val="100000"/>
              </a:lnSpc>
              <a:spcBef>
                <a:spcPts val="459"/>
              </a:spcBef>
              <a:spcAft>
                <a:spcPts val="0"/>
              </a:spcAft>
              <a:buClrTx/>
              <a:buSzTx/>
              <a:buFontTx/>
              <a:buNone/>
              <a:tabLst/>
              <a:defRPr/>
            </a:pPr>
            <a:r>
              <a:rPr kumimoji="0" lang="ja-JP" altLang="en-US" sz="1800" b="0" i="0" u="none" strike="noStrike" kern="0" cap="none" spc="0" normalizeH="0" baseline="0" noProof="0" dirty="0">
                <a:ln>
                  <a:noFill/>
                </a:ln>
                <a:solidFill>
                  <a:prstClr val="black"/>
                </a:solidFill>
                <a:effectLst/>
                <a:uLnTx/>
                <a:uFillTx/>
                <a:latin typeface="Yu Gothic"/>
                <a:ea typeface="+mn-ea"/>
                <a:cs typeface="Yu Gothic"/>
              </a:rPr>
              <a:t>出典</a:t>
            </a:r>
            <a:r>
              <a:rPr kumimoji="0" lang="en-US" altLang="ja-JP" sz="1800" b="0" i="0" u="none" strike="noStrike" kern="0" cap="none" spc="-10" normalizeH="0" baseline="0" noProof="0" dirty="0">
                <a:ln>
                  <a:noFill/>
                </a:ln>
                <a:solidFill>
                  <a:prstClr val="black"/>
                </a:solidFill>
                <a:effectLst/>
                <a:uLnTx/>
                <a:uFillTx/>
                <a:latin typeface="Calibri"/>
                <a:ea typeface="+mn-ea"/>
                <a:cs typeface="Calibri"/>
              </a:rPr>
              <a:t>: </a:t>
            </a:r>
            <a:r>
              <a:rPr kumimoji="0" lang="en-GB" sz="1800" b="0" i="0" u="none" strike="noStrike" kern="0" cap="none" spc="-10" normalizeH="0" baseline="0" noProof="0" dirty="0">
                <a:ln>
                  <a:noFill/>
                </a:ln>
                <a:solidFill>
                  <a:prstClr val="black"/>
                </a:solidFill>
                <a:effectLst/>
                <a:uLnTx/>
                <a:uFillTx/>
                <a:latin typeface="Calibri"/>
                <a:ea typeface="+mn-ea"/>
                <a:cs typeface="Calibri"/>
              </a:rPr>
              <a:t>ll.9-</a:t>
            </a:r>
            <a:r>
              <a:rPr kumimoji="0" lang="en-GB" sz="1800" b="0" i="0" u="none" strike="noStrike" kern="0" cap="none" spc="0" normalizeH="0" baseline="0" noProof="0" dirty="0">
                <a:ln>
                  <a:noFill/>
                </a:ln>
                <a:solidFill>
                  <a:prstClr val="black"/>
                </a:solidFill>
                <a:effectLst/>
                <a:uLnTx/>
                <a:uFillTx/>
                <a:latin typeface="Calibri"/>
                <a:ea typeface="+mn-ea"/>
                <a:cs typeface="Calibri"/>
              </a:rPr>
              <a:t>15,</a:t>
            </a:r>
            <a:r>
              <a:rPr kumimoji="0" lang="en-GB" sz="1800" b="0" i="0" u="none" strike="noStrike" kern="0" cap="none" spc="-20" normalizeH="0" baseline="0" noProof="0" dirty="0">
                <a:ln>
                  <a:noFill/>
                </a:ln>
                <a:solidFill>
                  <a:prstClr val="black"/>
                </a:solidFill>
                <a:effectLst/>
                <a:uLnTx/>
                <a:uFillTx/>
                <a:latin typeface="Calibri"/>
                <a:ea typeface="+mn-ea"/>
                <a:cs typeface="Calibri"/>
              </a:rPr>
              <a:t> </a:t>
            </a:r>
            <a:r>
              <a:rPr kumimoji="0" lang="en-GB" sz="1800" b="0" i="0" u="none" strike="noStrike" kern="0" cap="none" spc="0" normalizeH="0" baseline="0" noProof="0" dirty="0">
                <a:ln>
                  <a:noFill/>
                </a:ln>
                <a:solidFill>
                  <a:prstClr val="black"/>
                </a:solidFill>
                <a:effectLst/>
                <a:uLnTx/>
                <a:uFillTx/>
                <a:latin typeface="Calibri"/>
                <a:ea typeface="+mn-ea"/>
                <a:cs typeface="Calibri"/>
              </a:rPr>
              <a:t>Justina</a:t>
            </a:r>
            <a:r>
              <a:rPr kumimoji="0" lang="en-GB" sz="1800" b="0" i="0" u="none" strike="noStrike" kern="0" cap="none" spc="-10" normalizeH="0" baseline="0" noProof="0" dirty="0">
                <a:ln>
                  <a:noFill/>
                </a:ln>
                <a:solidFill>
                  <a:prstClr val="black"/>
                </a:solidFill>
                <a:effectLst/>
                <a:uLnTx/>
                <a:uFillTx/>
                <a:latin typeface="Calibri"/>
                <a:ea typeface="+mn-ea"/>
                <a:cs typeface="Calibri"/>
              </a:rPr>
              <a:t> </a:t>
            </a:r>
            <a:r>
              <a:rPr kumimoji="0" lang="en-GB" sz="1800" b="0" i="0" u="none" strike="noStrike" kern="0" cap="none" spc="0" normalizeH="0" baseline="0" noProof="0" dirty="0">
                <a:ln>
                  <a:noFill/>
                </a:ln>
                <a:solidFill>
                  <a:prstClr val="black"/>
                </a:solidFill>
                <a:effectLst/>
                <a:uLnTx/>
                <a:uFillTx/>
                <a:latin typeface="Calibri"/>
                <a:ea typeface="+mn-ea"/>
                <a:cs typeface="Calibri"/>
              </a:rPr>
              <a:t>H</a:t>
            </a:r>
            <a:r>
              <a:rPr kumimoji="0" lang="en-GB" sz="1800" b="0" i="0" u="none" strike="noStrike" kern="0" cap="none" spc="-5" normalizeH="0" baseline="0" noProof="0" dirty="0">
                <a:ln>
                  <a:noFill/>
                </a:ln>
                <a:solidFill>
                  <a:prstClr val="black"/>
                </a:solidFill>
                <a:effectLst/>
                <a:uLnTx/>
                <a:uFillTx/>
                <a:latin typeface="Calibri"/>
                <a:ea typeface="+mn-ea"/>
                <a:cs typeface="Calibri"/>
              </a:rPr>
              <a:t>., </a:t>
            </a:r>
            <a:r>
              <a:rPr kumimoji="0" lang="en-GB" sz="1800" b="0" i="1" u="sng" strike="noStrike" kern="0" cap="none" spc="-10" normalizeH="0" baseline="0" noProof="0" dirty="0">
                <a:ln>
                  <a:noFill/>
                </a:ln>
                <a:solidFill>
                  <a:srgbClr val="0462C1"/>
                </a:solidFill>
                <a:effectLst/>
                <a:uLnTx/>
                <a:uFill>
                  <a:solidFill>
                    <a:srgbClr val="0462C1"/>
                  </a:solidFill>
                </a:uFill>
                <a:latin typeface="Calibri"/>
                <a:ea typeface="+mn-ea"/>
                <a:cs typeface="Calibri"/>
                <a:hlinkClick r:id="rId3"/>
              </a:rPr>
              <a:t>Codementer</a:t>
            </a:r>
            <a:endParaRPr kumimoji="0" lang="en-GB" sz="1800" b="1" i="0" u="none" strike="noStrike" kern="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4021087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言語の生死の定義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プログラミング言語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40"/>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生の定義</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人々が関心を示していること</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300"/>
              </a:spcBef>
              <a:spcAft>
                <a:spcPts val="0"/>
              </a:spcAft>
              <a:buClrTx/>
              <a:buSzTx/>
              <a:buFont typeface="Arial MT"/>
              <a:buChar char="•"/>
              <a:tabLst>
                <a:tab pos="1179830" algn="l"/>
              </a:tabLst>
              <a:defRPr/>
            </a:pPr>
            <a:r>
              <a:rPr kumimoji="0" lang="ja-JP" altLang="en-US" sz="1800" b="0" i="0" u="none" strike="noStrike" kern="0" cap="none" spc="50" normalizeH="0" baseline="0" noProof="0" dirty="0">
                <a:ln>
                  <a:noFill/>
                </a:ln>
                <a:solidFill>
                  <a:sysClr val="windowText" lastClr="000000"/>
                </a:solidFill>
                <a:effectLst/>
                <a:uLnTx/>
                <a:uFillTx/>
                <a:latin typeface="Yu Gothic"/>
                <a:cs typeface="Yu Gothic"/>
              </a:rPr>
              <a:t>文句をつけられる</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「もっとこうなってほしい」</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85"/>
              </a:spcBef>
              <a:spcAft>
                <a:spcPts val="0"/>
              </a:spcAft>
              <a:buClrTx/>
              <a:buSzTx/>
              <a:buFont typeface="Arial MT"/>
              <a:buChar char="•"/>
              <a:tabLst>
                <a:tab pos="1179830" algn="l"/>
              </a:tabLst>
              <a:defRPr/>
            </a:pP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毎年のように「死んだ」説が出る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Ruby</a:t>
            </a:r>
            <a:r>
              <a:rPr kumimoji="0" lang="ja-JP" altLang="en-US"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Rails</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は絶賛生存中</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90"/>
              </a:spcBef>
              <a:spcAft>
                <a:spcPts val="0"/>
              </a:spcAft>
              <a:buClrTx/>
              <a:buSzTx/>
              <a:buFont typeface="Arial MT"/>
              <a:buChar char="•"/>
              <a:tabLst>
                <a:tab pos="1179830" algn="l"/>
              </a:tabLst>
              <a:defRPr/>
            </a:pP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Ruby</a:t>
            </a:r>
            <a:r>
              <a:rPr kumimoji="0" lang="ja-JP" altLang="en-US" sz="1800" b="0" i="0" u="none" strike="noStrike" kern="0" cap="none" spc="-4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はクリスマスにメジャー版をリリースするのが通例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45"/>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現在進行形で開発者が使っており、改良され続けていること</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80"/>
              </a:spcBef>
              <a:spcAft>
                <a:spcPts val="0"/>
              </a:spcAft>
              <a:buClrTx/>
              <a:buSzTx/>
              <a:buFont typeface="Arial MT"/>
              <a:buChar char="•"/>
              <a:tabLst>
                <a:tab pos="280670" algn="l"/>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死の定義</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誰も見向きしない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300"/>
              </a:spcBef>
              <a:spcAft>
                <a:spcPts val="0"/>
              </a:spcAft>
              <a:buClrTx/>
              <a:buSzTx/>
              <a:buFont typeface="Arial MT"/>
              <a:buChar char="•"/>
              <a:tabLst>
                <a:tab pos="1179830" algn="l"/>
              </a:tabLst>
              <a:defRPr/>
            </a:pPr>
            <a:r>
              <a:rPr kumimoji="0" lang="ja-JP" altLang="en-US" sz="1800" b="0" i="0" u="none" strike="noStrike" kern="0" cap="none" spc="50" normalizeH="0" baseline="0" noProof="0" dirty="0">
                <a:ln>
                  <a:noFill/>
                </a:ln>
                <a:solidFill>
                  <a:sysClr val="windowText" lastClr="000000"/>
                </a:solidFill>
                <a:effectLst/>
                <a:uLnTx/>
                <a:uFillTx/>
                <a:latin typeface="Yu Gothic"/>
                <a:cs typeface="Yu Gothic"/>
              </a:rPr>
              <a:t>不満も抱かれない</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どうでもいいと思われている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90"/>
              </a:spcBef>
              <a:spcAft>
                <a:spcPts val="0"/>
              </a:spcAft>
              <a:buClrTx/>
              <a:buSzTx/>
              <a:buFont typeface="Arial MT"/>
              <a:buChar char="•"/>
              <a:tabLst>
                <a:tab pos="1179830" algn="l"/>
              </a:tabLst>
              <a:defRPr/>
            </a:pPr>
            <a:r>
              <a:rPr kumimoji="0" lang="ja-JP" altLang="en-US" sz="1800" b="0" i="0" u="none" strike="noStrike" kern="0" cap="none" spc="40" normalizeH="0" baseline="0" noProof="0" dirty="0">
                <a:ln>
                  <a:noFill/>
                </a:ln>
                <a:solidFill>
                  <a:sysClr val="windowText" lastClr="000000"/>
                </a:solidFill>
                <a:effectLst/>
                <a:uLnTx/>
                <a:uFillTx/>
                <a:latin typeface="Yu Gothic"/>
                <a:cs typeface="Yu Gothic"/>
              </a:rPr>
              <a:t>メンテナンスされない</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機能不足</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&amp;</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セキュリティホール満載</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285"/>
              </a:spcBef>
              <a:spcAft>
                <a:spcPts val="0"/>
              </a:spcAft>
              <a:buClrTx/>
              <a:buSzTx/>
              <a:buFont typeface="Arial MT"/>
              <a:buChar char="•"/>
              <a:tabLst>
                <a:tab pos="1179830" algn="l"/>
              </a:tabLst>
              <a:defRPr/>
            </a:pPr>
            <a:r>
              <a:rPr kumimoji="0" lang="en-US" altLang="ja-JP" sz="1800" b="1" i="0" u="none" strike="noStrike" kern="0" cap="none" spc="0" normalizeH="0" baseline="0" noProof="0" dirty="0">
                <a:ln>
                  <a:noFill/>
                </a:ln>
                <a:solidFill>
                  <a:sysClr val="windowText" lastClr="000000"/>
                </a:solidFill>
                <a:effectLst/>
                <a:uLnTx/>
                <a:uFillTx/>
                <a:latin typeface="Calibri"/>
                <a:cs typeface="Calibri"/>
              </a:rPr>
              <a:t>No</a:t>
            </a:r>
            <a:r>
              <a:rPr kumimoji="0" lang="ja-JP" altLang="en-US" sz="1800" b="1"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1" i="0" u="none" strike="noStrike" kern="0" cap="none" spc="0" normalizeH="0" baseline="0" noProof="0" dirty="0">
                <a:ln>
                  <a:noFill/>
                </a:ln>
                <a:solidFill>
                  <a:sysClr val="windowText" lastClr="000000"/>
                </a:solidFill>
                <a:effectLst/>
                <a:uLnTx/>
                <a:uFillTx/>
                <a:latin typeface="Calibri"/>
                <a:cs typeface="Calibri"/>
              </a:rPr>
              <a:t>news</a:t>
            </a:r>
            <a:r>
              <a:rPr kumimoji="0" lang="ja-JP" altLang="en-US" sz="1800" b="1" i="0" u="none" strike="noStrike" kern="0" cap="none" spc="-40" normalizeH="0" baseline="0" noProof="0" dirty="0">
                <a:ln>
                  <a:noFill/>
                </a:ln>
                <a:solidFill>
                  <a:sysClr val="windowText" lastClr="000000"/>
                </a:solidFill>
                <a:effectLst/>
                <a:uLnTx/>
                <a:uFillTx/>
                <a:latin typeface="Calibri"/>
                <a:cs typeface="Calibri"/>
              </a:rPr>
              <a:t> </a:t>
            </a:r>
            <a:r>
              <a:rPr kumimoji="0" lang="en-US" altLang="ja-JP" sz="1800" b="1" i="0" u="none" strike="noStrike" kern="0" cap="none" spc="0" normalizeH="0" baseline="0" noProof="0" dirty="0">
                <a:ln>
                  <a:noFill/>
                </a:ln>
                <a:solidFill>
                  <a:sysClr val="windowText" lastClr="000000"/>
                </a:solidFill>
                <a:effectLst/>
                <a:uLnTx/>
                <a:uFillTx/>
                <a:latin typeface="Calibri"/>
                <a:cs typeface="Calibri"/>
              </a:rPr>
              <a:t>is</a:t>
            </a:r>
            <a:r>
              <a:rPr kumimoji="0" lang="ja-JP" altLang="en-US" sz="1800" b="1"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1800" b="1" i="0" u="none" strike="noStrike" kern="0" cap="none" spc="0" normalizeH="0" baseline="0" noProof="0" dirty="0">
                <a:ln>
                  <a:noFill/>
                </a:ln>
                <a:solidFill>
                  <a:sysClr val="windowText" lastClr="000000"/>
                </a:solidFill>
                <a:effectLst/>
                <a:uLnTx/>
                <a:uFillTx/>
                <a:latin typeface="Calibri"/>
                <a:cs typeface="Calibri"/>
              </a:rPr>
              <a:t>bad</a:t>
            </a:r>
            <a:r>
              <a:rPr kumimoji="0" lang="ja-JP" altLang="en-US" sz="1800" b="1"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1" i="0" u="none" strike="noStrike" kern="0" cap="none" spc="-20" normalizeH="0" baseline="0" noProof="0" dirty="0">
                <a:ln>
                  <a:noFill/>
                </a:ln>
                <a:solidFill>
                  <a:sysClr val="windowText" lastClr="000000"/>
                </a:solidFill>
                <a:effectLst/>
                <a:uLnTx/>
                <a:uFillTx/>
                <a:latin typeface="Calibri"/>
                <a:cs typeface="Calibri"/>
              </a:rPr>
              <a:t>news.</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555112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3. </a:t>
            </a:r>
            <a:r>
              <a:rPr lang="ja-JP" altLang="en-US" b="1" dirty="0">
                <a:latin typeface="Calibri (Headings)"/>
              </a:rPr>
              <a:t>言語の死の副作用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言語の死の副作用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72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自然言語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95"/>
              </a:spcBef>
              <a:spcAft>
                <a:spcPts val="0"/>
              </a:spcAft>
              <a:buClrTx/>
              <a:buSzTx/>
              <a:buFontTx/>
              <a:buNone/>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Orwell</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believed</a:t>
            </a:r>
            <a:r>
              <a:rPr kumimoji="0" lang="en-GB" sz="2400" b="0" i="1" u="none" strike="noStrike" kern="0" cap="none" spc="-1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that</a:t>
            </a:r>
            <a:r>
              <a:rPr kumimoji="0" lang="en-GB" sz="2400" b="0" i="1" u="none" strike="noStrike" kern="0" cap="none" spc="-1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if</a:t>
            </a:r>
            <a:r>
              <a:rPr kumimoji="0" lang="en-GB" sz="2400" b="0" i="1" u="none" strike="noStrike" kern="0" cap="none" spc="-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something</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is</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not</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sayable,</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it</a:t>
            </a:r>
            <a:r>
              <a:rPr kumimoji="0" lang="en-GB" sz="2400" b="0" i="1" u="none" strike="noStrike" kern="0" cap="none" spc="-1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will</a:t>
            </a:r>
            <a:r>
              <a:rPr kumimoji="0" lang="en-GB" sz="2400" b="0" i="1" u="none" strike="noStrike" kern="0" cap="none" spc="-1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not</a:t>
            </a:r>
            <a:r>
              <a:rPr kumimoji="0" lang="en-GB" sz="2400" b="0" i="1" u="none" strike="noStrike" kern="0" cap="none" spc="-1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be</a:t>
            </a:r>
            <a:r>
              <a:rPr kumimoji="0" lang="en-GB" sz="2400" b="0" i="1" u="none" strike="noStrike" kern="0" cap="none" spc="-15"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thinkable.</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ts val="2375"/>
              </a:lnSpc>
              <a:spcBef>
                <a:spcPts val="480"/>
              </a:spcBef>
              <a:spcAft>
                <a:spcPts val="0"/>
              </a:spcAft>
              <a:buClrTx/>
              <a:buSzTx/>
              <a:buFontTx/>
              <a:buNone/>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In</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his</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novel,</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he</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told</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society</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that</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tried</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to</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limit</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language</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by</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getting</a:t>
            </a:r>
            <a:r>
              <a:rPr kumimoji="0" lang="en-GB" sz="2400" b="0" i="1" u="none" strike="noStrike" kern="0" cap="none" spc="-1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rid</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certain</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ts val="2375"/>
              </a:lnSpc>
              <a:spcBef>
                <a:spcPts val="0"/>
              </a:spcBef>
              <a:spcAft>
                <a:spcPts val="0"/>
              </a:spcAft>
              <a:buClrTx/>
              <a:buSzTx/>
              <a:buFontTx/>
              <a:buNone/>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words(e.g.,</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freedom</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or</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justice)</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and</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restricting</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meaning</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others.</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620395" lvl="0" indent="0" defTabSz="914400" eaLnBrk="1" fontAlgn="auto" latinLnBrk="0" hangingPunct="1">
              <a:lnSpc>
                <a:spcPct val="80000"/>
              </a:lnSpc>
              <a:spcBef>
                <a:spcPts val="1000"/>
              </a:spcBef>
              <a:spcAft>
                <a:spcPts val="0"/>
              </a:spcAft>
              <a:buClrTx/>
              <a:buSzTx/>
              <a:buFontTx/>
              <a:buNone/>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purpose</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was</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to</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make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certain</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political</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ideas</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unsayable</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in</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2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hope</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that</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they</a:t>
            </a:r>
            <a:r>
              <a:rPr kumimoji="0" lang="en-GB" sz="2400" b="0" i="1" u="none" strike="noStrike" kern="0" cap="none" spc="-2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would </a:t>
            </a:r>
            <a:r>
              <a:rPr kumimoji="0" lang="en-GB" sz="2400" b="0" i="1" u="none" strike="noStrike" kern="0" cap="none" spc="0" normalizeH="0" baseline="0" noProof="0" dirty="0">
                <a:ln>
                  <a:noFill/>
                </a:ln>
                <a:solidFill>
                  <a:sysClr val="windowText" lastClr="000000"/>
                </a:solidFill>
                <a:effectLst/>
                <a:uLnTx/>
                <a:uFillTx/>
                <a:latin typeface="Calibri"/>
                <a:cs typeface="Calibri"/>
              </a:rPr>
              <a:t>become</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unthinkable.</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15240" lvl="0" indent="0" defTabSz="914400" eaLnBrk="1" fontAlgn="auto" latinLnBrk="0" hangingPunct="1">
              <a:lnSpc>
                <a:spcPct val="76200"/>
              </a:lnSpc>
              <a:spcBef>
                <a:spcPts val="1019"/>
              </a:spcBef>
              <a:spcAft>
                <a:spcPts val="0"/>
              </a:spcAft>
              <a:buClrTx/>
              <a:buSzTx/>
              <a:buFontTx/>
              <a:buNone/>
              <a:tabLst/>
              <a:defRPr/>
            </a:pPr>
            <a:r>
              <a:rPr kumimoji="0" lang="en-GB" sz="2200" b="0" i="1" u="none" strike="noStrike" kern="0" cap="none" spc="0" normalizeH="0" baseline="0" noProof="0" dirty="0">
                <a:ln>
                  <a:noFill/>
                </a:ln>
                <a:solidFill>
                  <a:sysClr val="windowText" lastClr="000000"/>
                </a:solidFill>
                <a:effectLst/>
                <a:uLnTx/>
                <a:uFillTx/>
                <a:latin typeface="Calibri"/>
                <a:cs typeface="Calibri"/>
              </a:rPr>
              <a:t>Orwell</a:t>
            </a:r>
            <a:r>
              <a:rPr kumimoji="0" lang="en-GB" sz="2200" b="0" i="1" u="none" strike="noStrike" kern="0" cap="none" spc="-40"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125" normalizeH="0" baseline="0" noProof="0" dirty="0">
                <a:ln>
                  <a:noFill/>
                </a:ln>
                <a:solidFill>
                  <a:sysClr val="windowText" lastClr="000000"/>
                </a:solidFill>
                <a:effectLst/>
                <a:uLnTx/>
                <a:uFillTx/>
                <a:latin typeface="Yu Gothic"/>
                <a:cs typeface="Yu Gothic"/>
              </a:rPr>
              <a:t>は「言葉で表現できないことは思考不能になる」と考えていた。 彼の小説の中で、</a:t>
            </a:r>
            <a:r>
              <a:rPr kumimoji="0" lang="ja-JP" altLang="en-US" sz="2200" b="0" i="0" u="none" strike="noStrike" kern="0" cap="none" spc="-105" normalizeH="0" baseline="0" noProof="0" dirty="0">
                <a:ln>
                  <a:noFill/>
                </a:ln>
                <a:solidFill>
                  <a:sysClr val="windowText" lastClr="000000"/>
                </a:solidFill>
                <a:effectLst/>
                <a:uLnTx/>
                <a:uFillTx/>
                <a:latin typeface="Yu Gothic"/>
                <a:cs typeface="Yu Gothic"/>
              </a:rPr>
              <a:t>特定の語彙</a:t>
            </a:r>
            <a:r>
              <a:rPr kumimoji="0" lang="en-US" altLang="ja-JP" sz="2200" b="0" i="1" u="none" strike="noStrike" kern="0" cap="none" spc="-10" normalizeH="0" baseline="0" noProof="0" dirty="0">
                <a:ln>
                  <a:noFill/>
                </a:ln>
                <a:solidFill>
                  <a:sysClr val="windowText" lastClr="000000"/>
                </a:solidFill>
                <a:effectLst/>
                <a:uLnTx/>
                <a:uFillTx/>
                <a:latin typeface="Calibri"/>
                <a:cs typeface="Calibri"/>
              </a:rPr>
              <a:t>(</a:t>
            </a:r>
            <a:r>
              <a:rPr kumimoji="0" lang="ja-JP" altLang="en-US" sz="2200" b="0" i="0" u="none" strike="noStrike" kern="0" cap="none" spc="-114" normalizeH="0" baseline="0" noProof="0" dirty="0">
                <a:ln>
                  <a:noFill/>
                </a:ln>
                <a:solidFill>
                  <a:sysClr val="windowText" lastClr="000000"/>
                </a:solidFill>
                <a:effectLst/>
                <a:uLnTx/>
                <a:uFillTx/>
                <a:latin typeface="Yu Gothic"/>
                <a:cs typeface="Yu Gothic"/>
              </a:rPr>
              <a:t>「自由」や「正義」</a:t>
            </a:r>
            <a:r>
              <a:rPr kumimoji="0" lang="en-US" altLang="ja-JP" sz="2200" b="0" i="1" u="none" strike="noStrike" kern="0" cap="none" spc="-10" normalizeH="0" baseline="0" noProof="0" dirty="0">
                <a:ln>
                  <a:noFill/>
                </a:ln>
                <a:solidFill>
                  <a:sysClr val="windowText" lastClr="000000"/>
                </a:solidFill>
                <a:effectLst/>
                <a:uLnTx/>
                <a:uFillTx/>
                <a:latin typeface="Calibri"/>
                <a:cs typeface="Calibri"/>
              </a:rPr>
              <a:t>)</a:t>
            </a:r>
            <a:r>
              <a:rPr kumimoji="0" lang="ja-JP" altLang="en-US" sz="2200" b="0" i="0" u="none" strike="noStrike" kern="0" cap="none" spc="-120" normalizeH="0" baseline="0" noProof="0" dirty="0">
                <a:ln>
                  <a:noFill/>
                </a:ln>
                <a:solidFill>
                  <a:sysClr val="windowText" lastClr="000000"/>
                </a:solidFill>
                <a:effectLst/>
                <a:uLnTx/>
                <a:uFillTx/>
                <a:latin typeface="Yu Gothic"/>
                <a:cs typeface="Yu Gothic"/>
              </a:rPr>
              <a:t>を消去したり、その他の語彙の意味を制限して言語統制を</a:t>
            </a:r>
            <a:r>
              <a:rPr kumimoji="0" lang="ja-JP" altLang="en-US" sz="2200" b="0" i="0" u="none" strike="noStrike" kern="0" cap="none" spc="-105" normalizeH="0" baseline="0" noProof="0" dirty="0">
                <a:ln>
                  <a:noFill/>
                </a:ln>
                <a:solidFill>
                  <a:sysClr val="windowText" lastClr="000000"/>
                </a:solidFill>
                <a:effectLst/>
                <a:uLnTx/>
                <a:uFillTx/>
                <a:latin typeface="Yu Gothic"/>
                <a:cs typeface="Yu Gothic"/>
              </a:rPr>
              <a:t>行う社会を描いた。</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12700" marR="170815" lvl="0" indent="0" defTabSz="914400" eaLnBrk="1" fontAlgn="auto" latinLnBrk="0" hangingPunct="1">
              <a:lnSpc>
                <a:spcPct val="76200"/>
              </a:lnSpc>
              <a:spcBef>
                <a:spcPts val="1010"/>
              </a:spcBef>
              <a:spcAft>
                <a:spcPts val="0"/>
              </a:spcAft>
              <a:buClrTx/>
              <a:buSzTx/>
              <a:buFontTx/>
              <a:buNone/>
              <a:tabLst/>
              <a:defRPr/>
            </a:pPr>
            <a:r>
              <a:rPr kumimoji="0" lang="ja-JP" altLang="en-US" sz="2200" b="0" i="0" u="none" strike="noStrike" kern="0" cap="none" spc="-120" normalizeH="0" baseline="0" noProof="0" dirty="0">
                <a:ln>
                  <a:noFill/>
                </a:ln>
                <a:solidFill>
                  <a:sysClr val="windowText" lastClr="000000"/>
                </a:solidFill>
                <a:effectLst/>
                <a:uLnTx/>
                <a:uFillTx/>
                <a:latin typeface="Yu Gothic"/>
                <a:cs typeface="Yu Gothic"/>
              </a:rPr>
              <a:t>その目的は、政治思想を思考不能することを期待して特定の政治思想を言葉で表現できな</a:t>
            </a:r>
            <a:r>
              <a:rPr kumimoji="0" lang="ja-JP" altLang="en-US" sz="2200" b="0" i="0" u="none" strike="noStrike" kern="0" cap="none" spc="-100" normalizeH="0" baseline="0" noProof="0" dirty="0">
                <a:ln>
                  <a:noFill/>
                </a:ln>
                <a:solidFill>
                  <a:sysClr val="windowText" lastClr="000000"/>
                </a:solidFill>
                <a:effectLst/>
                <a:uLnTx/>
                <a:uFillTx/>
                <a:latin typeface="Yu Gothic"/>
                <a:cs typeface="Yu Gothic"/>
              </a:rPr>
              <a:t>くすることであった。</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0" marR="0" lvl="0" indent="0" algn="r" defTabSz="914400" eaLnBrk="1" fontAlgn="auto" latinLnBrk="0" hangingPunct="1">
              <a:lnSpc>
                <a:spcPct val="100000"/>
              </a:lnSpc>
              <a:spcBef>
                <a:spcPts val="500"/>
              </a:spcBef>
              <a:spcAft>
                <a:spcPts val="0"/>
              </a:spcAft>
              <a:buClrTx/>
              <a:buSzTx/>
              <a:buFontTx/>
              <a:buNone/>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出典</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 </a:t>
            </a:r>
            <a:r>
              <a:rPr kumimoji="0" lang="en-GB" sz="1800" b="0" i="0" u="none" strike="noStrike" kern="0" cap="none" spc="0" normalizeH="0" baseline="0" noProof="0" dirty="0">
                <a:ln>
                  <a:noFill/>
                </a:ln>
                <a:solidFill>
                  <a:sysClr val="windowText" lastClr="000000"/>
                </a:solidFill>
                <a:effectLst/>
                <a:uLnTx/>
                <a:uFillTx/>
                <a:latin typeface="Calibri"/>
                <a:cs typeface="Calibri"/>
              </a:rPr>
              <a:t>p.61</a:t>
            </a:r>
            <a:r>
              <a:rPr kumimoji="0" lang="en-GB" sz="1800" b="0" i="0" u="none" strike="noStrike" kern="0" cap="none" spc="-45" normalizeH="0" baseline="0" noProof="0" dirty="0">
                <a:ln>
                  <a:noFill/>
                </a:ln>
                <a:solidFill>
                  <a:sysClr val="windowText" lastClr="000000"/>
                </a:solidFill>
                <a:effectLst/>
                <a:uLnTx/>
                <a:uFillTx/>
                <a:latin typeface="Calibri"/>
                <a:cs typeface="Calibri"/>
              </a:rPr>
              <a:t> </a:t>
            </a:r>
            <a:r>
              <a:rPr kumimoji="0" lang="en-GB" sz="1800" b="0" i="0" u="none" strike="noStrike" kern="0" cap="none" spc="-10" normalizeH="0" baseline="0" noProof="0" dirty="0">
                <a:ln>
                  <a:noFill/>
                </a:ln>
                <a:solidFill>
                  <a:sysClr val="windowText" lastClr="000000"/>
                </a:solidFill>
                <a:effectLst/>
                <a:uLnTx/>
                <a:uFillTx/>
                <a:latin typeface="Calibri"/>
                <a:cs typeface="Calibri"/>
              </a:rPr>
              <a:t>ll.17-</a:t>
            </a:r>
            <a:r>
              <a:rPr kumimoji="0" lang="en-GB" sz="1800" b="0" i="0" u="none" strike="noStrike" kern="0" cap="none" spc="0" normalizeH="0" baseline="0" noProof="0" dirty="0">
                <a:ln>
                  <a:noFill/>
                </a:ln>
                <a:solidFill>
                  <a:sysClr val="windowText" lastClr="000000"/>
                </a:solidFill>
                <a:effectLst/>
                <a:uLnTx/>
                <a:uFillTx/>
                <a:latin typeface="Calibri"/>
                <a:cs typeface="Calibri"/>
              </a:rPr>
              <a:t>22</a:t>
            </a:r>
            <a:r>
              <a:rPr kumimoji="0" lang="en-GB" sz="1800" b="0" i="0" u="none" strike="noStrike" kern="0" cap="none" spc="-20" normalizeH="0" baseline="0" noProof="0" dirty="0">
                <a:ln>
                  <a:noFill/>
                </a:ln>
                <a:solidFill>
                  <a:sysClr val="windowText" lastClr="000000"/>
                </a:solidFill>
                <a:effectLst/>
                <a:uLnTx/>
                <a:uFillTx/>
                <a:latin typeface="Calibri"/>
                <a:cs typeface="Calibri"/>
              </a:rPr>
              <a:t>, </a:t>
            </a:r>
            <a:r>
              <a:rPr kumimoji="0" lang="en-GB" sz="1800" b="0" i="0" u="none" strike="noStrike" kern="0" cap="none" spc="0" normalizeH="0" baseline="0" noProof="0" dirty="0">
                <a:ln>
                  <a:noFill/>
                </a:ln>
                <a:solidFill>
                  <a:sysClr val="windowText" lastClr="000000"/>
                </a:solidFill>
                <a:effectLst/>
                <a:uLnTx/>
                <a:uFillTx/>
                <a:latin typeface="Calibri"/>
                <a:cs typeface="Calibri"/>
              </a:rPr>
              <a:t>Michael</a:t>
            </a:r>
            <a:r>
              <a:rPr kumimoji="0" lang="en-GB" sz="1800" b="0" i="0" u="none" strike="noStrike" kern="0" cap="none" spc="-25" normalizeH="0" baseline="0" noProof="0" dirty="0">
                <a:ln>
                  <a:noFill/>
                </a:ln>
                <a:solidFill>
                  <a:sysClr val="windowText" lastClr="000000"/>
                </a:solidFill>
                <a:effectLst/>
                <a:uLnTx/>
                <a:uFillTx/>
                <a:latin typeface="Calibri"/>
                <a:cs typeface="Calibri"/>
              </a:rPr>
              <a:t> </a:t>
            </a:r>
            <a:r>
              <a:rPr kumimoji="0" lang="en-GB" sz="1800" b="0" i="0" u="none" strike="noStrike" kern="0" cap="none" spc="0" normalizeH="0" baseline="0" noProof="0" dirty="0">
                <a:ln>
                  <a:noFill/>
                </a:ln>
                <a:solidFill>
                  <a:sysClr val="windowText" lastClr="000000"/>
                </a:solidFill>
                <a:effectLst/>
                <a:uLnTx/>
                <a:uFillTx/>
                <a:latin typeface="Calibri"/>
                <a:cs typeface="Calibri"/>
              </a:rPr>
              <a:t>L</a:t>
            </a:r>
            <a:r>
              <a:rPr kumimoji="0" lang="en-GB" sz="1800" b="0" i="0" u="none" strike="noStrike" kern="0" cap="none" spc="-15" normalizeH="0" baseline="0" noProof="0" dirty="0">
                <a:ln>
                  <a:noFill/>
                </a:ln>
                <a:solidFill>
                  <a:sysClr val="windowText" lastClr="000000"/>
                </a:solidFill>
                <a:effectLst/>
                <a:uLnTx/>
                <a:uFillTx/>
                <a:latin typeface="Calibri"/>
                <a:cs typeface="Calibri"/>
              </a:rPr>
              <a:t>. </a:t>
            </a:r>
            <a:r>
              <a:rPr kumimoji="0" lang="en-GB" sz="1800" b="0" i="0" u="none" strike="noStrike" kern="0" cap="none" spc="0" normalizeH="0" baseline="0" noProof="0" dirty="0">
                <a:ln>
                  <a:noFill/>
                </a:ln>
                <a:solidFill>
                  <a:sysClr val="windowText" lastClr="000000"/>
                </a:solidFill>
                <a:effectLst/>
                <a:uLnTx/>
                <a:uFillTx/>
                <a:latin typeface="Calibri"/>
                <a:cs typeface="Calibri"/>
              </a:rPr>
              <a:t>Geis,</a:t>
            </a:r>
            <a:r>
              <a:rPr kumimoji="0" lang="en-GB" sz="1800" b="0" i="0" u="none" strike="noStrike" kern="0" cap="none" spc="-5" normalizeH="0" baseline="0" noProof="0" dirty="0">
                <a:ln>
                  <a:noFill/>
                </a:ln>
                <a:solidFill>
                  <a:sysClr val="windowText" lastClr="000000"/>
                </a:solidFill>
                <a:effectLst/>
                <a:uLnTx/>
                <a:uFillTx/>
                <a:latin typeface="Calibri"/>
                <a:cs typeface="Calibri"/>
              </a:rPr>
              <a:t> </a:t>
            </a:r>
            <a:r>
              <a:rPr kumimoji="0" lang="en-GB" sz="1800" b="0" i="1" u="none" strike="noStrike" kern="0" cap="none" spc="0" normalizeH="0" baseline="0" noProof="0" dirty="0">
                <a:ln>
                  <a:noFill/>
                </a:ln>
                <a:solidFill>
                  <a:sysClr val="windowText" lastClr="000000"/>
                </a:solidFill>
                <a:effectLst/>
                <a:uLnTx/>
                <a:uFillTx/>
                <a:latin typeface="Calibri"/>
                <a:cs typeface="Calibri"/>
              </a:rPr>
              <a:t>Language</a:t>
            </a:r>
            <a:r>
              <a:rPr kumimoji="0" lang="en-GB" sz="1800" b="0" i="1" u="none" strike="noStrike" kern="0" cap="none" spc="-70" normalizeH="0" baseline="0" noProof="0" dirty="0">
                <a:ln>
                  <a:noFill/>
                </a:ln>
                <a:solidFill>
                  <a:sysClr val="windowText" lastClr="000000"/>
                </a:solidFill>
                <a:effectLst/>
                <a:uLnTx/>
                <a:uFillTx/>
                <a:latin typeface="Calibri"/>
                <a:cs typeface="Calibri"/>
              </a:rPr>
              <a:t> </a:t>
            </a:r>
            <a:r>
              <a:rPr kumimoji="0" lang="en-GB" sz="1800" b="0" i="1" u="none" strike="noStrike" kern="0" cap="none" spc="0" normalizeH="0" baseline="0" noProof="0" dirty="0">
                <a:ln>
                  <a:noFill/>
                </a:ln>
                <a:solidFill>
                  <a:sysClr val="windowText" lastClr="000000"/>
                </a:solidFill>
                <a:effectLst/>
                <a:uLnTx/>
                <a:uFillTx/>
                <a:latin typeface="Calibri"/>
                <a:cs typeface="Calibri"/>
              </a:rPr>
              <a:t>and</a:t>
            </a:r>
            <a:r>
              <a:rPr kumimoji="0" lang="en-GB" sz="1800" b="0" i="1" u="none" strike="noStrike" kern="0" cap="none" spc="-35" normalizeH="0" baseline="0" noProof="0" dirty="0">
                <a:ln>
                  <a:noFill/>
                </a:ln>
                <a:solidFill>
                  <a:sysClr val="windowText" lastClr="000000"/>
                </a:solidFill>
                <a:effectLst/>
                <a:uLnTx/>
                <a:uFillTx/>
                <a:latin typeface="Calibri"/>
                <a:cs typeface="Calibri"/>
              </a:rPr>
              <a:t> </a:t>
            </a:r>
            <a:r>
              <a:rPr kumimoji="0" lang="en-GB" sz="1800" b="0" i="1" u="none" strike="noStrike" kern="0" cap="none" spc="-10" normalizeH="0" baseline="0" noProof="0" dirty="0">
                <a:ln>
                  <a:noFill/>
                </a:ln>
                <a:solidFill>
                  <a:sysClr val="windowText" lastClr="000000"/>
                </a:solidFill>
                <a:effectLst/>
                <a:uLnTx/>
                <a:uFillTx/>
                <a:latin typeface="Calibri"/>
                <a:cs typeface="Calibri"/>
              </a:rPr>
              <a:t>Communication</a:t>
            </a:r>
            <a:endParaRPr kumimoji="0" lang="en-GB" sz="18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2302870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言語の死の副作用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60"/>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自然言語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35"/>
              </a:spcBef>
              <a:spcAft>
                <a:spcPts val="0"/>
              </a:spcAft>
              <a:buClrTx/>
              <a:buSzTx/>
              <a:buFont typeface="Arial MT"/>
              <a:buChar char="•"/>
              <a:tabLst>
                <a:tab pos="280670" algn="l"/>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思考手段の喪失</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5080" lvl="1" indent="-268605" defTabSz="914400" eaLnBrk="1" fontAlgn="auto" latinLnBrk="0" hangingPunct="1">
              <a:lnSpc>
                <a:spcPts val="2160"/>
              </a:lnSpc>
              <a:spcBef>
                <a:spcPts val="565"/>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例えば、「空腹」という言葉やその関連語がなかったら、どのようにお腹が空いた</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ことについて考え、表現するか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5080" lvl="1" indent="-268605" defTabSz="914400" eaLnBrk="1" fontAlgn="auto" latinLnBrk="0" hangingPunct="1">
              <a:lnSpc>
                <a:spcPts val="2160"/>
              </a:lnSpc>
              <a:spcBef>
                <a:spcPts val="505"/>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国家や社会の言論統制の目的は、特定の思想を口に出せなくし、それによって考え</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させなくすること</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5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文化的アイデンティティの喪失</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日本語独特の敬語表現、婉曲表現は長い日本の歴史の中で醸成されたもの</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7970" defTabSz="914400" eaLnBrk="1" fontAlgn="auto" latinLnBrk="0" hangingPunct="1">
              <a:lnSpc>
                <a:spcPct val="100000"/>
              </a:lnSpc>
              <a:spcBef>
                <a:spcPts val="254"/>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それは日本語という媒体を通して考えられ、表現され、発展したもの</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5080" lvl="1" indent="-268605" defTabSz="914400" eaLnBrk="1" fontAlgn="auto" latinLnBrk="0" hangingPunct="1">
              <a:lnSpc>
                <a:spcPts val="2160"/>
              </a:lnSpc>
              <a:spcBef>
                <a:spcPts val="535"/>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例えば、日本語がなくなったらどのように「建前・本音」や「社交辞令」などの独</a:t>
            </a:r>
            <a:r>
              <a:rPr kumimoji="0" lang="ja-JP" altLang="en-US" sz="2000" b="0" i="0" u="none" strike="noStrike" kern="0" cap="none" spc="35" normalizeH="0" baseline="0" noProof="0" dirty="0">
                <a:ln>
                  <a:noFill/>
                </a:ln>
                <a:solidFill>
                  <a:sysClr val="windowText" lastClr="000000"/>
                </a:solidFill>
                <a:effectLst/>
                <a:uLnTx/>
                <a:uFillTx/>
                <a:latin typeface="Yu Gothic"/>
                <a:cs typeface="Yu Gothic"/>
              </a:rPr>
              <a:t>特な文化が存在しうるか</a:t>
            </a:r>
            <a:r>
              <a:rPr kumimoji="0" lang="ja-JP" altLang="en-US" sz="20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不可能！</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4089360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言語の死の副作用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プログラミング言語</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40"/>
              </a:spcBef>
              <a:spcAft>
                <a:spcPts val="0"/>
              </a:spcAft>
              <a:buClrTx/>
              <a:buSzTx/>
              <a:buFont typeface="Arial MT"/>
              <a:buChar char="•"/>
              <a:tabLst>
                <a:tab pos="280670" algn="l"/>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市場価値の下落</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DoJa</a:t>
            </a:r>
            <a:r>
              <a:rPr kumimoji="0" lang="ja-JP" altLang="en-US" sz="2000" b="0" i="0" u="none" strike="noStrike" kern="0" cap="none" spc="-30"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440" normalizeH="0" baseline="0" noProof="0" dirty="0">
                <a:ln>
                  <a:noFill/>
                </a:ln>
                <a:solidFill>
                  <a:sysClr val="windowText" lastClr="000000"/>
                </a:solidFill>
                <a:effectLst/>
                <a:uLnTx/>
                <a:uFillTx/>
                <a:latin typeface="Yu Gothic"/>
                <a:cs typeface="Yu Gothic"/>
              </a:rPr>
              <a:t>で</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i</a:t>
            </a:r>
            <a:r>
              <a:rPr kumimoji="0" lang="ja-JP" altLang="en-US" sz="20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モード開発ゴリゴリやってました」</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87450" marR="5080" lvl="2" indent="-260985" defTabSz="914400" eaLnBrk="1" fontAlgn="auto" latinLnBrk="0" hangingPunct="1">
              <a:lnSpc>
                <a:spcPts val="1720"/>
              </a:lnSpc>
              <a:spcBef>
                <a:spcPts val="580"/>
              </a:spcBef>
              <a:spcAft>
                <a:spcPts val="0"/>
              </a:spcAft>
              <a:buClrTx/>
              <a:buSzTx/>
              <a:buFont typeface="Arial MT"/>
              <a:buChar char="•"/>
              <a:tabLst>
                <a:tab pos="1187450" algn="l"/>
              </a:tabLst>
              <a:defRPr/>
            </a:pPr>
            <a:r>
              <a:rPr kumimoji="0" lang="en-US" altLang="ja-JP" sz="1600" b="0" i="0" u="none" strike="noStrike" kern="0" cap="none" spc="-200" normalizeH="0" baseline="0" noProof="0" dirty="0">
                <a:ln>
                  <a:noFill/>
                </a:ln>
                <a:solidFill>
                  <a:sysClr val="windowText" lastClr="000000"/>
                </a:solidFill>
                <a:effectLst/>
                <a:uLnTx/>
                <a:uFillTx/>
                <a:latin typeface="MS Gothic"/>
                <a:cs typeface="MS Gothic"/>
              </a:rPr>
              <a:t>※ </a:t>
            </a:r>
            <a:r>
              <a:rPr kumimoji="0" lang="ja-JP" altLang="en-US" sz="1600" b="0" i="0" u="none" strike="noStrike" kern="0" cap="none" spc="-25" normalizeH="0" baseline="0" noProof="0" dirty="0">
                <a:ln>
                  <a:noFill/>
                </a:ln>
                <a:solidFill>
                  <a:sysClr val="windowText" lastClr="000000"/>
                </a:solidFill>
                <a:effectLst/>
                <a:uLnTx/>
                <a:uFillTx/>
                <a:latin typeface="Yu Gothic"/>
                <a:cs typeface="Yu Gothic"/>
              </a:rPr>
              <a:t>ただし、</a:t>
            </a:r>
            <a:r>
              <a:rPr kumimoji="0" lang="en-US" altLang="ja-JP" sz="1600" b="0" i="0" u="none" strike="noStrike" kern="0" cap="none" spc="-10" normalizeH="0" baseline="0" noProof="0" dirty="0">
                <a:ln>
                  <a:noFill/>
                </a:ln>
                <a:solidFill>
                  <a:sysClr val="windowText" lastClr="000000"/>
                </a:solidFill>
                <a:effectLst/>
                <a:uLnTx/>
                <a:uFillTx/>
                <a:latin typeface="Calibri"/>
                <a:cs typeface="Calibri"/>
              </a:rPr>
              <a:t>JavaScript</a:t>
            </a:r>
            <a:r>
              <a:rPr kumimoji="0" lang="ja-JP" altLang="en-US" sz="1600" b="0" i="0" u="none" strike="noStrike" kern="0" cap="none" spc="95"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20" normalizeH="0" baseline="0" noProof="0" dirty="0">
                <a:ln>
                  <a:noFill/>
                </a:ln>
                <a:solidFill>
                  <a:sysClr val="windowText" lastClr="000000"/>
                </a:solidFill>
                <a:effectLst/>
                <a:uLnTx/>
                <a:uFillTx/>
                <a:latin typeface="Yu Gothic"/>
                <a:cs typeface="Yu Gothic"/>
              </a:rPr>
              <a:t>のように </a:t>
            </a:r>
            <a:r>
              <a:rPr kumimoji="0" lang="en-US" altLang="ja-JP" sz="1600" b="0" i="0" u="none" strike="noStrike" kern="0" cap="none" spc="0" normalizeH="0" baseline="0" noProof="0" dirty="0">
                <a:ln>
                  <a:noFill/>
                </a:ln>
                <a:solidFill>
                  <a:sysClr val="windowText" lastClr="000000"/>
                </a:solidFill>
                <a:effectLst/>
                <a:uLnTx/>
                <a:uFillTx/>
                <a:latin typeface="Calibri"/>
                <a:cs typeface="Calibri"/>
              </a:rPr>
              <a:t>Flash</a:t>
            </a:r>
            <a:r>
              <a:rPr kumimoji="0" lang="ja-JP" altLang="en-US" sz="1600" b="0" i="0" u="none" strike="noStrike" kern="0" cap="none" spc="60"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25" normalizeH="0" baseline="0" noProof="0" dirty="0">
                <a:ln>
                  <a:noFill/>
                </a:ln>
                <a:solidFill>
                  <a:sysClr val="windowText" lastClr="000000"/>
                </a:solidFill>
                <a:effectLst/>
                <a:uLnTx/>
                <a:uFillTx/>
                <a:latin typeface="Yu Gothic"/>
                <a:cs typeface="Yu Gothic"/>
              </a:rPr>
              <a:t>の台頭や標準化の難しさから受難の時代があったものが、</a:t>
            </a:r>
            <a:r>
              <a:rPr kumimoji="0" lang="en-US" altLang="ja-JP" sz="1600" b="0" i="0" u="none" strike="noStrike" kern="0" cap="none" spc="-10" normalizeH="0" baseline="0" noProof="0" dirty="0">
                <a:ln>
                  <a:noFill/>
                </a:ln>
                <a:solidFill>
                  <a:sysClr val="windowText" lastClr="000000"/>
                </a:solidFill>
                <a:effectLst/>
                <a:uLnTx/>
                <a:uFillTx/>
                <a:latin typeface="Calibri"/>
                <a:cs typeface="Calibri"/>
              </a:rPr>
              <a:t>Google </a:t>
            </a:r>
            <a:r>
              <a:rPr kumimoji="0" lang="en-US" altLang="ja-JP" sz="1600" b="0" i="0" u="none" strike="noStrike" kern="0" cap="none" spc="0" normalizeH="0" baseline="0" noProof="0" dirty="0">
                <a:ln>
                  <a:noFill/>
                </a:ln>
                <a:solidFill>
                  <a:sysClr val="windowText" lastClr="000000"/>
                </a:solidFill>
                <a:effectLst/>
                <a:uLnTx/>
                <a:uFillTx/>
                <a:latin typeface="Calibri"/>
                <a:cs typeface="Calibri"/>
              </a:rPr>
              <a:t>Map</a:t>
            </a:r>
            <a:r>
              <a:rPr kumimoji="0" lang="ja-JP" altLang="en-US" sz="16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30" normalizeH="0" baseline="0" noProof="0" dirty="0">
                <a:ln>
                  <a:noFill/>
                </a:ln>
                <a:solidFill>
                  <a:sysClr val="windowText" lastClr="000000"/>
                </a:solidFill>
                <a:effectLst/>
                <a:uLnTx/>
                <a:uFillTx/>
                <a:latin typeface="Yu Gothic"/>
                <a:cs typeface="Yu Gothic"/>
              </a:rPr>
              <a:t>の </a:t>
            </a:r>
            <a:r>
              <a:rPr kumimoji="0" lang="en-US" altLang="ja-JP" sz="1600" b="0" i="0" u="none" strike="noStrike" kern="0" cap="none" spc="0" normalizeH="0" baseline="0" noProof="0" dirty="0">
                <a:ln>
                  <a:noFill/>
                </a:ln>
                <a:solidFill>
                  <a:sysClr val="windowText" lastClr="000000"/>
                </a:solidFill>
                <a:effectLst/>
                <a:uLnTx/>
                <a:uFillTx/>
                <a:latin typeface="Calibri"/>
                <a:cs typeface="Calibri"/>
              </a:rPr>
              <a:t>Ajax</a:t>
            </a:r>
            <a:r>
              <a:rPr kumimoji="0" lang="ja-JP" altLang="en-US" sz="1600" b="0" i="0" u="none" strike="noStrike" kern="0" cap="none" spc="20"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30" normalizeH="0" baseline="0" noProof="0" dirty="0">
                <a:ln>
                  <a:noFill/>
                </a:ln>
                <a:solidFill>
                  <a:sysClr val="windowText" lastClr="000000"/>
                </a:solidFill>
                <a:effectLst/>
                <a:uLnTx/>
                <a:uFillTx/>
                <a:latin typeface="Yu Gothic"/>
                <a:cs typeface="Yu Gothic"/>
              </a:rPr>
              <a:t>通信や </a:t>
            </a:r>
            <a:r>
              <a:rPr kumimoji="0" lang="en-US" altLang="ja-JP" sz="1600" b="0" i="0" u="none" strike="noStrike" kern="0" cap="none" spc="0" normalizeH="0" baseline="0" noProof="0" dirty="0">
                <a:ln>
                  <a:noFill/>
                </a:ln>
                <a:solidFill>
                  <a:sysClr val="windowText" lastClr="000000"/>
                </a:solidFill>
                <a:effectLst/>
                <a:uLnTx/>
                <a:uFillTx/>
                <a:latin typeface="Calibri"/>
                <a:cs typeface="Calibri"/>
              </a:rPr>
              <a:t>Node.js</a:t>
            </a:r>
            <a:r>
              <a:rPr kumimoji="0" lang="ja-JP" altLang="en-US" sz="1600" b="0" i="0" u="none" strike="noStrike" kern="0" cap="none" spc="55" normalizeH="0" baseline="0" noProof="0" dirty="0">
                <a:ln>
                  <a:noFill/>
                </a:ln>
                <a:solidFill>
                  <a:sysClr val="windowText" lastClr="000000"/>
                </a:solidFill>
                <a:effectLst/>
                <a:uLnTx/>
                <a:uFillTx/>
                <a:latin typeface="Calibri"/>
                <a:cs typeface="Calibri"/>
              </a:rPr>
              <a:t> </a:t>
            </a:r>
            <a:r>
              <a:rPr kumimoji="0" lang="ja-JP" altLang="en-US" sz="1600" b="0" i="0" u="none" strike="noStrike" kern="0" cap="none" spc="-30" normalizeH="0" baseline="0" noProof="0" dirty="0">
                <a:ln>
                  <a:noFill/>
                </a:ln>
                <a:solidFill>
                  <a:sysClr val="windowText" lastClr="000000"/>
                </a:solidFill>
                <a:effectLst/>
                <a:uLnTx/>
                <a:uFillTx/>
                <a:latin typeface="Yu Gothic"/>
                <a:cs typeface="Yu Gothic"/>
              </a:rPr>
              <a:t>の台頭によって再び脚光を浴びる例もあるので何があるかはわからない。</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25"/>
              </a:spcBef>
              <a:spcAft>
                <a:spcPts val="0"/>
              </a:spcAft>
              <a:buClrTx/>
              <a:buSzTx/>
              <a:buFont typeface="Arial MT"/>
              <a:buChar char="•"/>
              <a:tabLst>
                <a:tab pos="280670" algn="l"/>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開発コストの膨張</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90"/>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メンテナンスコスト</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54"/>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不足機能の自前実装</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60"/>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セキュリティパッチ</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70"/>
              </a:spcBef>
              <a:spcAft>
                <a:spcPts val="0"/>
              </a:spcAft>
              <a:buClrTx/>
              <a:buSzTx/>
              <a:buFont typeface="Arial MT"/>
              <a:buChar char="•"/>
              <a:tabLst>
                <a:tab pos="73025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他言語やフレームワークへの乗換えコスト</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65"/>
              </a:spcBef>
              <a:spcAft>
                <a:spcPts val="0"/>
              </a:spcAft>
              <a:buClrTx/>
              <a:buSzTx/>
              <a:buFont typeface="Arial MT"/>
              <a:buChar char="•"/>
              <a:tabLst>
                <a:tab pos="730250" algn="l"/>
              </a:tabLst>
              <a:defRPr/>
            </a:pPr>
            <a:r>
              <a:rPr kumimoji="0" lang="en-US" altLang="ja-JP" sz="20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20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2273814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4.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latin typeface="Calibri (Headings)"/>
              </a:rPr>
              <a:t>4.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EFFA5B5E-E302-CED1-2936-C6F3D4A3B18A}"/>
              </a:ext>
            </a:extLst>
          </p:cNvPr>
          <p:cNvGraphicFramePr>
            <a:graphicFrameLocks noGrp="1"/>
          </p:cNvGraphicFramePr>
          <p:nvPr>
            <p:extLst>
              <p:ext uri="{D42A27DB-BD31-4B8C-83A1-F6EECF244321}">
                <p14:modId xmlns:p14="http://schemas.microsoft.com/office/powerpoint/2010/main" val="109617635"/>
              </p:ext>
            </p:extLst>
          </p:nvPr>
        </p:nvGraphicFramePr>
        <p:xfrm>
          <a:off x="819150" y="1811973"/>
          <a:ext cx="10515600" cy="4089396"/>
        </p:xfrm>
        <a:graphic>
          <a:graphicData uri="http://schemas.openxmlformats.org/drawingml/2006/table">
            <a:tbl>
              <a:tblPr firstRow="1" bandRow="1">
                <a:tableStyleId>{5C22544A-7EE6-4342-B048-85BDC9FD1C3A}</a:tableStyleId>
              </a:tblPr>
              <a:tblGrid>
                <a:gridCol w="3178204">
                  <a:extLst>
                    <a:ext uri="{9D8B030D-6E8A-4147-A177-3AD203B41FA5}">
                      <a16:colId xmlns:a16="http://schemas.microsoft.com/office/drawing/2014/main" val="3829365368"/>
                    </a:ext>
                  </a:extLst>
                </a:gridCol>
                <a:gridCol w="3832196">
                  <a:extLst>
                    <a:ext uri="{9D8B030D-6E8A-4147-A177-3AD203B41FA5}">
                      <a16:colId xmlns:a16="http://schemas.microsoft.com/office/drawing/2014/main" val="3060449654"/>
                    </a:ext>
                  </a:extLst>
                </a:gridCol>
                <a:gridCol w="3505200">
                  <a:extLst>
                    <a:ext uri="{9D8B030D-6E8A-4147-A177-3AD203B41FA5}">
                      <a16:colId xmlns:a16="http://schemas.microsoft.com/office/drawing/2014/main" val="2452839206"/>
                    </a:ext>
                  </a:extLst>
                </a:gridCol>
              </a:tblGrid>
              <a:tr h="0">
                <a:tc>
                  <a:txBody>
                    <a:bodyPr/>
                    <a:lstStyle/>
                    <a:p>
                      <a:pPr marL="91440">
                        <a:lnSpc>
                          <a:spcPct val="100000"/>
                        </a:lnSpc>
                        <a:spcBef>
                          <a:spcPts val="229"/>
                        </a:spcBef>
                      </a:pPr>
                      <a:r>
                        <a:rPr sz="1800" b="1" spc="-25" dirty="0">
                          <a:solidFill>
                            <a:srgbClr val="FFFFFF"/>
                          </a:solidFill>
                          <a:latin typeface="Yu Gothic"/>
                          <a:cs typeface="Yu Gothic"/>
                        </a:rPr>
                        <a:t>性質</a:t>
                      </a:r>
                      <a:endParaRPr sz="1800" dirty="0">
                        <a:latin typeface="Yu Gothic"/>
                        <a:cs typeface="Yu Gothic"/>
                      </a:endParaRPr>
                    </a:p>
                  </a:txBody>
                  <a:tcPr marL="0" marR="0" marT="29209" marB="0"/>
                </a:tc>
                <a:tc>
                  <a:txBody>
                    <a:bodyPr/>
                    <a:lstStyle/>
                    <a:p>
                      <a:pPr marL="635" algn="ctr">
                        <a:lnSpc>
                          <a:spcPct val="100000"/>
                        </a:lnSpc>
                        <a:spcBef>
                          <a:spcPts val="229"/>
                        </a:spcBef>
                      </a:pPr>
                      <a:r>
                        <a:rPr sz="1800" b="1" spc="-15" dirty="0">
                          <a:solidFill>
                            <a:srgbClr val="FFFFFF"/>
                          </a:solidFill>
                          <a:latin typeface="Yu Gothic"/>
                          <a:cs typeface="Yu Gothic"/>
                        </a:rPr>
                        <a:t>自然言語</a:t>
                      </a:r>
                      <a:endParaRPr sz="1800">
                        <a:latin typeface="Yu Gothic"/>
                        <a:cs typeface="Yu Gothic"/>
                      </a:endParaRPr>
                    </a:p>
                  </a:txBody>
                  <a:tcPr marL="0" marR="0" marT="29209" marB="0"/>
                </a:tc>
                <a:tc>
                  <a:txBody>
                    <a:bodyPr/>
                    <a:lstStyle/>
                    <a:p>
                      <a:pPr algn="ctr">
                        <a:lnSpc>
                          <a:spcPct val="100000"/>
                        </a:lnSpc>
                        <a:spcBef>
                          <a:spcPts val="229"/>
                        </a:spcBef>
                      </a:pPr>
                      <a:r>
                        <a:rPr sz="1800" b="1" spc="-10" dirty="0">
                          <a:solidFill>
                            <a:srgbClr val="FFFFFF"/>
                          </a:solidFill>
                          <a:latin typeface="Yu Gothic"/>
                          <a:cs typeface="Yu Gothic"/>
                        </a:rPr>
                        <a:t>プログラミング言語</a:t>
                      </a:r>
                      <a:endParaRPr sz="1800">
                        <a:latin typeface="Yu Gothic"/>
                        <a:cs typeface="Yu Gothic"/>
                      </a:endParaRPr>
                    </a:p>
                  </a:txBody>
                  <a:tcPr marL="0" marR="0" marT="29209" marB="0"/>
                </a:tc>
                <a:extLst>
                  <a:ext uri="{0D108BD9-81ED-4DB2-BD59-A6C34878D82A}">
                    <a16:rowId xmlns:a16="http://schemas.microsoft.com/office/drawing/2014/main" val="1963215484"/>
                  </a:ext>
                </a:extLst>
              </a:tr>
              <a:tr h="0">
                <a:tc>
                  <a:txBody>
                    <a:bodyPr/>
                    <a:lstStyle/>
                    <a:p>
                      <a:pPr marL="91440">
                        <a:lnSpc>
                          <a:spcPct val="100000"/>
                        </a:lnSpc>
                        <a:spcBef>
                          <a:spcPts val="219"/>
                        </a:spcBef>
                      </a:pPr>
                      <a:r>
                        <a:rPr sz="1800" spc="80" dirty="0">
                          <a:latin typeface="Yu Gothic"/>
                          <a:cs typeface="Yu Gothic"/>
                        </a:rPr>
                        <a:t>自然発生的</a:t>
                      </a:r>
                      <a:r>
                        <a:rPr sz="1800" dirty="0">
                          <a:latin typeface="Calibri"/>
                          <a:cs typeface="Calibri"/>
                        </a:rPr>
                        <a:t>/ </a:t>
                      </a:r>
                      <a:r>
                        <a:rPr sz="1800" spc="-20" dirty="0">
                          <a:latin typeface="Yu Gothic"/>
                          <a:cs typeface="Yu Gothic"/>
                        </a:rPr>
                        <a:t>人口的</a:t>
                      </a:r>
                      <a:endParaRPr sz="1800">
                        <a:latin typeface="Yu Gothic"/>
                        <a:cs typeface="Yu Gothic"/>
                      </a:endParaRPr>
                    </a:p>
                  </a:txBody>
                  <a:tcPr marL="0" marR="0" marT="27939" marB="0"/>
                </a:tc>
                <a:tc>
                  <a:txBody>
                    <a:bodyPr/>
                    <a:lstStyle/>
                    <a:p>
                      <a:pPr algn="ctr">
                        <a:lnSpc>
                          <a:spcPct val="100000"/>
                        </a:lnSpc>
                        <a:spcBef>
                          <a:spcPts val="219"/>
                        </a:spcBef>
                      </a:pPr>
                      <a:r>
                        <a:rPr sz="1800" spc="-10" dirty="0">
                          <a:latin typeface="Yu Gothic"/>
                          <a:cs typeface="Yu Gothic"/>
                        </a:rPr>
                        <a:t>自然発生的</a:t>
                      </a:r>
                      <a:endParaRPr sz="1800">
                        <a:latin typeface="Yu Gothic"/>
                        <a:cs typeface="Yu Gothic"/>
                      </a:endParaRPr>
                    </a:p>
                  </a:txBody>
                  <a:tcPr marL="0" marR="0" marT="27939" marB="0"/>
                </a:tc>
                <a:tc>
                  <a:txBody>
                    <a:bodyPr/>
                    <a:lstStyle/>
                    <a:p>
                      <a:pPr algn="ctr">
                        <a:lnSpc>
                          <a:spcPct val="100000"/>
                        </a:lnSpc>
                        <a:spcBef>
                          <a:spcPts val="219"/>
                        </a:spcBef>
                      </a:pPr>
                      <a:r>
                        <a:rPr sz="1800" spc="-20" dirty="0">
                          <a:latin typeface="Yu Gothic"/>
                          <a:cs typeface="Yu Gothic"/>
                        </a:rPr>
                        <a:t>人工的</a:t>
                      </a:r>
                      <a:endParaRPr sz="1800">
                        <a:latin typeface="Yu Gothic"/>
                        <a:cs typeface="Yu Gothic"/>
                      </a:endParaRPr>
                    </a:p>
                  </a:txBody>
                  <a:tcPr marL="0" marR="0" marT="27939" marB="0"/>
                </a:tc>
                <a:extLst>
                  <a:ext uri="{0D108BD9-81ED-4DB2-BD59-A6C34878D82A}">
                    <a16:rowId xmlns:a16="http://schemas.microsoft.com/office/drawing/2014/main" val="2851223690"/>
                  </a:ext>
                </a:extLst>
              </a:tr>
              <a:tr h="370840">
                <a:tc>
                  <a:txBody>
                    <a:bodyPr/>
                    <a:lstStyle/>
                    <a:p>
                      <a:pPr marL="91440">
                        <a:lnSpc>
                          <a:spcPct val="100000"/>
                        </a:lnSpc>
                        <a:spcBef>
                          <a:spcPts val="220"/>
                        </a:spcBef>
                      </a:pPr>
                      <a:r>
                        <a:rPr sz="1800" spc="204" dirty="0">
                          <a:latin typeface="Yu Gothic"/>
                          <a:cs typeface="Yu Gothic"/>
                        </a:rPr>
                        <a:t>口語</a:t>
                      </a:r>
                      <a:r>
                        <a:rPr sz="1800" dirty="0">
                          <a:latin typeface="Calibri"/>
                          <a:cs typeface="Calibri"/>
                        </a:rPr>
                        <a:t>/ </a:t>
                      </a:r>
                      <a:r>
                        <a:rPr sz="1800" spc="-25" dirty="0">
                          <a:latin typeface="Yu Gothic"/>
                          <a:cs typeface="Yu Gothic"/>
                        </a:rPr>
                        <a:t>文語</a:t>
                      </a:r>
                      <a:endParaRPr sz="1800">
                        <a:latin typeface="Yu Gothic"/>
                        <a:cs typeface="Yu Gothic"/>
                      </a:endParaRPr>
                    </a:p>
                  </a:txBody>
                  <a:tcPr marL="0" marR="0" marT="27940" marB="0"/>
                </a:tc>
                <a:tc>
                  <a:txBody>
                    <a:bodyPr/>
                    <a:lstStyle/>
                    <a:p>
                      <a:pPr algn="ctr">
                        <a:lnSpc>
                          <a:spcPct val="100000"/>
                        </a:lnSpc>
                        <a:spcBef>
                          <a:spcPts val="220"/>
                        </a:spcBef>
                      </a:pPr>
                      <a:r>
                        <a:rPr sz="1800" spc="-10" dirty="0">
                          <a:latin typeface="Yu Gothic"/>
                          <a:cs typeface="Yu Gothic"/>
                        </a:rPr>
                        <a:t>口語・文語</a:t>
                      </a:r>
                      <a:endParaRPr sz="1800">
                        <a:latin typeface="Yu Gothic"/>
                        <a:cs typeface="Yu Gothic"/>
                      </a:endParaRPr>
                    </a:p>
                  </a:txBody>
                  <a:tcPr marL="0" marR="0" marT="27940" marB="0"/>
                </a:tc>
                <a:tc>
                  <a:txBody>
                    <a:bodyPr/>
                    <a:lstStyle/>
                    <a:p>
                      <a:pPr algn="ctr">
                        <a:lnSpc>
                          <a:spcPct val="100000"/>
                        </a:lnSpc>
                        <a:spcBef>
                          <a:spcPts val="220"/>
                        </a:spcBef>
                      </a:pPr>
                      <a:r>
                        <a:rPr sz="1800" spc="-10" dirty="0">
                          <a:latin typeface="Yu Gothic"/>
                          <a:cs typeface="Yu Gothic"/>
                        </a:rPr>
                        <a:t>書くことのみ</a:t>
                      </a:r>
                      <a:endParaRPr sz="1800">
                        <a:latin typeface="Yu Gothic"/>
                        <a:cs typeface="Yu Gothic"/>
                      </a:endParaRPr>
                    </a:p>
                  </a:txBody>
                  <a:tcPr marL="0" marR="0" marT="27940" marB="0"/>
                </a:tc>
                <a:extLst>
                  <a:ext uri="{0D108BD9-81ED-4DB2-BD59-A6C34878D82A}">
                    <a16:rowId xmlns:a16="http://schemas.microsoft.com/office/drawing/2014/main" val="2304621128"/>
                  </a:ext>
                </a:extLst>
              </a:tr>
              <a:tr h="370840">
                <a:tc>
                  <a:txBody>
                    <a:bodyPr/>
                    <a:lstStyle/>
                    <a:p>
                      <a:pPr marL="91440">
                        <a:lnSpc>
                          <a:spcPct val="100000"/>
                        </a:lnSpc>
                        <a:spcBef>
                          <a:spcPts val="220"/>
                        </a:spcBef>
                      </a:pPr>
                      <a:r>
                        <a:rPr sz="1800" spc="-25" dirty="0">
                          <a:latin typeface="Yu Gothic"/>
                          <a:cs typeface="Yu Gothic"/>
                        </a:rPr>
                        <a:t>進化</a:t>
                      </a:r>
                      <a:endParaRPr sz="1800">
                        <a:latin typeface="Yu Gothic"/>
                        <a:cs typeface="Yu Gothic"/>
                      </a:endParaRPr>
                    </a:p>
                  </a:txBody>
                  <a:tcPr marL="0" marR="0" marT="27940" marB="0"/>
                </a:tc>
                <a:tc>
                  <a:txBody>
                    <a:bodyPr/>
                    <a:lstStyle/>
                    <a:p>
                      <a:pPr marL="635" algn="ctr">
                        <a:lnSpc>
                          <a:spcPct val="100000"/>
                        </a:lnSpc>
                        <a:spcBef>
                          <a:spcPts val="220"/>
                        </a:spcBef>
                      </a:pPr>
                      <a:r>
                        <a:rPr sz="1800" spc="-25" dirty="0">
                          <a:latin typeface="Yu Gothic"/>
                          <a:cs typeface="Yu Gothic"/>
                        </a:rPr>
                        <a:t>常に</a:t>
                      </a:r>
                      <a:endParaRPr sz="1800">
                        <a:latin typeface="Yu Gothic"/>
                        <a:cs typeface="Yu Gothic"/>
                      </a:endParaRPr>
                    </a:p>
                  </a:txBody>
                  <a:tcPr marL="0" marR="0" marT="27940" marB="0"/>
                </a:tc>
                <a:tc>
                  <a:txBody>
                    <a:bodyPr/>
                    <a:lstStyle/>
                    <a:p>
                      <a:pPr marL="635" algn="ctr">
                        <a:lnSpc>
                          <a:spcPct val="100000"/>
                        </a:lnSpc>
                        <a:spcBef>
                          <a:spcPts val="220"/>
                        </a:spcBef>
                      </a:pPr>
                      <a:r>
                        <a:rPr sz="1800" dirty="0">
                          <a:latin typeface="Yu Gothic"/>
                          <a:cs typeface="Yu Gothic"/>
                        </a:rPr>
                        <a:t>定期的に</a:t>
                      </a:r>
                      <a:r>
                        <a:rPr sz="1800" spc="-25" dirty="0">
                          <a:latin typeface="Calibri"/>
                          <a:cs typeface="Calibri"/>
                        </a:rPr>
                        <a:t>(</a:t>
                      </a:r>
                      <a:r>
                        <a:rPr sz="1800" dirty="0">
                          <a:latin typeface="Yu Gothic"/>
                          <a:cs typeface="Yu Gothic"/>
                        </a:rPr>
                        <a:t>ものによる</a:t>
                      </a:r>
                      <a:r>
                        <a:rPr sz="1800" spc="-50" dirty="0">
                          <a:latin typeface="Calibri"/>
                          <a:cs typeface="Calibri"/>
                        </a:rPr>
                        <a:t>)</a:t>
                      </a:r>
                      <a:endParaRPr sz="1800">
                        <a:latin typeface="Calibri"/>
                        <a:cs typeface="Calibri"/>
                      </a:endParaRPr>
                    </a:p>
                  </a:txBody>
                  <a:tcPr marL="0" marR="0" marT="27940" marB="0"/>
                </a:tc>
                <a:extLst>
                  <a:ext uri="{0D108BD9-81ED-4DB2-BD59-A6C34878D82A}">
                    <a16:rowId xmlns:a16="http://schemas.microsoft.com/office/drawing/2014/main" val="665674936"/>
                  </a:ext>
                </a:extLst>
              </a:tr>
              <a:tr h="370840">
                <a:tc>
                  <a:txBody>
                    <a:bodyPr/>
                    <a:lstStyle/>
                    <a:p>
                      <a:pPr marL="91440">
                        <a:lnSpc>
                          <a:spcPct val="100000"/>
                        </a:lnSpc>
                        <a:spcBef>
                          <a:spcPts val="220"/>
                        </a:spcBef>
                      </a:pPr>
                      <a:r>
                        <a:rPr sz="1800" spc="-10" dirty="0">
                          <a:latin typeface="Yu Gothic"/>
                          <a:cs typeface="Yu Gothic"/>
                        </a:rPr>
                        <a:t>何を反映するか</a:t>
                      </a:r>
                      <a:endParaRPr sz="1800" dirty="0">
                        <a:latin typeface="Yu Gothic"/>
                        <a:cs typeface="Yu Gothic"/>
                      </a:endParaRPr>
                    </a:p>
                  </a:txBody>
                  <a:tcPr marL="0" marR="0" marT="27940" marB="0"/>
                </a:tc>
                <a:tc>
                  <a:txBody>
                    <a:bodyPr/>
                    <a:lstStyle/>
                    <a:p>
                      <a:pPr marL="1457960" marR="193040" indent="-1257300">
                        <a:lnSpc>
                          <a:spcPct val="100000"/>
                        </a:lnSpc>
                        <a:spcBef>
                          <a:spcPts val="220"/>
                        </a:spcBef>
                      </a:pPr>
                      <a:r>
                        <a:rPr sz="1800" spc="-5" dirty="0">
                          <a:latin typeface="Yu Gothic"/>
                          <a:cs typeface="Yu Gothic"/>
                        </a:rPr>
                        <a:t>個、コミュニティ、社会、文化、</a:t>
                      </a:r>
                      <a:r>
                        <a:rPr sz="1800" spc="-15" dirty="0">
                          <a:latin typeface="Yu Gothic"/>
                          <a:cs typeface="Yu Gothic"/>
                        </a:rPr>
                        <a:t>歴史など</a:t>
                      </a:r>
                      <a:endParaRPr sz="1800">
                        <a:latin typeface="Yu Gothic"/>
                        <a:cs typeface="Yu Gothic"/>
                      </a:endParaRPr>
                    </a:p>
                  </a:txBody>
                  <a:tcPr marL="0" marR="0" marT="27940" marB="0"/>
                </a:tc>
                <a:tc>
                  <a:txBody>
                    <a:bodyPr/>
                    <a:lstStyle/>
                    <a:p>
                      <a:pPr algn="ctr">
                        <a:lnSpc>
                          <a:spcPct val="100000"/>
                        </a:lnSpc>
                        <a:spcBef>
                          <a:spcPts val="220"/>
                        </a:spcBef>
                      </a:pPr>
                      <a:r>
                        <a:rPr sz="1800" spc="-10" dirty="0">
                          <a:latin typeface="Yu Gothic"/>
                          <a:cs typeface="Yu Gothic"/>
                        </a:rPr>
                        <a:t>実装者の思想</a:t>
                      </a:r>
                      <a:endParaRPr sz="1800">
                        <a:latin typeface="Yu Gothic"/>
                        <a:cs typeface="Yu Gothic"/>
                      </a:endParaRPr>
                    </a:p>
                    <a:p>
                      <a:pPr marL="635" algn="ctr">
                        <a:lnSpc>
                          <a:spcPct val="100000"/>
                        </a:lnSpc>
                      </a:pPr>
                      <a:r>
                        <a:rPr sz="1800" spc="-25" dirty="0">
                          <a:latin typeface="Calibri"/>
                          <a:cs typeface="Calibri"/>
                        </a:rPr>
                        <a:t>(</a:t>
                      </a:r>
                      <a:r>
                        <a:rPr sz="1800" spc="50" dirty="0">
                          <a:latin typeface="Yu Gothic"/>
                          <a:cs typeface="Yu Gothic"/>
                        </a:rPr>
                        <a:t>生みの親、開発者</a:t>
                      </a:r>
                      <a:r>
                        <a:rPr sz="1800" spc="-20" dirty="0">
                          <a:latin typeface="Calibri"/>
                          <a:cs typeface="Calibri"/>
                        </a:rPr>
                        <a:t>etc.)</a:t>
                      </a:r>
                      <a:endParaRPr sz="1800">
                        <a:latin typeface="Calibri"/>
                        <a:cs typeface="Calibri"/>
                      </a:endParaRPr>
                    </a:p>
                  </a:txBody>
                  <a:tcPr marL="0" marR="0" marT="27940" marB="0"/>
                </a:tc>
                <a:extLst>
                  <a:ext uri="{0D108BD9-81ED-4DB2-BD59-A6C34878D82A}">
                    <a16:rowId xmlns:a16="http://schemas.microsoft.com/office/drawing/2014/main" val="3335580061"/>
                  </a:ext>
                </a:extLst>
              </a:tr>
              <a:tr h="370840">
                <a:tc>
                  <a:txBody>
                    <a:bodyPr/>
                    <a:lstStyle/>
                    <a:p>
                      <a:pPr marL="91440">
                        <a:lnSpc>
                          <a:spcPct val="100000"/>
                        </a:lnSpc>
                        <a:spcBef>
                          <a:spcPts val="220"/>
                        </a:spcBef>
                      </a:pPr>
                      <a:r>
                        <a:rPr sz="1800" spc="-15" dirty="0">
                          <a:latin typeface="Yu Gothic"/>
                          <a:cs typeface="Yu Gothic"/>
                        </a:rPr>
                        <a:t>コミュニケーションツール？</a:t>
                      </a:r>
                      <a:endParaRPr sz="1800">
                        <a:latin typeface="Yu Gothic"/>
                        <a:cs typeface="Yu Gothic"/>
                      </a:endParaRPr>
                    </a:p>
                  </a:txBody>
                  <a:tcPr marL="0" marR="0" marT="27940" marB="0"/>
                </a:tc>
                <a:tc>
                  <a:txBody>
                    <a:bodyPr/>
                    <a:lstStyle/>
                    <a:p>
                      <a:pPr marL="635" algn="ctr">
                        <a:lnSpc>
                          <a:spcPct val="100000"/>
                        </a:lnSpc>
                        <a:spcBef>
                          <a:spcPts val="220"/>
                        </a:spcBef>
                      </a:pPr>
                      <a:r>
                        <a:rPr sz="1800" spc="-50" dirty="0">
                          <a:latin typeface="Yu Gothic"/>
                          <a:cs typeface="Yu Gothic"/>
                        </a:rPr>
                        <a:t>〇</a:t>
                      </a:r>
                      <a:endParaRPr sz="1800">
                        <a:latin typeface="Yu Gothic"/>
                        <a:cs typeface="Yu Gothic"/>
                      </a:endParaRPr>
                    </a:p>
                  </a:txBody>
                  <a:tcPr marL="0" marR="0" marT="27940" marB="0"/>
                </a:tc>
                <a:tc>
                  <a:txBody>
                    <a:bodyPr/>
                    <a:lstStyle/>
                    <a:p>
                      <a:pPr marL="635" algn="ctr">
                        <a:lnSpc>
                          <a:spcPct val="100000"/>
                        </a:lnSpc>
                        <a:spcBef>
                          <a:spcPts val="220"/>
                        </a:spcBef>
                      </a:pPr>
                      <a:r>
                        <a:rPr sz="1800" spc="-50" dirty="0">
                          <a:latin typeface="Yu Gothic"/>
                          <a:cs typeface="Yu Gothic"/>
                        </a:rPr>
                        <a:t>△</a:t>
                      </a:r>
                      <a:endParaRPr sz="1800">
                        <a:latin typeface="Yu Gothic"/>
                        <a:cs typeface="Yu Gothic"/>
                      </a:endParaRPr>
                    </a:p>
                  </a:txBody>
                  <a:tcPr marL="0" marR="0" marT="27940" marB="0"/>
                </a:tc>
                <a:extLst>
                  <a:ext uri="{0D108BD9-81ED-4DB2-BD59-A6C34878D82A}">
                    <a16:rowId xmlns:a16="http://schemas.microsoft.com/office/drawing/2014/main" val="263108226"/>
                  </a:ext>
                </a:extLst>
              </a:tr>
              <a:tr h="370840">
                <a:tc>
                  <a:txBody>
                    <a:bodyPr/>
                    <a:lstStyle/>
                    <a:p>
                      <a:pPr marL="91440">
                        <a:lnSpc>
                          <a:spcPct val="100000"/>
                        </a:lnSpc>
                        <a:spcBef>
                          <a:spcPts val="220"/>
                        </a:spcBef>
                      </a:pPr>
                      <a:r>
                        <a:rPr sz="1800" spc="-15" dirty="0">
                          <a:latin typeface="Yu Gothic"/>
                          <a:cs typeface="Yu Gothic"/>
                        </a:rPr>
                        <a:t>生の定義</a:t>
                      </a:r>
                      <a:endParaRPr sz="1800">
                        <a:latin typeface="Yu Gothic"/>
                        <a:cs typeface="Yu Gothic"/>
                      </a:endParaRPr>
                    </a:p>
                  </a:txBody>
                  <a:tcPr marL="0" marR="0" marT="27940" marB="0"/>
                </a:tc>
                <a:tc>
                  <a:txBody>
                    <a:bodyPr/>
                    <a:lstStyle/>
                    <a:p>
                      <a:pPr algn="ctr">
                        <a:lnSpc>
                          <a:spcPct val="100000"/>
                        </a:lnSpc>
                        <a:spcBef>
                          <a:spcPts val="220"/>
                        </a:spcBef>
                      </a:pPr>
                      <a:r>
                        <a:rPr sz="1800" spc="-5" dirty="0">
                          <a:latin typeface="Yu Gothic"/>
                          <a:cs typeface="Yu Gothic"/>
                        </a:rPr>
                        <a:t>進化、変化し続けること</a:t>
                      </a:r>
                      <a:endParaRPr sz="1800">
                        <a:latin typeface="Yu Gothic"/>
                        <a:cs typeface="Yu Gothic"/>
                      </a:endParaRPr>
                    </a:p>
                  </a:txBody>
                  <a:tcPr marL="0" marR="0" marT="27940" marB="0"/>
                </a:tc>
                <a:tc>
                  <a:txBody>
                    <a:bodyPr/>
                    <a:lstStyle/>
                    <a:p>
                      <a:pPr marL="2540" algn="ctr">
                        <a:lnSpc>
                          <a:spcPct val="100000"/>
                        </a:lnSpc>
                        <a:spcBef>
                          <a:spcPts val="220"/>
                        </a:spcBef>
                      </a:pPr>
                      <a:r>
                        <a:rPr sz="1800" spc="-5" dirty="0">
                          <a:latin typeface="Yu Gothic"/>
                          <a:cs typeface="Yu Gothic"/>
                        </a:rPr>
                        <a:t>人々が関心を示すこと</a:t>
                      </a:r>
                      <a:endParaRPr sz="1800">
                        <a:latin typeface="Yu Gothic"/>
                        <a:cs typeface="Yu Gothic"/>
                      </a:endParaRPr>
                    </a:p>
                  </a:txBody>
                  <a:tcPr marL="0" marR="0" marT="27940" marB="0"/>
                </a:tc>
                <a:extLst>
                  <a:ext uri="{0D108BD9-81ED-4DB2-BD59-A6C34878D82A}">
                    <a16:rowId xmlns:a16="http://schemas.microsoft.com/office/drawing/2014/main" val="2051203139"/>
                  </a:ext>
                </a:extLst>
              </a:tr>
              <a:tr h="370840">
                <a:tc>
                  <a:txBody>
                    <a:bodyPr/>
                    <a:lstStyle/>
                    <a:p>
                      <a:pPr marL="91440">
                        <a:lnSpc>
                          <a:spcPct val="100000"/>
                        </a:lnSpc>
                        <a:spcBef>
                          <a:spcPts val="204"/>
                        </a:spcBef>
                      </a:pPr>
                      <a:r>
                        <a:rPr sz="1800" spc="-15" dirty="0">
                          <a:latin typeface="Yu Gothic"/>
                          <a:cs typeface="Yu Gothic"/>
                        </a:rPr>
                        <a:t>死の定義</a:t>
                      </a:r>
                      <a:endParaRPr sz="1800">
                        <a:latin typeface="Yu Gothic"/>
                        <a:cs typeface="Yu Gothic"/>
                      </a:endParaRPr>
                    </a:p>
                  </a:txBody>
                  <a:tcPr marL="0" marR="0" marT="26034" marB="0"/>
                </a:tc>
                <a:tc>
                  <a:txBody>
                    <a:bodyPr/>
                    <a:lstStyle/>
                    <a:p>
                      <a:pPr marL="3810" algn="ctr">
                        <a:lnSpc>
                          <a:spcPct val="100000"/>
                        </a:lnSpc>
                        <a:spcBef>
                          <a:spcPts val="204"/>
                        </a:spcBef>
                      </a:pPr>
                      <a:r>
                        <a:rPr sz="1800" spc="-20" dirty="0">
                          <a:latin typeface="Yu Gothic"/>
                          <a:cs typeface="Yu Gothic"/>
                        </a:rPr>
                        <a:t>母語話者が </a:t>
                      </a:r>
                      <a:r>
                        <a:rPr sz="1800" dirty="0">
                          <a:latin typeface="Calibri"/>
                          <a:cs typeface="Calibri"/>
                        </a:rPr>
                        <a:t>1</a:t>
                      </a:r>
                      <a:r>
                        <a:rPr sz="1800" spc="5" dirty="0">
                          <a:latin typeface="Calibri"/>
                          <a:cs typeface="Calibri"/>
                        </a:rPr>
                        <a:t> </a:t>
                      </a:r>
                      <a:r>
                        <a:rPr sz="1800" spc="-10" dirty="0">
                          <a:latin typeface="Yu Gothic"/>
                          <a:cs typeface="Yu Gothic"/>
                        </a:rPr>
                        <a:t>人しかしないこと</a:t>
                      </a:r>
                      <a:endParaRPr sz="1800">
                        <a:latin typeface="Yu Gothic"/>
                        <a:cs typeface="Yu Gothic"/>
                      </a:endParaRPr>
                    </a:p>
                    <a:p>
                      <a:pPr algn="ctr">
                        <a:lnSpc>
                          <a:spcPct val="100000"/>
                        </a:lnSpc>
                      </a:pPr>
                      <a:r>
                        <a:rPr sz="1800" spc="25" dirty="0">
                          <a:latin typeface="Calibri"/>
                          <a:cs typeface="Calibri"/>
                        </a:rPr>
                        <a:t>→ </a:t>
                      </a:r>
                      <a:r>
                        <a:rPr sz="1800" spc="-15" dirty="0">
                          <a:latin typeface="Yu Gothic"/>
                          <a:cs typeface="Yu Gothic"/>
                        </a:rPr>
                        <a:t>コミュニケーションがなくなる</a:t>
                      </a:r>
                      <a:endParaRPr sz="1800">
                        <a:latin typeface="Yu Gothic"/>
                        <a:cs typeface="Yu Gothic"/>
                      </a:endParaRPr>
                    </a:p>
                    <a:p>
                      <a:pPr algn="ctr">
                        <a:lnSpc>
                          <a:spcPct val="100000"/>
                        </a:lnSpc>
                      </a:pPr>
                      <a:r>
                        <a:rPr sz="1800" dirty="0">
                          <a:latin typeface="Calibri"/>
                          <a:cs typeface="Calibri"/>
                        </a:rPr>
                        <a:t>→ </a:t>
                      </a:r>
                      <a:r>
                        <a:rPr sz="1800" spc="-10" dirty="0">
                          <a:latin typeface="Yu Gothic"/>
                          <a:cs typeface="Yu Gothic"/>
                        </a:rPr>
                        <a:t>進化、変化が止まる</a:t>
                      </a:r>
                      <a:endParaRPr sz="1800">
                        <a:latin typeface="Yu Gothic"/>
                        <a:cs typeface="Yu Gothic"/>
                      </a:endParaRPr>
                    </a:p>
                  </a:txBody>
                  <a:tcPr marL="0" marR="0" marT="26034" marB="0"/>
                </a:tc>
                <a:tc>
                  <a:txBody>
                    <a:bodyPr/>
                    <a:lstStyle/>
                    <a:p>
                      <a:pPr algn="ctr">
                        <a:lnSpc>
                          <a:spcPct val="100000"/>
                        </a:lnSpc>
                        <a:spcBef>
                          <a:spcPts val="204"/>
                        </a:spcBef>
                      </a:pPr>
                      <a:r>
                        <a:rPr sz="1800" spc="-5" dirty="0">
                          <a:latin typeface="Yu Gothic"/>
                          <a:cs typeface="Yu Gothic"/>
                        </a:rPr>
                        <a:t>誰も興味を持たないこと</a:t>
                      </a:r>
                      <a:endParaRPr sz="1800" dirty="0">
                        <a:latin typeface="Yu Gothic"/>
                        <a:cs typeface="Yu Gothic"/>
                      </a:endParaRPr>
                    </a:p>
                    <a:p>
                      <a:pPr algn="ctr">
                        <a:lnSpc>
                          <a:spcPct val="100000"/>
                        </a:lnSpc>
                      </a:pPr>
                      <a:r>
                        <a:rPr sz="1800" spc="15" dirty="0">
                          <a:latin typeface="Calibri"/>
                          <a:cs typeface="Calibri"/>
                        </a:rPr>
                        <a:t>→</a:t>
                      </a:r>
                      <a:r>
                        <a:rPr lang="ja-JP" altLang="en-US" sz="1800" spc="15" dirty="0">
                          <a:latin typeface="Calibri"/>
                          <a:cs typeface="Calibri"/>
                        </a:rPr>
                        <a:t>開発</a:t>
                      </a:r>
                      <a:r>
                        <a:rPr sz="1800" spc="-15" dirty="0">
                          <a:latin typeface="Yu Gothic"/>
                          <a:cs typeface="Yu Gothic"/>
                        </a:rPr>
                        <a:t>、メンテが止まる</a:t>
                      </a:r>
                      <a:endParaRPr sz="1800" dirty="0">
                        <a:latin typeface="Yu Gothic"/>
                        <a:cs typeface="Yu Gothic"/>
                      </a:endParaRPr>
                    </a:p>
                    <a:p>
                      <a:pPr algn="ctr">
                        <a:lnSpc>
                          <a:spcPct val="100000"/>
                        </a:lnSpc>
                      </a:pPr>
                      <a:r>
                        <a:rPr sz="1800" dirty="0">
                          <a:latin typeface="Calibri"/>
                          <a:cs typeface="Calibri"/>
                        </a:rPr>
                        <a:t>→ </a:t>
                      </a:r>
                      <a:r>
                        <a:rPr sz="1800" spc="-10" dirty="0">
                          <a:latin typeface="Yu Gothic"/>
                          <a:cs typeface="Yu Gothic"/>
                        </a:rPr>
                        <a:t>進化、変化が止まる</a:t>
                      </a:r>
                      <a:endParaRPr sz="1800" dirty="0">
                        <a:latin typeface="Yu Gothic"/>
                        <a:cs typeface="Yu Gothic"/>
                      </a:endParaRPr>
                    </a:p>
                  </a:txBody>
                  <a:tcPr marL="0" marR="0" marT="26034" marB="0"/>
                </a:tc>
                <a:extLst>
                  <a:ext uri="{0D108BD9-81ED-4DB2-BD59-A6C34878D82A}">
                    <a16:rowId xmlns:a16="http://schemas.microsoft.com/office/drawing/2014/main" val="29562709"/>
                  </a:ext>
                </a:extLst>
              </a:tr>
              <a:tr h="370840">
                <a:tc>
                  <a:txBody>
                    <a:bodyPr/>
                    <a:lstStyle/>
                    <a:p>
                      <a:pPr marL="91440">
                        <a:lnSpc>
                          <a:spcPct val="100000"/>
                        </a:lnSpc>
                        <a:spcBef>
                          <a:spcPts val="204"/>
                        </a:spcBef>
                      </a:pPr>
                      <a:r>
                        <a:rPr sz="1800" spc="-10" dirty="0">
                          <a:latin typeface="Yu Gothic"/>
                          <a:cs typeface="Yu Gothic"/>
                        </a:rPr>
                        <a:t>言語の死の副作用</a:t>
                      </a:r>
                      <a:endParaRPr sz="1800" dirty="0">
                        <a:latin typeface="Yu Gothic"/>
                        <a:cs typeface="Yu Gothic"/>
                      </a:endParaRPr>
                    </a:p>
                  </a:txBody>
                  <a:tcPr marL="0" marR="0" marT="26034" marB="0"/>
                </a:tc>
                <a:tc>
                  <a:txBody>
                    <a:bodyPr/>
                    <a:lstStyle/>
                    <a:p>
                      <a:pPr algn="ctr">
                        <a:lnSpc>
                          <a:spcPct val="100000"/>
                        </a:lnSpc>
                        <a:spcBef>
                          <a:spcPts val="204"/>
                        </a:spcBef>
                      </a:pPr>
                      <a:r>
                        <a:rPr sz="1800" spc="-10" dirty="0">
                          <a:latin typeface="Yu Gothic"/>
                          <a:cs typeface="Yu Gothic"/>
                        </a:rPr>
                        <a:t>思考手段の喪失</a:t>
                      </a:r>
                      <a:endParaRPr sz="1800">
                        <a:latin typeface="Yu Gothic"/>
                        <a:cs typeface="Yu Gothic"/>
                      </a:endParaRPr>
                    </a:p>
                    <a:p>
                      <a:pPr algn="ctr">
                        <a:lnSpc>
                          <a:spcPct val="100000"/>
                        </a:lnSpc>
                      </a:pPr>
                      <a:r>
                        <a:rPr sz="1800" spc="-5" dirty="0">
                          <a:latin typeface="Yu Gothic"/>
                          <a:cs typeface="Yu Gothic"/>
                        </a:rPr>
                        <a:t>文化的アイデンティティの喪失</a:t>
                      </a:r>
                      <a:endParaRPr sz="1800">
                        <a:latin typeface="Yu Gothic"/>
                        <a:cs typeface="Yu Gothic"/>
                      </a:endParaRPr>
                    </a:p>
                  </a:txBody>
                  <a:tcPr marL="0" marR="0" marT="26034" marB="0"/>
                </a:tc>
                <a:tc>
                  <a:txBody>
                    <a:bodyPr/>
                    <a:lstStyle/>
                    <a:p>
                      <a:pPr marL="838200" marR="829944" indent="114300">
                        <a:lnSpc>
                          <a:spcPct val="100000"/>
                        </a:lnSpc>
                        <a:spcBef>
                          <a:spcPts val="204"/>
                        </a:spcBef>
                      </a:pPr>
                      <a:r>
                        <a:rPr sz="1800" spc="-10" dirty="0">
                          <a:latin typeface="Yu Gothic"/>
                          <a:cs typeface="Yu Gothic"/>
                        </a:rPr>
                        <a:t>市場価値の下落開発コストの膨張</a:t>
                      </a:r>
                      <a:endParaRPr sz="1800" dirty="0">
                        <a:latin typeface="Yu Gothic"/>
                        <a:cs typeface="Yu Gothic"/>
                      </a:endParaRPr>
                    </a:p>
                  </a:txBody>
                  <a:tcPr marL="0" marR="0" marT="26034" marB="0"/>
                </a:tc>
                <a:extLst>
                  <a:ext uri="{0D108BD9-81ED-4DB2-BD59-A6C34878D82A}">
                    <a16:rowId xmlns:a16="http://schemas.microsoft.com/office/drawing/2014/main" val="4145271397"/>
                  </a:ext>
                </a:extLst>
              </a:tr>
            </a:tbl>
          </a:graphicData>
        </a:graphic>
      </p:graphicFrame>
      <p:sp>
        <p:nvSpPr>
          <p:cNvPr id="6" name="Rectangle 5">
            <a:extLst>
              <a:ext uri="{FF2B5EF4-FFF2-40B4-BE49-F238E27FC236}">
                <a16:creationId xmlns:a16="http://schemas.microsoft.com/office/drawing/2014/main" id="{9C6BB3C9-530C-C40D-09B5-7CDDF760D030}"/>
              </a:ext>
            </a:extLst>
          </p:cNvPr>
          <p:cNvSpPr/>
          <p:nvPr/>
        </p:nvSpPr>
        <p:spPr>
          <a:xfrm>
            <a:off x="838200" y="4475527"/>
            <a:ext cx="10496550" cy="8556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8040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4.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384"/>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補足・感想</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79400" marR="5080" lvl="0" indent="-267335" algn="just" defTabSz="914400" eaLnBrk="1" fontAlgn="auto" latinLnBrk="0" hangingPunct="1">
              <a:lnSpc>
                <a:spcPts val="2590"/>
              </a:lnSpc>
              <a:spcBef>
                <a:spcPts val="575"/>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プログラミング言語に関しては、実用的なものでなければ売れないし参照	されないので、この手のテーマに関して信頼できるエビデンスを見つける	</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のが難しい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79400" marR="5080" lvl="0" indent="-267335" algn="just" defTabSz="914400" eaLnBrk="1" fontAlgn="auto" latinLnBrk="0" hangingPunct="1">
              <a:lnSpc>
                <a:spcPts val="2590"/>
              </a:lnSpc>
              <a:spcBef>
                <a:spcPts val="495"/>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一方、自然言語に関しては言語学という学問が存在するので、実用性はと	もかく深い考察の成果物や研究結果があるため、文献の参照が比較的容易</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79400" marR="5080" lvl="0" indent="-267335" algn="just" defTabSz="914400" eaLnBrk="1" fontAlgn="auto" latinLnBrk="0" hangingPunct="1">
              <a:lnSpc>
                <a:spcPts val="2590"/>
              </a:lnSpc>
              <a:spcBef>
                <a:spcPts val="509"/>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自然言語は紀元前の太古の昔から存在する一方、プログラミング言語は資	本主義経済の時代に生まれた若い言語。「進化、変化が止まることによっ	</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て死ぬ」のは、言語の性質というより市場の原理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algn="just" defTabSz="914400" eaLnBrk="1" fontAlgn="auto" latinLnBrk="0" hangingPunct="1">
              <a:lnSpc>
                <a:spcPct val="100000"/>
              </a:lnSpc>
              <a:spcBef>
                <a:spcPts val="185"/>
              </a:spcBef>
              <a:spcAft>
                <a:spcPts val="0"/>
              </a:spcAft>
              <a:buClrTx/>
              <a:buSzTx/>
              <a:buFont typeface="Arial MT"/>
              <a:buChar char="•"/>
              <a:tabLst>
                <a:tab pos="280035"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「プログラミング言語学」なるものがあったら？</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133323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280670" marR="0" lvl="0" indent="-267970" defTabSz="914400" eaLnBrk="1" fontAlgn="auto" latinLnBrk="0" hangingPunct="1">
              <a:lnSpc>
                <a:spcPct val="100000"/>
              </a:lnSpc>
              <a:spcBef>
                <a:spcPts val="425"/>
              </a:spcBef>
              <a:spcAft>
                <a:spcPts val="0"/>
              </a:spcAft>
              <a:buClrTx/>
              <a:buSzTx/>
              <a:buFont typeface="Arial MT"/>
              <a:buChar char="•"/>
              <a:tabLst>
                <a:tab pos="280670" algn="l"/>
              </a:tabLst>
              <a:defRPr/>
            </a:pPr>
            <a:r>
              <a:rPr kumimoji="0" lang="en-GB" sz="2400" b="0" i="0" u="none" strike="noStrike" kern="0" cap="none" spc="-20" normalizeH="0" baseline="0" noProof="0" dirty="0">
                <a:ln>
                  <a:noFill/>
                </a:ln>
                <a:solidFill>
                  <a:sysClr val="windowText" lastClr="000000"/>
                </a:solidFill>
                <a:effectLst/>
                <a:uLnTx/>
                <a:uFillTx/>
                <a:latin typeface="Calibri"/>
                <a:cs typeface="Calibri"/>
              </a:rPr>
              <a:t>Sarah-</a:t>
            </a:r>
            <a:r>
              <a:rPr kumimoji="0" lang="en-GB" sz="2400" b="0" i="0" u="none" strike="noStrike" kern="0" cap="none" spc="0" normalizeH="0" baseline="0" noProof="0" dirty="0">
                <a:ln>
                  <a:noFill/>
                </a:ln>
                <a:solidFill>
                  <a:sysClr val="windowText" lastClr="000000"/>
                </a:solidFill>
                <a:effectLst/>
                <a:uLnTx/>
                <a:uFillTx/>
                <a:latin typeface="Calibri"/>
                <a:cs typeface="Calibri"/>
              </a:rPr>
              <a:t>Claire</a:t>
            </a:r>
            <a:r>
              <a:rPr kumimoji="0" lang="en-GB" sz="2400" b="0" i="0" u="none" strike="noStrike" kern="0" cap="none" spc="-65" normalizeH="0" baseline="0" noProof="0" dirty="0">
                <a:ln>
                  <a:noFill/>
                </a:ln>
                <a:solidFill>
                  <a:sysClr val="windowText" lastClr="000000"/>
                </a:solidFill>
                <a:effectLst/>
                <a:uLnTx/>
                <a:uFillTx/>
                <a:latin typeface="Calibri"/>
                <a:cs typeface="Calibri"/>
              </a:rPr>
              <a:t> </a:t>
            </a:r>
            <a:r>
              <a:rPr kumimoji="0" lang="en-GB" sz="2400" b="0" i="0" u="none" strike="noStrike" kern="0" cap="none" spc="0" normalizeH="0" baseline="0" noProof="0" dirty="0">
                <a:ln>
                  <a:noFill/>
                </a:ln>
                <a:solidFill>
                  <a:sysClr val="windowText" lastClr="000000"/>
                </a:solidFill>
                <a:effectLst/>
                <a:uLnTx/>
                <a:uFillTx/>
                <a:latin typeface="Calibri"/>
                <a:cs typeface="Calibri"/>
              </a:rPr>
              <a:t>Jordan,</a:t>
            </a:r>
            <a:r>
              <a:rPr kumimoji="0" lang="en-GB" sz="2400" b="0" i="0" u="none" strike="noStrike" kern="0" cap="none" spc="-45" normalizeH="0" baseline="0" noProof="0" dirty="0">
                <a:ln>
                  <a:noFill/>
                </a:ln>
                <a:solidFill>
                  <a:sysClr val="windowText" lastClr="000000"/>
                </a:solidFill>
                <a:effectLst/>
                <a:uLnTx/>
                <a:uFillTx/>
                <a:latin typeface="Calibri"/>
                <a:cs typeface="Calibri"/>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What</a:t>
            </a:r>
            <a:r>
              <a:rPr kumimoji="0" lang="en-GB" sz="2400" b="0" i="1" u="sng" strike="noStrike" kern="0" cap="none" spc="-4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Causes</a:t>
            </a:r>
            <a:r>
              <a:rPr kumimoji="0" lang="en-GB" sz="2400" b="0" i="1" u="sng" strike="noStrike" kern="0" cap="none" spc="-50"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the</a:t>
            </a:r>
            <a:r>
              <a:rPr kumimoji="0" lang="en-GB" sz="2400" b="0" i="1" u="sng" strike="noStrike" kern="0" cap="none" spc="-3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Death</a:t>
            </a:r>
            <a:r>
              <a:rPr kumimoji="0" lang="en-GB" sz="2400" b="0" i="1" u="sng" strike="noStrike" kern="0" cap="none" spc="-5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of</a:t>
            </a:r>
            <a:r>
              <a:rPr kumimoji="0" lang="en-GB" sz="2400" b="0" i="1" u="sng" strike="noStrike" kern="0" cap="none" spc="-30"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a</a:t>
            </a:r>
            <a:r>
              <a:rPr kumimoji="0" lang="en-GB" sz="2400" b="0" i="1" u="sng" strike="noStrike" kern="0" cap="none" spc="-40"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1" u="sng" strike="noStrike" kern="0" cap="none" spc="-10" normalizeH="0" baseline="0" noProof="0" dirty="0">
                <a:ln>
                  <a:noFill/>
                </a:ln>
                <a:solidFill>
                  <a:srgbClr val="0462C1"/>
                </a:solidFill>
                <a:effectLst/>
                <a:uLnTx/>
                <a:uFill>
                  <a:solidFill>
                    <a:srgbClr val="0462C1"/>
                  </a:solidFill>
                </a:uFill>
                <a:latin typeface="Calibri"/>
                <a:cs typeface="Calibri"/>
                <a:hlinkClick r:id="rId3"/>
              </a:rPr>
              <a:t>Language?</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549275" marR="0" lvl="1" indent="-262255" defTabSz="914400" eaLnBrk="1" fontAlgn="auto" latinLnBrk="0" hangingPunct="1">
              <a:lnSpc>
                <a:spcPct val="100000"/>
              </a:lnSpc>
              <a:spcBef>
                <a:spcPts val="280"/>
              </a:spcBef>
              <a:spcAft>
                <a:spcPts val="0"/>
              </a:spcAft>
              <a:buClrTx/>
              <a:buSzTx/>
              <a:buFont typeface="Arial MT"/>
              <a:buChar char="•"/>
              <a:tabLst>
                <a:tab pos="549275"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2021</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23</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95"/>
              </a:spcBef>
              <a:spcAft>
                <a:spcPts val="0"/>
              </a:spcAft>
              <a:buClrTx/>
              <a:buSzTx/>
              <a:buFont typeface="Arial MT"/>
              <a:buChar char="•"/>
              <a:tabLst>
                <a:tab pos="280670" algn="l"/>
              </a:tabLst>
              <a:defRPr/>
            </a:pPr>
            <a:r>
              <a:rPr kumimoji="0" lang="en-GB" sz="2400" b="0" i="0" u="none" strike="noStrike" kern="0" cap="none" spc="0" normalizeH="0" baseline="0" noProof="0" dirty="0">
                <a:ln>
                  <a:noFill/>
                </a:ln>
                <a:solidFill>
                  <a:sysClr val="windowText" lastClr="000000"/>
                </a:solidFill>
                <a:effectLst/>
                <a:uLnTx/>
                <a:uFillTx/>
                <a:latin typeface="Calibri"/>
                <a:cs typeface="Calibri"/>
              </a:rPr>
              <a:t>Justina</a:t>
            </a:r>
            <a:r>
              <a:rPr kumimoji="0" lang="en-GB" sz="2400" b="0" i="0" u="none" strike="noStrike" kern="0" cap="none" spc="-65" normalizeH="0" baseline="0" noProof="0" dirty="0">
                <a:ln>
                  <a:noFill/>
                </a:ln>
                <a:solidFill>
                  <a:sysClr val="windowText" lastClr="000000"/>
                </a:solidFill>
                <a:effectLst/>
                <a:uLnTx/>
                <a:uFillTx/>
                <a:latin typeface="Calibri"/>
                <a:cs typeface="Calibri"/>
              </a:rPr>
              <a:t> </a:t>
            </a:r>
            <a:r>
              <a:rPr kumimoji="0" lang="en-GB" sz="2400" b="0" i="0" u="none" strike="noStrike" kern="0" cap="none" spc="0" normalizeH="0" baseline="0" noProof="0" dirty="0">
                <a:ln>
                  <a:noFill/>
                </a:ln>
                <a:solidFill>
                  <a:sysClr val="windowText" lastClr="000000"/>
                </a:solidFill>
                <a:effectLst/>
                <a:uLnTx/>
                <a:uFillTx/>
                <a:latin typeface="Calibri"/>
                <a:cs typeface="Calibri"/>
              </a:rPr>
              <a:t>H.,</a:t>
            </a:r>
            <a:r>
              <a:rPr kumimoji="0" lang="en-GB" sz="2400" b="0" i="0" u="none" strike="noStrike" kern="0" cap="none" spc="-55" normalizeH="0" baseline="0" noProof="0" dirty="0">
                <a:ln>
                  <a:noFill/>
                </a:ln>
                <a:solidFill>
                  <a:sysClr val="windowText" lastClr="000000"/>
                </a:solidFill>
                <a:effectLst/>
                <a:uLnTx/>
                <a:uFillTx/>
                <a:latin typeface="Calibri"/>
                <a:cs typeface="Calibri"/>
              </a:rPr>
              <a:t> </a:t>
            </a:r>
            <a:r>
              <a:rPr kumimoji="0" lang="en-GB" sz="2400" b="0" i="1" u="sng" strike="noStrike" kern="0" cap="none" spc="-20" normalizeH="0" baseline="0" noProof="0" dirty="0">
                <a:ln>
                  <a:noFill/>
                </a:ln>
                <a:solidFill>
                  <a:srgbClr val="0462C1"/>
                </a:solidFill>
                <a:effectLst/>
                <a:uLnTx/>
                <a:uFill>
                  <a:solidFill>
                    <a:srgbClr val="0462C1"/>
                  </a:solidFill>
                </a:uFill>
                <a:latin typeface="Calibri"/>
                <a:cs typeface="Calibri"/>
                <a:hlinkClick r:id="rId4"/>
              </a:rPr>
              <a:t>Worst</a:t>
            </a:r>
            <a:r>
              <a:rPr kumimoji="0" lang="en-GB" sz="2400" b="0" i="1" u="sng" strike="noStrike" kern="0" cap="none" spc="-60"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10" normalizeH="0" baseline="0" noProof="0" dirty="0">
                <a:ln>
                  <a:noFill/>
                </a:ln>
                <a:solidFill>
                  <a:srgbClr val="0462C1"/>
                </a:solidFill>
                <a:effectLst/>
                <a:uLnTx/>
                <a:uFill>
                  <a:solidFill>
                    <a:srgbClr val="0462C1"/>
                  </a:solidFill>
                </a:uFill>
                <a:latin typeface="Calibri"/>
                <a:cs typeface="Calibri"/>
                <a:hlinkClick r:id="rId4"/>
              </a:rPr>
              <a:t>Programming</a:t>
            </a:r>
            <a:r>
              <a:rPr kumimoji="0" lang="en-GB" sz="2400" b="0" i="1" u="sng" strike="noStrike" kern="0" cap="none" spc="-55"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4"/>
              </a:rPr>
              <a:t>Languages</a:t>
            </a:r>
            <a:r>
              <a:rPr kumimoji="0" lang="en-GB" sz="2400" b="0" i="1" u="sng" strike="noStrike" kern="0" cap="none" spc="-45"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4"/>
              </a:rPr>
              <a:t>to</a:t>
            </a:r>
            <a:r>
              <a:rPr kumimoji="0" lang="en-GB" sz="2400" b="0" i="1" u="sng" strike="noStrike" kern="0" cap="none" spc="-60"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4"/>
              </a:rPr>
              <a:t>Learn</a:t>
            </a:r>
            <a:r>
              <a:rPr kumimoji="0" lang="en-GB" sz="2400" b="0" i="1" u="sng" strike="noStrike" kern="0" cap="none" spc="-50"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4"/>
              </a:rPr>
              <a:t>in</a:t>
            </a:r>
            <a:r>
              <a:rPr kumimoji="0" lang="en-GB" sz="2400" b="0" i="1" u="sng" strike="noStrike" kern="0" cap="none" spc="-55" normalizeH="0" baseline="0" noProof="0" dirty="0">
                <a:ln>
                  <a:noFill/>
                </a:ln>
                <a:solidFill>
                  <a:srgbClr val="0462C1"/>
                </a:solidFill>
                <a:effectLst/>
                <a:uLnTx/>
                <a:uFill>
                  <a:solidFill>
                    <a:srgbClr val="0462C1"/>
                  </a:solidFill>
                </a:uFill>
                <a:latin typeface="Calibri"/>
                <a:cs typeface="Calibri"/>
                <a:hlinkClick r:id="rId4"/>
              </a:rPr>
              <a:t> </a:t>
            </a:r>
            <a:r>
              <a:rPr kumimoji="0" lang="en-GB" sz="2400" b="0" i="1" u="sng" strike="noStrike" kern="0" cap="none" spc="-20" normalizeH="0" baseline="0" noProof="0" dirty="0">
                <a:ln>
                  <a:noFill/>
                </a:ln>
                <a:solidFill>
                  <a:srgbClr val="0462C1"/>
                </a:solidFill>
                <a:effectLst/>
                <a:uLnTx/>
                <a:uFill>
                  <a:solidFill>
                    <a:srgbClr val="0462C1"/>
                  </a:solidFill>
                </a:uFill>
                <a:latin typeface="Calibri"/>
                <a:cs typeface="Calibri"/>
                <a:hlinkClick r:id="rId4"/>
              </a:rPr>
              <a:t>2018</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549275" marR="0" lvl="1" indent="-262255" defTabSz="914400" eaLnBrk="1" fontAlgn="auto" latinLnBrk="0" hangingPunct="1">
              <a:lnSpc>
                <a:spcPct val="100000"/>
              </a:lnSpc>
              <a:spcBef>
                <a:spcPts val="280"/>
              </a:spcBef>
              <a:spcAft>
                <a:spcPts val="0"/>
              </a:spcAft>
              <a:buClrTx/>
              <a:buSzTx/>
              <a:buFont typeface="Arial MT"/>
              <a:buChar char="•"/>
              <a:tabLst>
                <a:tab pos="549275"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2021</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23</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695"/>
              </a:spcBef>
              <a:spcAft>
                <a:spcPts val="0"/>
              </a:spcAft>
              <a:buClrTx/>
              <a:buSzTx/>
              <a:buFont typeface="Arial MT"/>
              <a:buChar char="•"/>
              <a:tabLst>
                <a:tab pos="280670" algn="l"/>
              </a:tabLst>
              <a:defRPr/>
            </a:pPr>
            <a:r>
              <a:rPr kumimoji="0" lang="en-GB" sz="2400" b="0" i="0" u="none" strike="noStrike" kern="0" cap="none" spc="0" normalizeH="0" baseline="0" noProof="0" dirty="0">
                <a:ln>
                  <a:noFill/>
                </a:ln>
                <a:solidFill>
                  <a:srgbClr val="3C3E44"/>
                </a:solidFill>
                <a:effectLst/>
                <a:uLnTx/>
                <a:uFillTx/>
                <a:latin typeface="Calibri"/>
                <a:cs typeface="Calibri"/>
              </a:rPr>
              <a:t>Michael</a:t>
            </a:r>
            <a:r>
              <a:rPr kumimoji="0" lang="en-GB" sz="2400" b="0" i="0" u="none" strike="noStrike" kern="0" cap="none" spc="-45" normalizeH="0" baseline="0" noProof="0" dirty="0">
                <a:ln>
                  <a:noFill/>
                </a:ln>
                <a:solidFill>
                  <a:srgbClr val="3C3E44"/>
                </a:solidFill>
                <a:effectLst/>
                <a:uLnTx/>
                <a:uFillTx/>
                <a:latin typeface="Calibri"/>
                <a:cs typeface="Calibri"/>
              </a:rPr>
              <a:t> </a:t>
            </a:r>
            <a:r>
              <a:rPr kumimoji="0" lang="en-GB" sz="2400" b="0" i="0" u="none" strike="noStrike" kern="0" cap="none" spc="0" normalizeH="0" baseline="0" noProof="0" dirty="0">
                <a:ln>
                  <a:noFill/>
                </a:ln>
                <a:solidFill>
                  <a:srgbClr val="3C3E44"/>
                </a:solidFill>
                <a:effectLst/>
                <a:uLnTx/>
                <a:uFillTx/>
                <a:latin typeface="Calibri"/>
                <a:cs typeface="Calibri"/>
              </a:rPr>
              <a:t>L.</a:t>
            </a:r>
            <a:r>
              <a:rPr kumimoji="0" lang="en-GB" sz="2400" b="0" i="0" u="none" strike="noStrike" kern="0" cap="none" spc="-50" normalizeH="0" baseline="0" noProof="0" dirty="0">
                <a:ln>
                  <a:noFill/>
                </a:ln>
                <a:solidFill>
                  <a:srgbClr val="3C3E44"/>
                </a:solidFill>
                <a:effectLst/>
                <a:uLnTx/>
                <a:uFillTx/>
                <a:latin typeface="Calibri"/>
                <a:cs typeface="Calibri"/>
              </a:rPr>
              <a:t> </a:t>
            </a:r>
            <a:r>
              <a:rPr kumimoji="0" lang="en-GB" sz="2400" b="0" i="0" u="none" strike="noStrike" kern="0" cap="none" spc="0" normalizeH="0" baseline="0" noProof="0" dirty="0">
                <a:ln>
                  <a:noFill/>
                </a:ln>
                <a:solidFill>
                  <a:srgbClr val="3C3E44"/>
                </a:solidFill>
                <a:effectLst/>
                <a:uLnTx/>
                <a:uFillTx/>
                <a:latin typeface="Calibri"/>
                <a:cs typeface="Calibri"/>
              </a:rPr>
              <a:t>Geis,</a:t>
            </a:r>
            <a:r>
              <a:rPr kumimoji="0" lang="en-GB" sz="2400" b="0" i="0" u="none" strike="noStrike" kern="0" cap="none" spc="-55" normalizeH="0" baseline="0" noProof="0" dirty="0">
                <a:ln>
                  <a:noFill/>
                </a:ln>
                <a:solidFill>
                  <a:srgbClr val="3C3E44"/>
                </a:solidFill>
                <a:effectLst/>
                <a:uLnTx/>
                <a:uFillTx/>
                <a:latin typeface="Calibri"/>
                <a:cs typeface="Calibri"/>
              </a:rPr>
              <a:t> </a:t>
            </a:r>
            <a:r>
              <a:rPr kumimoji="0" lang="en-GB" sz="2400" b="0" i="1" u="none" strike="noStrike" kern="0" cap="none" spc="0" normalizeH="0" baseline="0" noProof="0" dirty="0">
                <a:ln>
                  <a:noFill/>
                </a:ln>
                <a:solidFill>
                  <a:srgbClr val="3C3E44"/>
                </a:solidFill>
                <a:effectLst/>
                <a:uLnTx/>
                <a:uFillTx/>
                <a:latin typeface="Calibri"/>
                <a:cs typeface="Calibri"/>
              </a:rPr>
              <a:t>Language</a:t>
            </a:r>
            <a:r>
              <a:rPr kumimoji="0" lang="en-GB" sz="2400" b="0" i="1" u="none" strike="noStrike" kern="0" cap="none" spc="-30" normalizeH="0" baseline="0" noProof="0" dirty="0">
                <a:ln>
                  <a:noFill/>
                </a:ln>
                <a:solidFill>
                  <a:srgbClr val="3C3E44"/>
                </a:solidFill>
                <a:effectLst/>
                <a:uLnTx/>
                <a:uFillTx/>
                <a:latin typeface="Calibri"/>
                <a:cs typeface="Calibri"/>
              </a:rPr>
              <a:t> </a:t>
            </a:r>
            <a:r>
              <a:rPr kumimoji="0" lang="en-GB" sz="2400" b="0" i="1" u="none" strike="noStrike" kern="0" cap="none" spc="0" normalizeH="0" baseline="0" noProof="0" dirty="0">
                <a:ln>
                  <a:noFill/>
                </a:ln>
                <a:solidFill>
                  <a:srgbClr val="3C3E44"/>
                </a:solidFill>
                <a:effectLst/>
                <a:uLnTx/>
                <a:uFillTx/>
                <a:latin typeface="Calibri"/>
                <a:cs typeface="Calibri"/>
              </a:rPr>
              <a:t>and</a:t>
            </a:r>
            <a:r>
              <a:rPr kumimoji="0" lang="en-GB" sz="2400" b="0" i="1" u="none" strike="noStrike" kern="0" cap="none" spc="-35" normalizeH="0" baseline="0" noProof="0" dirty="0">
                <a:ln>
                  <a:noFill/>
                </a:ln>
                <a:solidFill>
                  <a:srgbClr val="3C3E44"/>
                </a:solidFill>
                <a:effectLst/>
                <a:uLnTx/>
                <a:uFillTx/>
                <a:latin typeface="Calibri"/>
                <a:cs typeface="Calibri"/>
              </a:rPr>
              <a:t> </a:t>
            </a:r>
            <a:r>
              <a:rPr kumimoji="0" lang="en-GB" sz="2400" b="0" i="1" u="none" strike="noStrike" kern="0" cap="none" spc="-10" normalizeH="0" baseline="0" noProof="0" dirty="0">
                <a:ln>
                  <a:noFill/>
                </a:ln>
                <a:solidFill>
                  <a:srgbClr val="3C3E44"/>
                </a:solidFill>
                <a:effectLst/>
                <a:uLnTx/>
                <a:uFillTx/>
                <a:latin typeface="Calibri"/>
                <a:cs typeface="Calibri"/>
              </a:rPr>
              <a:t>Communication</a:t>
            </a:r>
            <a:r>
              <a:rPr kumimoji="0" lang="en-GB" sz="2400" b="0" i="0" u="none" strike="noStrike" kern="0" cap="none" spc="-10" normalizeH="0" baseline="0" noProof="0" dirty="0">
                <a:ln>
                  <a:noFill/>
                </a:ln>
                <a:solidFill>
                  <a:srgbClr val="3C3E44"/>
                </a:solidFill>
                <a:effectLst/>
                <a:uLnTx/>
                <a:uFillTx/>
                <a:latin typeface="Calibri"/>
                <a:cs typeface="Calibri"/>
              </a:rPr>
              <a:t>,</a:t>
            </a:r>
            <a:r>
              <a:rPr kumimoji="0" lang="en-GB" sz="2400" b="0" i="0" u="none" strike="noStrike" kern="0" cap="none" spc="-50" normalizeH="0" baseline="0" noProof="0" dirty="0">
                <a:ln>
                  <a:noFill/>
                </a:ln>
                <a:solidFill>
                  <a:srgbClr val="3C3E44"/>
                </a:solidFill>
                <a:effectLst/>
                <a:uLnTx/>
                <a:uFillTx/>
                <a:latin typeface="Calibri"/>
                <a:cs typeface="Calibri"/>
              </a:rPr>
              <a:t> </a:t>
            </a:r>
            <a:r>
              <a:rPr kumimoji="0" lang="en-GB" sz="2400" b="0" i="0" u="none" strike="noStrike" kern="0" cap="none" spc="-10" normalizeH="0" baseline="0" noProof="0" dirty="0">
                <a:ln>
                  <a:noFill/>
                </a:ln>
                <a:solidFill>
                  <a:srgbClr val="3C3E44"/>
                </a:solidFill>
                <a:effectLst/>
                <a:uLnTx/>
                <a:uFillTx/>
                <a:latin typeface="Calibri"/>
                <a:cs typeface="Calibri"/>
              </a:rPr>
              <a:t>Oxford,</a:t>
            </a:r>
            <a:r>
              <a:rPr kumimoji="0" lang="en-GB" sz="2400" b="0" i="0" u="none" strike="noStrike" kern="0" cap="none" spc="-35" normalizeH="0" baseline="0" noProof="0" dirty="0">
                <a:ln>
                  <a:noFill/>
                </a:ln>
                <a:solidFill>
                  <a:srgbClr val="3C3E44"/>
                </a:solidFill>
                <a:effectLst/>
                <a:uLnTx/>
                <a:uFillTx/>
                <a:latin typeface="Calibri"/>
                <a:cs typeface="Calibri"/>
              </a:rPr>
              <a:t> </a:t>
            </a:r>
            <a:r>
              <a:rPr kumimoji="0" lang="en-GB" sz="2400" b="0" i="0" u="none" strike="noStrike" kern="0" cap="none" spc="-70" normalizeH="0" baseline="0" noProof="0" dirty="0">
                <a:ln>
                  <a:noFill/>
                </a:ln>
                <a:solidFill>
                  <a:srgbClr val="3C3E44"/>
                </a:solidFill>
                <a:effectLst/>
                <a:uLnTx/>
                <a:uFillTx/>
                <a:latin typeface="Calibri"/>
                <a:cs typeface="Calibri"/>
              </a:rPr>
              <a:t>OUP,</a:t>
            </a:r>
            <a:r>
              <a:rPr kumimoji="0" lang="en-GB" sz="2400" b="0" i="0" u="none" strike="noStrike" kern="0" cap="none" spc="-30" normalizeH="0" baseline="0" noProof="0" dirty="0">
                <a:ln>
                  <a:noFill/>
                </a:ln>
                <a:solidFill>
                  <a:srgbClr val="3C3E44"/>
                </a:solidFill>
                <a:effectLst/>
                <a:uLnTx/>
                <a:uFillTx/>
                <a:latin typeface="Calibri"/>
                <a:cs typeface="Calibri"/>
              </a:rPr>
              <a:t> </a:t>
            </a:r>
            <a:r>
              <a:rPr kumimoji="0" lang="en-GB" sz="2400" b="0" i="0" u="none" strike="noStrike" kern="0" cap="none" spc="-20" normalizeH="0" baseline="0" noProof="0" dirty="0">
                <a:ln>
                  <a:noFill/>
                </a:ln>
                <a:solidFill>
                  <a:srgbClr val="3C3E44"/>
                </a:solidFill>
                <a:effectLst/>
                <a:uLnTx/>
                <a:uFillTx/>
                <a:latin typeface="Calibri"/>
                <a:cs typeface="Calibri"/>
              </a:rPr>
              <a:t>2001</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695"/>
              </a:spcBef>
              <a:spcAft>
                <a:spcPts val="0"/>
              </a:spcAft>
              <a:buClr>
                <a:srgbClr val="3C3E44"/>
              </a:buClr>
              <a:buSzTx/>
              <a:buFont typeface="Arial MT"/>
              <a:buChar char="•"/>
              <a:tabLst>
                <a:tab pos="280670" algn="l"/>
              </a:tabLst>
              <a:defRPr/>
            </a:pPr>
            <a:r>
              <a:rPr kumimoji="0" lang="en-GB"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5"/>
              </a:rPr>
              <a:t>NTT</a:t>
            </a:r>
            <a:r>
              <a:rPr kumimoji="0" lang="ja-JP" altLang="en-US" sz="2400" b="0" i="0" u="sng" strike="noStrike" kern="0" cap="none" spc="-5" normalizeH="0" baseline="0" noProof="0" dirty="0">
                <a:ln>
                  <a:noFill/>
                </a:ln>
                <a:solidFill>
                  <a:srgbClr val="0462C1"/>
                </a:solidFill>
                <a:effectLst/>
                <a:uLnTx/>
                <a:uFill>
                  <a:solidFill>
                    <a:srgbClr val="0462C1"/>
                  </a:solidFill>
                </a:uFill>
                <a:latin typeface="Yu Gothic"/>
                <a:cs typeface="Yu Gothic"/>
                <a:hlinkClick r:id="rId5"/>
              </a:rPr>
              <a:t>ドコモの公式開発ツールを使おう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549275" marR="0" lvl="1" indent="-262255" defTabSz="914400" eaLnBrk="1" fontAlgn="auto" latinLnBrk="0" hangingPunct="1">
              <a:lnSpc>
                <a:spcPct val="100000"/>
              </a:lnSpc>
              <a:spcBef>
                <a:spcPts val="295"/>
              </a:spcBef>
              <a:spcAft>
                <a:spcPts val="0"/>
              </a:spcAft>
              <a:buClrTx/>
              <a:buSzTx/>
              <a:buFont typeface="Arial MT"/>
              <a:buChar char="•"/>
              <a:tabLst>
                <a:tab pos="549275"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2021</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08</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09</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5080" lvl="0" indent="-268605" defTabSz="914400" eaLnBrk="1" fontAlgn="auto" latinLnBrk="0" hangingPunct="1">
              <a:lnSpc>
                <a:spcPts val="2600"/>
              </a:lnSpc>
              <a:spcBef>
                <a:spcPts val="1000"/>
              </a:spcBef>
              <a:spcAft>
                <a:spcPts val="0"/>
              </a:spcAft>
              <a:buClrTx/>
              <a:buSzTx/>
              <a:buFont typeface="Arial MT"/>
              <a:buChar char="•"/>
              <a:tabLst>
                <a:tab pos="280670" algn="l"/>
              </a:tabLst>
              <a:defRPr/>
            </a:pPr>
            <a:r>
              <a:rPr kumimoji="0" lang="ja-JP" altLang="en-US" sz="2400" b="0" i="0" u="none" strike="noStrike" kern="0" cap="none" spc="35" normalizeH="0" baseline="0" noProof="0" dirty="0">
                <a:ln>
                  <a:noFill/>
                </a:ln>
                <a:solidFill>
                  <a:srgbClr val="3C3E44"/>
                </a:solidFill>
                <a:effectLst/>
                <a:uLnTx/>
                <a:uFillTx/>
                <a:latin typeface="Yu Gothic"/>
                <a:cs typeface="Yu Gothic"/>
              </a:rPr>
              <a:t>クジラ飛行机、</a:t>
            </a:r>
            <a:r>
              <a:rPr kumimoji="0" lang="en-US" altLang="ja-JP" sz="2400" b="0" i="0" u="none" strike="noStrike" kern="0" cap="none" spc="35" normalizeH="0" baseline="0" noProof="0" dirty="0">
                <a:ln>
                  <a:noFill/>
                </a:ln>
                <a:solidFill>
                  <a:srgbClr val="3C3E44"/>
                </a:solidFill>
                <a:effectLst/>
                <a:uLnTx/>
                <a:uFillTx/>
                <a:latin typeface="Yu Gothic"/>
                <a:cs typeface="Yu Gothic"/>
              </a:rPr>
              <a:t>『</a:t>
            </a:r>
            <a:r>
              <a:rPr kumimoji="0" lang="ja-JP" altLang="en-US" sz="2400" b="0" i="0" u="none" strike="noStrike" kern="0" cap="none" spc="35" normalizeH="0" baseline="0" noProof="0" dirty="0">
                <a:ln>
                  <a:noFill/>
                </a:ln>
                <a:solidFill>
                  <a:srgbClr val="3C3E44"/>
                </a:solidFill>
                <a:effectLst/>
                <a:uLnTx/>
                <a:uFillTx/>
                <a:latin typeface="Yu Gothic"/>
                <a:cs typeface="Yu Gothic"/>
              </a:rPr>
              <a:t>いまどきの</a:t>
            </a:r>
            <a:r>
              <a:rPr kumimoji="0" lang="en-GB" sz="2400" b="0" i="0" u="none" strike="noStrike" kern="0" cap="none" spc="0" normalizeH="0" baseline="0" noProof="0" dirty="0">
                <a:ln>
                  <a:noFill/>
                </a:ln>
                <a:solidFill>
                  <a:srgbClr val="3C3E44"/>
                </a:solidFill>
                <a:effectLst/>
                <a:uLnTx/>
                <a:uFillTx/>
                <a:latin typeface="Calibri"/>
                <a:cs typeface="Calibri"/>
              </a:rPr>
              <a:t>JS</a:t>
            </a:r>
            <a:r>
              <a:rPr kumimoji="0" lang="en-GB" sz="2400" b="0" i="0" u="none" strike="noStrike" kern="0" cap="none" spc="-55" normalizeH="0" baseline="0" noProof="0" dirty="0">
                <a:ln>
                  <a:noFill/>
                </a:ln>
                <a:solidFill>
                  <a:srgbClr val="3C3E44"/>
                </a:solidFill>
                <a:effectLst/>
                <a:uLnTx/>
                <a:uFillTx/>
                <a:latin typeface="Calibri"/>
                <a:cs typeface="Calibri"/>
              </a:rPr>
              <a:t> </a:t>
            </a:r>
            <a:r>
              <a:rPr kumimoji="0" lang="ja-JP" altLang="en-US" sz="2400" b="0" i="0" u="none" strike="noStrike" kern="0" cap="none" spc="-20" normalizeH="0" baseline="0" noProof="0" dirty="0">
                <a:ln>
                  <a:noFill/>
                </a:ln>
                <a:solidFill>
                  <a:srgbClr val="3C3E44"/>
                </a:solidFill>
                <a:effectLst/>
                <a:uLnTx/>
                <a:uFillTx/>
                <a:latin typeface="Yu Gothic"/>
                <a:cs typeface="Yu Gothic"/>
              </a:rPr>
              <a:t>プログラマーのための </a:t>
            </a:r>
            <a:r>
              <a:rPr kumimoji="0" lang="en-GB" sz="2400" b="0" i="0" u="none" strike="noStrike" kern="0" cap="none" spc="0" normalizeH="0" baseline="0" noProof="0" dirty="0">
                <a:ln>
                  <a:noFill/>
                </a:ln>
                <a:solidFill>
                  <a:srgbClr val="3C3E44"/>
                </a:solidFill>
                <a:effectLst/>
                <a:uLnTx/>
                <a:uFillTx/>
                <a:latin typeface="Calibri"/>
                <a:cs typeface="Calibri"/>
              </a:rPr>
              <a:t>Node.js</a:t>
            </a:r>
            <a:r>
              <a:rPr kumimoji="0" lang="en-GB" sz="2400" b="0" i="0" u="none" strike="noStrike" kern="0" cap="none" spc="-40" normalizeH="0" baseline="0" noProof="0" dirty="0">
                <a:ln>
                  <a:noFill/>
                </a:ln>
                <a:solidFill>
                  <a:srgbClr val="3C3E44"/>
                </a:solidFill>
                <a:effectLst/>
                <a:uLnTx/>
                <a:uFillTx/>
                <a:latin typeface="Calibri"/>
                <a:cs typeface="Calibri"/>
              </a:rPr>
              <a:t> </a:t>
            </a:r>
            <a:r>
              <a:rPr kumimoji="0" lang="ja-JP" altLang="en-US" sz="2400" b="0" i="0" u="none" strike="noStrike" kern="0" cap="none" spc="540" normalizeH="0" baseline="0" noProof="0" dirty="0">
                <a:ln>
                  <a:noFill/>
                </a:ln>
                <a:solidFill>
                  <a:srgbClr val="3C3E44"/>
                </a:solidFill>
                <a:effectLst/>
                <a:uLnTx/>
                <a:uFillTx/>
                <a:latin typeface="Yu Gothic"/>
                <a:cs typeface="Yu Gothic"/>
              </a:rPr>
              <a:t>と</a:t>
            </a:r>
            <a:r>
              <a:rPr kumimoji="0" lang="en-GB" sz="2400" b="0" i="0" u="none" strike="noStrike" kern="0" cap="none" spc="0" normalizeH="0" baseline="0" noProof="0" dirty="0">
                <a:ln>
                  <a:noFill/>
                </a:ln>
                <a:solidFill>
                  <a:srgbClr val="3C3E44"/>
                </a:solidFill>
                <a:effectLst/>
                <a:uLnTx/>
                <a:uFillTx/>
                <a:latin typeface="Calibri"/>
                <a:cs typeface="Calibri"/>
              </a:rPr>
              <a:t>React</a:t>
            </a:r>
            <a:r>
              <a:rPr kumimoji="0" lang="en-GB" sz="2400" b="0" i="0" u="none" strike="noStrike" kern="0" cap="none" spc="-65" normalizeH="0" baseline="0" noProof="0" dirty="0">
                <a:ln>
                  <a:noFill/>
                </a:ln>
                <a:solidFill>
                  <a:srgbClr val="3C3E44"/>
                </a:solidFill>
                <a:effectLst/>
                <a:uLnTx/>
                <a:uFillTx/>
                <a:latin typeface="Calibri"/>
                <a:cs typeface="Calibri"/>
              </a:rPr>
              <a:t> </a:t>
            </a:r>
            <a:r>
              <a:rPr kumimoji="0" lang="ja-JP" altLang="en-US" sz="2400" b="0" i="0" u="none" strike="noStrike" kern="0" cap="none" spc="-50" normalizeH="0" baseline="0" noProof="0" dirty="0">
                <a:ln>
                  <a:noFill/>
                </a:ln>
                <a:solidFill>
                  <a:srgbClr val="3C3E44"/>
                </a:solidFill>
                <a:effectLst/>
                <a:uLnTx/>
                <a:uFillTx/>
                <a:latin typeface="Yu Gothic"/>
                <a:cs typeface="Yu Gothic"/>
              </a:rPr>
              <a:t>ア</a:t>
            </a:r>
            <a:r>
              <a:rPr kumimoji="0" lang="ja-JP" altLang="en-US" sz="2400" b="0" i="0" u="none" strike="noStrike" kern="0" cap="none" spc="-10" normalizeH="0" baseline="0" noProof="0" dirty="0">
                <a:ln>
                  <a:noFill/>
                </a:ln>
                <a:solidFill>
                  <a:srgbClr val="3C3E44"/>
                </a:solidFill>
                <a:effectLst/>
                <a:uLnTx/>
                <a:uFillTx/>
                <a:latin typeface="Yu Gothic"/>
                <a:cs typeface="Yu Gothic"/>
              </a:rPr>
              <a:t>プリケーション</a:t>
            </a:r>
            <a:r>
              <a:rPr kumimoji="0" lang="en-US" altLang="ja-JP" sz="2400" b="0" i="0" u="none" strike="noStrike" kern="0" cap="none" spc="-10" normalizeH="0" baseline="0" noProof="0" dirty="0">
                <a:ln>
                  <a:noFill/>
                </a:ln>
                <a:solidFill>
                  <a:srgbClr val="3C3E44"/>
                </a:solidFill>
                <a:effectLst/>
                <a:uLnTx/>
                <a:uFillTx/>
                <a:latin typeface="Yu Gothic"/>
                <a:cs typeface="Yu Gothic"/>
              </a:rPr>
              <a:t>』</a:t>
            </a:r>
            <a:r>
              <a:rPr kumimoji="0" lang="ja-JP" altLang="en-US" sz="2400" b="0" i="0" u="none" strike="noStrike" kern="0" cap="none" spc="-10" normalizeH="0" baseline="0" noProof="0" dirty="0">
                <a:ln>
                  <a:noFill/>
                </a:ln>
                <a:solidFill>
                  <a:srgbClr val="3C3E44"/>
                </a:solidFill>
                <a:effectLst/>
                <a:uLnTx/>
                <a:uFillTx/>
                <a:latin typeface="Yu Gothic"/>
                <a:cs typeface="Yu Gothic"/>
              </a:rPr>
              <a:t>、東京都、ソシム株式会社、</a:t>
            </a:r>
            <a:r>
              <a:rPr kumimoji="0" lang="en-US" altLang="ja-JP" sz="2400" b="0" i="0" u="none" strike="noStrike" kern="0" cap="none" spc="-10" normalizeH="0" baseline="0" noProof="0" dirty="0">
                <a:ln>
                  <a:noFill/>
                </a:ln>
                <a:solidFill>
                  <a:srgbClr val="3C3E44"/>
                </a:solidFill>
                <a:effectLst/>
                <a:uLnTx/>
                <a:uFillTx/>
                <a:latin typeface="Calibri"/>
                <a:cs typeface="Calibri"/>
              </a:rPr>
              <a:t>2017</a:t>
            </a:r>
            <a:r>
              <a:rPr kumimoji="0" lang="ja-JP" altLang="en-US" sz="2400" b="0" i="0" u="none" strike="noStrike" kern="0" cap="none" spc="-50" normalizeH="0" baseline="0" noProof="0" dirty="0">
                <a:ln>
                  <a:noFill/>
                </a:ln>
                <a:solidFill>
                  <a:srgbClr val="3C3E44"/>
                </a:solidFill>
                <a:effectLst/>
                <a:uLnTx/>
                <a:uFillTx/>
                <a:latin typeface="Yu Gothic"/>
                <a:cs typeface="Yu Gothic"/>
              </a:rPr>
              <a:t>年</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87677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22000" b="-22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72</TotalTime>
  <Words>3656</Words>
  <Application>Microsoft Office PowerPoint</Application>
  <PresentationFormat>Widescreen</PresentationFormat>
  <Paragraphs>312</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-apple-system</vt:lpstr>
      <vt:lpstr>Arial MT</vt:lpstr>
      <vt:lpstr>Calibri (Headings)</vt:lpstr>
      <vt:lpstr>MS Gothic</vt:lpstr>
      <vt:lpstr>Yu Gothic</vt:lpstr>
      <vt:lpstr>Arial</vt:lpstr>
      <vt:lpstr>Calibri</vt:lpstr>
      <vt:lpstr>Calibri Light</vt:lpstr>
      <vt:lpstr>Office テーマ</vt:lpstr>
      <vt:lpstr>言語の生と死 </vt:lpstr>
      <vt:lpstr>自己紹介</vt:lpstr>
      <vt:lpstr>免許 / 資格</vt:lpstr>
      <vt:lpstr>スキルスタック</vt:lpstr>
      <vt:lpstr>職歴</vt:lpstr>
      <vt:lpstr>職歴</vt:lpstr>
      <vt:lpstr>国際交流活動</vt:lpstr>
      <vt:lpstr>今日話すこと</vt:lpstr>
      <vt:lpstr>今日話さないこと</vt:lpstr>
      <vt:lpstr>元ネタ</vt:lpstr>
      <vt:lpstr>🪓歓迎</vt:lpstr>
      <vt:lpstr>目次</vt:lpstr>
      <vt:lpstr>1. 言語の概要</vt:lpstr>
      <vt:lpstr>1. 言語の概要</vt:lpstr>
      <vt:lpstr>1. 言語の概要</vt:lpstr>
      <vt:lpstr>2. 言語の生死の定義</vt:lpstr>
      <vt:lpstr>2. 言語の生死の定義</vt:lpstr>
      <vt:lpstr>2. 言語の生死の定義</vt:lpstr>
      <vt:lpstr>2. 言語の生死の定義</vt:lpstr>
      <vt:lpstr>2. 言語の生死の定義</vt:lpstr>
      <vt:lpstr>3. 言語の死の副作用</vt:lpstr>
      <vt:lpstr>3. 言語の死の副作用</vt:lpstr>
      <vt:lpstr>3. 言語の死の副作用</vt:lpstr>
      <vt:lpstr>3. 言語の死の副作用</vt:lpstr>
      <vt:lpstr>4. まとめ</vt:lpstr>
      <vt:lpstr>4. まとめ</vt:lpstr>
      <vt:lpstr>4. まとめ</vt:lpstr>
      <vt:lpstr>5. 参考文献</vt:lpstr>
      <vt:lpstr>5.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38</cp:revision>
  <dcterms:modified xsi:type="dcterms:W3CDTF">2025-09-01T03:32:26Z</dcterms:modified>
</cp:coreProperties>
</file>