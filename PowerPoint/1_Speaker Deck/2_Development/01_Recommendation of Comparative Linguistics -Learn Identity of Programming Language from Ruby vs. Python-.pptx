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456" r:id="rId2"/>
    <p:sldId id="287" r:id="rId3"/>
    <p:sldId id="388" r:id="rId4"/>
    <p:sldId id="387" r:id="rId5"/>
    <p:sldId id="286" r:id="rId6"/>
    <p:sldId id="459" r:id="rId7"/>
    <p:sldId id="280" r:id="rId8"/>
    <p:sldId id="311" r:id="rId9"/>
    <p:sldId id="259" r:id="rId10"/>
    <p:sldId id="408" r:id="rId11"/>
    <p:sldId id="445" r:id="rId12"/>
    <p:sldId id="446" r:id="rId13"/>
    <p:sldId id="447" r:id="rId14"/>
    <p:sldId id="325" r:id="rId15"/>
    <p:sldId id="354" r:id="rId16"/>
    <p:sldId id="409" r:id="rId17"/>
    <p:sldId id="411" r:id="rId18"/>
    <p:sldId id="455" r:id="rId19"/>
    <p:sldId id="326" r:id="rId20"/>
    <p:sldId id="436" r:id="rId21"/>
    <p:sldId id="444" r:id="rId22"/>
    <p:sldId id="448" r:id="rId23"/>
    <p:sldId id="449" r:id="rId24"/>
    <p:sldId id="437" r:id="rId25"/>
    <p:sldId id="450" r:id="rId26"/>
    <p:sldId id="440" r:id="rId27"/>
    <p:sldId id="451" r:id="rId28"/>
    <p:sldId id="452" r:id="rId29"/>
    <p:sldId id="453" r:id="rId30"/>
    <p:sldId id="385" r:id="rId31"/>
    <p:sldId id="386" r:id="rId32"/>
    <p:sldId id="454" r:id="rId33"/>
    <p:sldId id="328" r:id="rId34"/>
    <p:sldId id="458" r:id="rId35"/>
    <p:sldId id="285"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石田 隼人" initials="石田" lastIdx="1" clrIdx="0">
    <p:extLst>
      <p:ext uri="{19B8F6BF-5375-455C-9EA6-DF929625EA0E}">
        <p15:presenceInfo xmlns:p15="http://schemas.microsoft.com/office/powerpoint/2012/main" userId="石田 隼人"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6" autoAdjust="0"/>
    <p:restoredTop sz="94660"/>
  </p:normalViewPr>
  <p:slideViewPr>
    <p:cSldViewPr snapToGrid="0">
      <p:cViewPr varScale="1">
        <p:scale>
          <a:sx n="152" d="100"/>
          <a:sy n="152" d="100"/>
        </p:scale>
        <p:origin x="428"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yato Ishida" userId="585fa0fa6384767c" providerId="LiveId" clId="{8620701B-EE48-4B7B-8727-75FB7A96BC03}"/>
    <pc:docChg chg="custSel addSld modSld">
      <pc:chgData name="Hayato Ishida" userId="585fa0fa6384767c" providerId="LiveId" clId="{8620701B-EE48-4B7B-8727-75FB7A96BC03}" dt="2025-08-31T17:47:51.096" v="10"/>
      <pc:docMkLst>
        <pc:docMk/>
      </pc:docMkLst>
      <pc:sldChg chg="addSp delSp modSp mod">
        <pc:chgData name="Hayato Ishida" userId="585fa0fa6384767c" providerId="LiveId" clId="{8620701B-EE48-4B7B-8727-75FB7A96BC03}" dt="2025-08-31T17:47:46.268" v="9"/>
        <pc:sldMkLst>
          <pc:docMk/>
          <pc:sldMk cId="155858466" sldId="286"/>
        </pc:sldMkLst>
        <pc:spChg chg="del">
          <ac:chgData name="Hayato Ishida" userId="585fa0fa6384767c" providerId="LiveId" clId="{8620701B-EE48-4B7B-8727-75FB7A96BC03}" dt="2025-08-31T17:45:14.007" v="4" actId="478"/>
          <ac:spMkLst>
            <pc:docMk/>
            <pc:sldMk cId="155858466" sldId="286"/>
            <ac:spMk id="2" creationId="{924081F9-A667-F72C-A220-8318AEB58FE3}"/>
          </ac:spMkLst>
        </pc:spChg>
        <pc:spChg chg="del">
          <ac:chgData name="Hayato Ishida" userId="585fa0fa6384767c" providerId="LiveId" clId="{8620701B-EE48-4B7B-8727-75FB7A96BC03}" dt="2025-08-31T17:45:14.007" v="4" actId="478"/>
          <ac:spMkLst>
            <pc:docMk/>
            <pc:sldMk cId="155858466" sldId="286"/>
            <ac:spMk id="3" creationId="{23D20832-BDF8-4670-5B1B-62BB8F7360A0}"/>
          </ac:spMkLst>
        </pc:spChg>
        <pc:spChg chg="del">
          <ac:chgData name="Hayato Ishida" userId="585fa0fa6384767c" providerId="LiveId" clId="{8620701B-EE48-4B7B-8727-75FB7A96BC03}" dt="2025-08-31T17:45:14.007" v="4" actId="478"/>
          <ac:spMkLst>
            <pc:docMk/>
            <pc:sldMk cId="155858466" sldId="286"/>
            <ac:spMk id="4" creationId="{595BD879-9B7D-1F80-4CFE-3A37C9A9F6AB}"/>
          </ac:spMkLst>
        </pc:spChg>
        <pc:spChg chg="add del mod">
          <ac:chgData name="Hayato Ishida" userId="585fa0fa6384767c" providerId="LiveId" clId="{8620701B-EE48-4B7B-8727-75FB7A96BC03}" dt="2025-08-31T17:45:14.633" v="5" actId="478"/>
          <ac:spMkLst>
            <pc:docMk/>
            <pc:sldMk cId="155858466" sldId="286"/>
            <ac:spMk id="6" creationId="{ADBE906E-DA94-5922-8869-DF64C8990531}"/>
          </ac:spMkLst>
        </pc:spChg>
        <pc:spChg chg="add mod">
          <ac:chgData name="Hayato Ishida" userId="585fa0fa6384767c" providerId="LiveId" clId="{8620701B-EE48-4B7B-8727-75FB7A96BC03}" dt="2025-08-31T17:47:46.268" v="9"/>
          <ac:spMkLst>
            <pc:docMk/>
            <pc:sldMk cId="155858466" sldId="286"/>
            <ac:spMk id="7" creationId="{D19E1CCE-6276-170D-C34B-3385B3772166}"/>
          </ac:spMkLst>
        </pc:spChg>
        <pc:spChg chg="add mod">
          <ac:chgData name="Hayato Ishida" userId="585fa0fa6384767c" providerId="LiveId" clId="{8620701B-EE48-4B7B-8727-75FB7A96BC03}" dt="2025-08-31T17:47:46.268" v="9"/>
          <ac:spMkLst>
            <pc:docMk/>
            <pc:sldMk cId="155858466" sldId="286"/>
            <ac:spMk id="8" creationId="{698DCB8E-5E00-3250-9ECA-F10DE20C6DCF}"/>
          </ac:spMkLst>
        </pc:spChg>
        <pc:graphicFrameChg chg="add mod">
          <ac:chgData name="Hayato Ishida" userId="585fa0fa6384767c" providerId="LiveId" clId="{8620701B-EE48-4B7B-8727-75FB7A96BC03}" dt="2025-08-31T17:47:46.268" v="9"/>
          <ac:graphicFrameMkLst>
            <pc:docMk/>
            <pc:sldMk cId="155858466" sldId="286"/>
            <ac:graphicFrameMk id="9" creationId="{16393B66-FBC8-6F47-3A8A-911AD7FFA55E}"/>
          </ac:graphicFrameMkLst>
        </pc:graphicFrameChg>
      </pc:sldChg>
      <pc:sldChg chg="addSp delSp modSp mod">
        <pc:chgData name="Hayato Ishida" userId="585fa0fa6384767c" providerId="LiveId" clId="{8620701B-EE48-4B7B-8727-75FB7A96BC03}" dt="2025-08-31T17:47:36.900" v="7"/>
        <pc:sldMkLst>
          <pc:docMk/>
          <pc:sldMk cId="654251065" sldId="287"/>
        </pc:sldMkLst>
        <pc:spChg chg="del">
          <ac:chgData name="Hayato Ishida" userId="585fa0fa6384767c" providerId="LiveId" clId="{8620701B-EE48-4B7B-8727-75FB7A96BC03}" dt="2025-08-31T17:45:06.641" v="0" actId="478"/>
          <ac:spMkLst>
            <pc:docMk/>
            <pc:sldMk cId="654251065" sldId="287"/>
            <ac:spMk id="2" creationId="{7E5023E4-3158-62DA-9229-A80E34BCCFB0}"/>
          </ac:spMkLst>
        </pc:spChg>
        <pc:spChg chg="del">
          <ac:chgData name="Hayato Ishida" userId="585fa0fa6384767c" providerId="LiveId" clId="{8620701B-EE48-4B7B-8727-75FB7A96BC03}" dt="2025-08-31T17:45:06.641" v="0" actId="478"/>
          <ac:spMkLst>
            <pc:docMk/>
            <pc:sldMk cId="654251065" sldId="287"/>
            <ac:spMk id="3" creationId="{9D3CA913-F886-E61B-FF9C-152F3D8C2190}"/>
          </ac:spMkLst>
        </pc:spChg>
        <pc:spChg chg="del">
          <ac:chgData name="Hayato Ishida" userId="585fa0fa6384767c" providerId="LiveId" clId="{8620701B-EE48-4B7B-8727-75FB7A96BC03}" dt="2025-08-31T17:45:06.641" v="0" actId="478"/>
          <ac:spMkLst>
            <pc:docMk/>
            <pc:sldMk cId="654251065" sldId="287"/>
            <ac:spMk id="4" creationId="{77B719B0-1378-19A6-544E-045B0418BFA0}"/>
          </ac:spMkLst>
        </pc:spChg>
        <pc:spChg chg="add del mod">
          <ac:chgData name="Hayato Ishida" userId="585fa0fa6384767c" providerId="LiveId" clId="{8620701B-EE48-4B7B-8727-75FB7A96BC03}" dt="2025-08-31T17:45:07.226" v="1" actId="478"/>
          <ac:spMkLst>
            <pc:docMk/>
            <pc:sldMk cId="654251065" sldId="287"/>
            <ac:spMk id="7" creationId="{BC5DA417-C2A6-2836-A301-F9743AF5AE1F}"/>
          </ac:spMkLst>
        </pc:spChg>
        <pc:spChg chg="add del mod">
          <ac:chgData name="Hayato Ishida" userId="585fa0fa6384767c" providerId="LiveId" clId="{8620701B-EE48-4B7B-8727-75FB7A96BC03}" dt="2025-08-31T17:45:07.226" v="1" actId="478"/>
          <ac:spMkLst>
            <pc:docMk/>
            <pc:sldMk cId="654251065" sldId="287"/>
            <ac:spMk id="9" creationId="{483ADB9B-58CC-025D-BE9A-46929E387788}"/>
          </ac:spMkLst>
        </pc:spChg>
        <pc:spChg chg="add mod">
          <ac:chgData name="Hayato Ishida" userId="585fa0fa6384767c" providerId="LiveId" clId="{8620701B-EE48-4B7B-8727-75FB7A96BC03}" dt="2025-08-31T17:47:36.900" v="7"/>
          <ac:spMkLst>
            <pc:docMk/>
            <pc:sldMk cId="654251065" sldId="287"/>
            <ac:spMk id="11" creationId="{CC0783F6-F70F-9C17-CE09-796607C3E8BA}"/>
          </ac:spMkLst>
        </pc:spChg>
        <pc:spChg chg="add mod">
          <ac:chgData name="Hayato Ishida" userId="585fa0fa6384767c" providerId="LiveId" clId="{8620701B-EE48-4B7B-8727-75FB7A96BC03}" dt="2025-08-31T17:47:36.900" v="7"/>
          <ac:spMkLst>
            <pc:docMk/>
            <pc:sldMk cId="654251065" sldId="287"/>
            <ac:spMk id="12" creationId="{CB08DA75-2788-FB5F-099D-76D02F98AFF1}"/>
          </ac:spMkLst>
        </pc:spChg>
        <pc:spChg chg="add mod">
          <ac:chgData name="Hayato Ishida" userId="585fa0fa6384767c" providerId="LiveId" clId="{8620701B-EE48-4B7B-8727-75FB7A96BC03}" dt="2025-08-31T17:47:36.900" v="7"/>
          <ac:spMkLst>
            <pc:docMk/>
            <pc:sldMk cId="654251065" sldId="287"/>
            <ac:spMk id="13" creationId="{CEBC0425-3749-B456-0719-62D2CEEE1CD6}"/>
          </ac:spMkLst>
        </pc:spChg>
        <pc:picChg chg="del">
          <ac:chgData name="Hayato Ishida" userId="585fa0fa6384767c" providerId="LiveId" clId="{8620701B-EE48-4B7B-8727-75FB7A96BC03}" dt="2025-08-31T17:45:06.641" v="0" actId="478"/>
          <ac:picMkLst>
            <pc:docMk/>
            <pc:sldMk cId="654251065" sldId="287"/>
            <ac:picMk id="5" creationId="{D76DD244-F94A-7100-45BE-704ECB484CCB}"/>
          </ac:picMkLst>
        </pc:picChg>
        <pc:picChg chg="add mod">
          <ac:chgData name="Hayato Ishida" userId="585fa0fa6384767c" providerId="LiveId" clId="{8620701B-EE48-4B7B-8727-75FB7A96BC03}" dt="2025-08-31T17:47:36.900" v="7"/>
          <ac:picMkLst>
            <pc:docMk/>
            <pc:sldMk cId="654251065" sldId="287"/>
            <ac:picMk id="10" creationId="{CDCAA242-B7B1-1920-6C62-0E090CD0E95F}"/>
          </ac:picMkLst>
        </pc:picChg>
      </pc:sldChg>
      <pc:sldChg chg="addSp delSp modSp mod">
        <pc:chgData name="Hayato Ishida" userId="585fa0fa6384767c" providerId="LiveId" clId="{8620701B-EE48-4B7B-8727-75FB7A96BC03}" dt="2025-08-31T17:47:41.978" v="8"/>
        <pc:sldMkLst>
          <pc:docMk/>
          <pc:sldMk cId="3064566856" sldId="387"/>
        </pc:sldMkLst>
        <pc:spChg chg="add del mod">
          <ac:chgData name="Hayato Ishida" userId="585fa0fa6384767c" providerId="LiveId" clId="{8620701B-EE48-4B7B-8727-75FB7A96BC03}" dt="2025-08-31T17:45:11.015" v="3" actId="478"/>
          <ac:spMkLst>
            <pc:docMk/>
            <pc:sldMk cId="3064566856" sldId="387"/>
            <ac:spMk id="3" creationId="{0A524397-F691-FE58-7D2F-151B337403A7}"/>
          </ac:spMkLst>
        </pc:spChg>
        <pc:spChg chg="add del mod">
          <ac:chgData name="Hayato Ishida" userId="585fa0fa6384767c" providerId="LiveId" clId="{8620701B-EE48-4B7B-8727-75FB7A96BC03}" dt="2025-08-31T17:45:11.015" v="3" actId="478"/>
          <ac:spMkLst>
            <pc:docMk/>
            <pc:sldMk cId="3064566856" sldId="387"/>
            <ac:spMk id="5" creationId="{7232F2C7-50A3-9BE6-0553-63030ED4EF38}"/>
          </ac:spMkLst>
        </pc:spChg>
        <pc:spChg chg="add mod">
          <ac:chgData name="Hayato Ishida" userId="585fa0fa6384767c" providerId="LiveId" clId="{8620701B-EE48-4B7B-8727-75FB7A96BC03}" dt="2025-08-31T17:47:41.978" v="8"/>
          <ac:spMkLst>
            <pc:docMk/>
            <pc:sldMk cId="3064566856" sldId="387"/>
            <ac:spMk id="6" creationId="{E4FF0487-11DA-7586-8DC0-83281C7ED2D8}"/>
          </ac:spMkLst>
        </pc:spChg>
        <pc:spChg chg="add mod">
          <ac:chgData name="Hayato Ishida" userId="585fa0fa6384767c" providerId="LiveId" clId="{8620701B-EE48-4B7B-8727-75FB7A96BC03}" dt="2025-08-31T17:47:41.978" v="8"/>
          <ac:spMkLst>
            <pc:docMk/>
            <pc:sldMk cId="3064566856" sldId="387"/>
            <ac:spMk id="7" creationId="{9C74BE25-3401-A00C-6D3D-6FEFDB041E93}"/>
          </ac:spMkLst>
        </pc:spChg>
        <pc:spChg chg="add mod">
          <ac:chgData name="Hayato Ishida" userId="585fa0fa6384767c" providerId="LiveId" clId="{8620701B-EE48-4B7B-8727-75FB7A96BC03}" dt="2025-08-31T17:47:41.978" v="8"/>
          <ac:spMkLst>
            <pc:docMk/>
            <pc:sldMk cId="3064566856" sldId="387"/>
            <ac:spMk id="8" creationId="{30135867-8A67-04A1-62B7-BC153AA67B6E}"/>
          </ac:spMkLst>
        </pc:spChg>
        <pc:spChg chg="del">
          <ac:chgData name="Hayato Ishida" userId="585fa0fa6384767c" providerId="LiveId" clId="{8620701B-EE48-4B7B-8727-75FB7A96BC03}" dt="2025-08-31T17:45:09.766" v="2" actId="478"/>
          <ac:spMkLst>
            <pc:docMk/>
            <pc:sldMk cId="3064566856" sldId="387"/>
            <ac:spMk id="9" creationId="{BF8E831C-C70C-07DF-8FE9-3317578A9193}"/>
          </ac:spMkLst>
        </pc:spChg>
        <pc:spChg chg="del">
          <ac:chgData name="Hayato Ishida" userId="585fa0fa6384767c" providerId="LiveId" clId="{8620701B-EE48-4B7B-8727-75FB7A96BC03}" dt="2025-08-31T17:45:09.766" v="2" actId="478"/>
          <ac:spMkLst>
            <pc:docMk/>
            <pc:sldMk cId="3064566856" sldId="387"/>
            <ac:spMk id="10" creationId="{0BBBFD2C-EE03-7A81-957E-B0640D3A8CBA}"/>
          </ac:spMkLst>
        </pc:spChg>
        <pc:spChg chg="del">
          <ac:chgData name="Hayato Ishida" userId="585fa0fa6384767c" providerId="LiveId" clId="{8620701B-EE48-4B7B-8727-75FB7A96BC03}" dt="2025-08-31T17:45:09.766" v="2" actId="478"/>
          <ac:spMkLst>
            <pc:docMk/>
            <pc:sldMk cId="3064566856" sldId="387"/>
            <ac:spMk id="11" creationId="{B466E99F-DE8D-B5C8-FF3D-07A77B49FC4F}"/>
          </ac:spMkLst>
        </pc:spChg>
      </pc:sldChg>
      <pc:sldChg chg="addSp modSp add">
        <pc:chgData name="Hayato Ishida" userId="585fa0fa6384767c" providerId="LiveId" clId="{8620701B-EE48-4B7B-8727-75FB7A96BC03}" dt="2025-08-31T17:47:51.096" v="10"/>
        <pc:sldMkLst>
          <pc:docMk/>
          <pc:sldMk cId="3827669693" sldId="459"/>
        </pc:sldMkLst>
        <pc:spChg chg="add mod">
          <ac:chgData name="Hayato Ishida" userId="585fa0fa6384767c" providerId="LiveId" clId="{8620701B-EE48-4B7B-8727-75FB7A96BC03}" dt="2025-08-31T17:47:51.096" v="10"/>
          <ac:spMkLst>
            <pc:docMk/>
            <pc:sldMk cId="3827669693" sldId="459"/>
            <ac:spMk id="2" creationId="{D1EA8ECA-4238-15BC-9310-154E1B454ECE}"/>
          </ac:spMkLst>
        </pc:spChg>
        <pc:spChg chg="add mod">
          <ac:chgData name="Hayato Ishida" userId="585fa0fa6384767c" providerId="LiveId" clId="{8620701B-EE48-4B7B-8727-75FB7A96BC03}" dt="2025-08-31T17:47:51.096" v="10"/>
          <ac:spMkLst>
            <pc:docMk/>
            <pc:sldMk cId="3827669693" sldId="459"/>
            <ac:spMk id="3" creationId="{79B36EBB-9B43-FE93-1316-C2A0DE72B2BD}"/>
          </ac:spMkLst>
        </pc:spChg>
        <pc:graphicFrameChg chg="add mod">
          <ac:chgData name="Hayato Ishida" userId="585fa0fa6384767c" providerId="LiveId" clId="{8620701B-EE48-4B7B-8727-75FB7A96BC03}" dt="2025-08-31T17:47:51.096" v="10"/>
          <ac:graphicFrameMkLst>
            <pc:docMk/>
            <pc:sldMk cId="3827669693" sldId="459"/>
            <ac:graphicFrameMk id="4" creationId="{BB8ABB2C-E9C7-C219-F4D2-2B802367A7C3}"/>
          </ac:graphicFrameMkLst>
        </pc:graphicFrameChg>
      </pc:sldChg>
    </pc:docChg>
  </pc:docChgLst>
  <pc:docChgLst>
    <pc:chgData name="Hayato Ishida" userId="585fa0fa6384767c" providerId="LiveId" clId="{E5424A67-F68E-4C2A-8F50-702E8B3CD7ED}"/>
    <pc:docChg chg="undo redo custSel addSld delSld modSld sldOrd">
      <pc:chgData name="Hayato Ishida" userId="585fa0fa6384767c" providerId="LiveId" clId="{E5424A67-F68E-4C2A-8F50-702E8B3CD7ED}" dt="2025-02-09T16:26:24.164" v="13009" actId="20577"/>
      <pc:docMkLst>
        <pc:docMk/>
      </pc:docMkLst>
      <pc:sldChg chg="delSp modSp mod setBg">
        <pc:chgData name="Hayato Ishida" userId="585fa0fa6384767c" providerId="LiveId" clId="{E5424A67-F68E-4C2A-8F50-702E8B3CD7ED}" dt="2025-02-09T16:26:24.164" v="13009" actId="20577"/>
        <pc:sldMkLst>
          <pc:docMk/>
          <pc:sldMk cId="3878715192" sldId="256"/>
        </pc:sldMkLst>
      </pc:sldChg>
      <pc:sldChg chg="modSp mod setBg">
        <pc:chgData name="Hayato Ishida" userId="585fa0fa6384767c" providerId="LiveId" clId="{E5424A67-F68E-4C2A-8F50-702E8B3CD7ED}" dt="2025-02-09T15:22:35.708" v="7387" actId="2711"/>
        <pc:sldMkLst>
          <pc:docMk/>
          <pc:sldMk cId="1023418167" sldId="259"/>
        </pc:sldMkLst>
      </pc:sldChg>
      <pc:sldChg chg="setBg">
        <pc:chgData name="Hayato Ishida" userId="585fa0fa6384767c" providerId="LiveId" clId="{E5424A67-F68E-4C2A-8F50-702E8B3CD7ED}" dt="2025-02-09T12:42:23.897" v="97"/>
        <pc:sldMkLst>
          <pc:docMk/>
          <pc:sldMk cId="2567433019" sldId="280"/>
        </pc:sldMkLst>
      </pc:sldChg>
      <pc:sldChg chg="setBg">
        <pc:chgData name="Hayato Ishida" userId="585fa0fa6384767c" providerId="LiveId" clId="{E5424A67-F68E-4C2A-8F50-702E8B3CD7ED}" dt="2025-02-09T12:42:23.897" v="97"/>
        <pc:sldMkLst>
          <pc:docMk/>
          <pc:sldMk cId="3831357621" sldId="285"/>
        </pc:sldMkLst>
      </pc:sldChg>
      <pc:sldChg chg="setBg">
        <pc:chgData name="Hayato Ishida" userId="585fa0fa6384767c" providerId="LiveId" clId="{E5424A67-F68E-4C2A-8F50-702E8B3CD7ED}" dt="2025-02-09T12:42:23.897" v="97"/>
        <pc:sldMkLst>
          <pc:docMk/>
          <pc:sldMk cId="155858466" sldId="286"/>
        </pc:sldMkLst>
      </pc:sldChg>
      <pc:sldChg chg="setBg">
        <pc:chgData name="Hayato Ishida" userId="585fa0fa6384767c" providerId="LiveId" clId="{E5424A67-F68E-4C2A-8F50-702E8B3CD7ED}" dt="2025-02-09T12:42:23.897" v="97"/>
        <pc:sldMkLst>
          <pc:docMk/>
          <pc:sldMk cId="654251065" sldId="287"/>
        </pc:sldMkLst>
      </pc:sldChg>
      <pc:sldChg chg="modSp mod setBg">
        <pc:chgData name="Hayato Ishida" userId="585fa0fa6384767c" providerId="LiveId" clId="{E5424A67-F68E-4C2A-8F50-702E8B3CD7ED}" dt="2025-02-09T16:26:13.483" v="13003" actId="20577"/>
        <pc:sldMkLst>
          <pc:docMk/>
          <pc:sldMk cId="3041246571" sldId="295"/>
        </pc:sldMkLst>
      </pc:sldChg>
      <pc:sldChg chg="modSp mod setBg">
        <pc:chgData name="Hayato Ishida" userId="585fa0fa6384767c" providerId="LiveId" clId="{E5424A67-F68E-4C2A-8F50-702E8B3CD7ED}" dt="2025-02-09T16:00:39.020" v="10905" actId="20577"/>
        <pc:sldMkLst>
          <pc:docMk/>
          <pc:sldMk cId="210825285" sldId="311"/>
        </pc:sldMkLst>
      </pc:sldChg>
      <pc:sldChg chg="modSp mod setBg">
        <pc:chgData name="Hayato Ishida" userId="585fa0fa6384767c" providerId="LiveId" clId="{E5424A67-F68E-4C2A-8F50-702E8B3CD7ED}" dt="2025-02-09T15:23:22.874" v="7397" actId="2711"/>
        <pc:sldMkLst>
          <pc:docMk/>
          <pc:sldMk cId="1611154314" sldId="325"/>
        </pc:sldMkLst>
      </pc:sldChg>
      <pc:sldChg chg="modSp mod setBg">
        <pc:chgData name="Hayato Ishida" userId="585fa0fa6384767c" providerId="LiveId" clId="{E5424A67-F68E-4C2A-8F50-702E8B3CD7ED}" dt="2025-02-09T15:23:47.319" v="7401" actId="2711"/>
        <pc:sldMkLst>
          <pc:docMk/>
          <pc:sldMk cId="4021934138" sldId="326"/>
        </pc:sldMkLst>
      </pc:sldChg>
      <pc:sldChg chg="setBg">
        <pc:chgData name="Hayato Ishida" userId="585fa0fa6384767c" providerId="LiveId" clId="{E5424A67-F68E-4C2A-8F50-702E8B3CD7ED}" dt="2025-02-09T12:42:23.897" v="97"/>
        <pc:sldMkLst>
          <pc:docMk/>
          <pc:sldMk cId="3028957591" sldId="328"/>
        </pc:sldMkLst>
      </pc:sldChg>
      <pc:sldChg chg="modSp del mod">
        <pc:chgData name="Hayato Ishida" userId="585fa0fa6384767c" providerId="LiveId" clId="{E5424A67-F68E-4C2A-8F50-702E8B3CD7ED}" dt="2025-02-09T12:30:12.886" v="24" actId="47"/>
        <pc:sldMkLst>
          <pc:docMk/>
          <pc:sldMk cId="3715280376" sldId="330"/>
        </pc:sldMkLst>
      </pc:sldChg>
      <pc:sldChg chg="modSp mod setBg">
        <pc:chgData name="Hayato Ishida" userId="585fa0fa6384767c" providerId="LiveId" clId="{E5424A67-F68E-4C2A-8F50-702E8B3CD7ED}" dt="2025-02-09T15:23:30.497" v="7398" actId="2711"/>
        <pc:sldMkLst>
          <pc:docMk/>
          <pc:sldMk cId="1235012594" sldId="354"/>
        </pc:sldMkLst>
      </pc:sldChg>
      <pc:sldChg chg="modSp del mod setBg">
        <pc:chgData name="Hayato Ishida" userId="585fa0fa6384767c" providerId="LiveId" clId="{E5424A67-F68E-4C2A-8F50-702E8B3CD7ED}" dt="2025-02-09T16:00:25.423" v="10903" actId="47"/>
        <pc:sldMkLst>
          <pc:docMk/>
          <pc:sldMk cId="1076303486" sldId="357"/>
        </pc:sldMkLst>
      </pc:sldChg>
      <pc:sldChg chg="modSp del setBg">
        <pc:chgData name="Hayato Ishida" userId="585fa0fa6384767c" providerId="LiveId" clId="{E5424A67-F68E-4C2A-8F50-702E8B3CD7ED}" dt="2025-02-09T15:25:19.133" v="7470" actId="47"/>
        <pc:sldMkLst>
          <pc:docMk/>
          <pc:sldMk cId="3698040718" sldId="358"/>
        </pc:sldMkLst>
      </pc:sldChg>
      <pc:sldChg chg="setBg">
        <pc:chgData name="Hayato Ishida" userId="585fa0fa6384767c" providerId="LiveId" clId="{E5424A67-F68E-4C2A-8F50-702E8B3CD7ED}" dt="2025-02-09T12:42:23.897" v="97"/>
        <pc:sldMkLst>
          <pc:docMk/>
          <pc:sldMk cId="2178788038" sldId="385"/>
        </pc:sldMkLst>
      </pc:sldChg>
      <pc:sldChg chg="modSp mod setBg">
        <pc:chgData name="Hayato Ishida" userId="585fa0fa6384767c" providerId="LiveId" clId="{E5424A67-F68E-4C2A-8F50-702E8B3CD7ED}" dt="2025-02-09T16:19:54.309" v="12984" actId="20577"/>
        <pc:sldMkLst>
          <pc:docMk/>
          <pc:sldMk cId="3515477389" sldId="386"/>
        </pc:sldMkLst>
      </pc:sldChg>
      <pc:sldChg chg="setBg">
        <pc:chgData name="Hayato Ishida" userId="585fa0fa6384767c" providerId="LiveId" clId="{E5424A67-F68E-4C2A-8F50-702E8B3CD7ED}" dt="2025-02-09T12:42:23.897" v="97"/>
        <pc:sldMkLst>
          <pc:docMk/>
          <pc:sldMk cId="3064566856" sldId="387"/>
        </pc:sldMkLst>
      </pc:sldChg>
      <pc:sldChg chg="setBg">
        <pc:chgData name="Hayato Ishida" userId="585fa0fa6384767c" providerId="LiveId" clId="{E5424A67-F68E-4C2A-8F50-702E8B3CD7ED}" dt="2025-02-09T12:42:23.897" v="97"/>
        <pc:sldMkLst>
          <pc:docMk/>
          <pc:sldMk cId="2712671586" sldId="388"/>
        </pc:sldMkLst>
      </pc:sldChg>
      <pc:sldChg chg="modSp mod setBg">
        <pc:chgData name="Hayato Ishida" userId="585fa0fa6384767c" providerId="LiveId" clId="{E5424A67-F68E-4C2A-8F50-702E8B3CD7ED}" dt="2025-02-09T15:22:41.103" v="7388" actId="2711"/>
        <pc:sldMkLst>
          <pc:docMk/>
          <pc:sldMk cId="2452340586" sldId="408"/>
        </pc:sldMkLst>
      </pc:sldChg>
      <pc:sldChg chg="modSp mod setBg">
        <pc:chgData name="Hayato Ishida" userId="585fa0fa6384767c" providerId="LiveId" clId="{E5424A67-F68E-4C2A-8F50-702E8B3CD7ED}" dt="2025-02-09T15:23:36.814" v="7399" actId="2711"/>
        <pc:sldMkLst>
          <pc:docMk/>
          <pc:sldMk cId="1761223768" sldId="409"/>
        </pc:sldMkLst>
      </pc:sldChg>
      <pc:sldChg chg="modSp add del setBg">
        <pc:chgData name="Hayato Ishida" userId="585fa0fa6384767c" providerId="LiveId" clId="{E5424A67-F68E-4C2A-8F50-702E8B3CD7ED}" dt="2025-02-09T13:39:19.709" v="4449" actId="47"/>
        <pc:sldMkLst>
          <pc:docMk/>
          <pc:sldMk cId="331982675" sldId="410"/>
        </pc:sldMkLst>
      </pc:sldChg>
      <pc:sldChg chg="modSp add del mod setBg">
        <pc:chgData name="Hayato Ishida" userId="585fa0fa6384767c" providerId="LiveId" clId="{E5424A67-F68E-4C2A-8F50-702E8B3CD7ED}" dt="2025-02-09T15:23:41.212" v="7400" actId="2711"/>
        <pc:sldMkLst>
          <pc:docMk/>
          <pc:sldMk cId="667050629" sldId="411"/>
        </pc:sldMkLst>
      </pc:sldChg>
      <pc:sldChg chg="modSp add del setBg">
        <pc:chgData name="Hayato Ishida" userId="585fa0fa6384767c" providerId="LiveId" clId="{E5424A67-F68E-4C2A-8F50-702E8B3CD7ED}" dt="2025-02-09T13:53:29.521" v="5845" actId="47"/>
        <pc:sldMkLst>
          <pc:docMk/>
          <pc:sldMk cId="3511931504" sldId="412"/>
        </pc:sldMkLst>
      </pc:sldChg>
      <pc:sldChg chg="modSp add del setBg">
        <pc:chgData name="Hayato Ishida" userId="585fa0fa6384767c" providerId="LiveId" clId="{E5424A67-F68E-4C2A-8F50-702E8B3CD7ED}" dt="2025-02-09T13:57:01.721" v="5856" actId="47"/>
        <pc:sldMkLst>
          <pc:docMk/>
          <pc:sldMk cId="1691095993" sldId="413"/>
        </pc:sldMkLst>
      </pc:sldChg>
      <pc:sldChg chg="modSp add del setBg">
        <pc:chgData name="Hayato Ishida" userId="585fa0fa6384767c" providerId="LiveId" clId="{E5424A67-F68E-4C2A-8F50-702E8B3CD7ED}" dt="2025-02-09T13:54:13.751" v="5851" actId="47"/>
        <pc:sldMkLst>
          <pc:docMk/>
          <pc:sldMk cId="4214127446" sldId="414"/>
        </pc:sldMkLst>
      </pc:sldChg>
      <pc:sldChg chg="modSp add del setBg">
        <pc:chgData name="Hayato Ishida" userId="585fa0fa6384767c" providerId="LiveId" clId="{E5424A67-F68E-4C2A-8F50-702E8B3CD7ED}" dt="2025-02-09T13:54:24.357" v="5852" actId="47"/>
        <pc:sldMkLst>
          <pc:docMk/>
          <pc:sldMk cId="2631650402" sldId="415"/>
        </pc:sldMkLst>
      </pc:sldChg>
      <pc:sldChg chg="modSp add del setBg">
        <pc:chgData name="Hayato Ishida" userId="585fa0fa6384767c" providerId="LiveId" clId="{E5424A67-F68E-4C2A-8F50-702E8B3CD7ED}" dt="2025-02-09T13:54:24.357" v="5852" actId="47"/>
        <pc:sldMkLst>
          <pc:docMk/>
          <pc:sldMk cId="4273287774" sldId="416"/>
        </pc:sldMkLst>
      </pc:sldChg>
      <pc:sldChg chg="modSp add del setBg">
        <pc:chgData name="Hayato Ishida" userId="585fa0fa6384767c" providerId="LiveId" clId="{E5424A67-F68E-4C2A-8F50-702E8B3CD7ED}" dt="2025-02-09T13:54:24.357" v="5852" actId="47"/>
        <pc:sldMkLst>
          <pc:docMk/>
          <pc:sldMk cId="2401746884" sldId="417"/>
        </pc:sldMkLst>
      </pc:sldChg>
      <pc:sldChg chg="modSp del setBg">
        <pc:chgData name="Hayato Ishida" userId="585fa0fa6384767c" providerId="LiveId" clId="{E5424A67-F68E-4C2A-8F50-702E8B3CD7ED}" dt="2025-02-09T14:08:25.079" v="6200" actId="47"/>
        <pc:sldMkLst>
          <pc:docMk/>
          <pc:sldMk cId="3964493691" sldId="426"/>
        </pc:sldMkLst>
      </pc:sldChg>
      <pc:sldChg chg="modSp del setBg">
        <pc:chgData name="Hayato Ishida" userId="585fa0fa6384767c" providerId="LiveId" clId="{E5424A67-F68E-4C2A-8F50-702E8B3CD7ED}" dt="2025-02-09T14:08:25.079" v="6200" actId="47"/>
        <pc:sldMkLst>
          <pc:docMk/>
          <pc:sldMk cId="998678758" sldId="427"/>
        </pc:sldMkLst>
      </pc:sldChg>
      <pc:sldChg chg="modSp del setBg">
        <pc:chgData name="Hayato Ishida" userId="585fa0fa6384767c" providerId="LiveId" clId="{E5424A67-F68E-4C2A-8F50-702E8B3CD7ED}" dt="2025-02-09T14:08:25.079" v="6200" actId="47"/>
        <pc:sldMkLst>
          <pc:docMk/>
          <pc:sldMk cId="1691667087" sldId="428"/>
        </pc:sldMkLst>
      </pc:sldChg>
      <pc:sldChg chg="modSp del setBg">
        <pc:chgData name="Hayato Ishida" userId="585fa0fa6384767c" providerId="LiveId" clId="{E5424A67-F68E-4C2A-8F50-702E8B3CD7ED}" dt="2025-02-09T14:08:25.079" v="6200" actId="47"/>
        <pc:sldMkLst>
          <pc:docMk/>
          <pc:sldMk cId="2572583935" sldId="429"/>
        </pc:sldMkLst>
      </pc:sldChg>
      <pc:sldChg chg="modSp del setBg">
        <pc:chgData name="Hayato Ishida" userId="585fa0fa6384767c" providerId="LiveId" clId="{E5424A67-F68E-4C2A-8F50-702E8B3CD7ED}" dt="2025-02-09T14:08:25.079" v="6200" actId="47"/>
        <pc:sldMkLst>
          <pc:docMk/>
          <pc:sldMk cId="4257898212" sldId="430"/>
        </pc:sldMkLst>
      </pc:sldChg>
      <pc:sldChg chg="modSp del setBg">
        <pc:chgData name="Hayato Ishida" userId="585fa0fa6384767c" providerId="LiveId" clId="{E5424A67-F68E-4C2A-8F50-702E8B3CD7ED}" dt="2025-02-09T14:08:25.079" v="6200" actId="47"/>
        <pc:sldMkLst>
          <pc:docMk/>
          <pc:sldMk cId="2205203567" sldId="431"/>
        </pc:sldMkLst>
      </pc:sldChg>
      <pc:sldChg chg="del setBg">
        <pc:chgData name="Hayato Ishida" userId="585fa0fa6384767c" providerId="LiveId" clId="{E5424A67-F68E-4C2A-8F50-702E8B3CD7ED}" dt="2025-02-09T15:25:50.597" v="7477" actId="47"/>
        <pc:sldMkLst>
          <pc:docMk/>
          <pc:sldMk cId="3052052215" sldId="432"/>
        </pc:sldMkLst>
      </pc:sldChg>
      <pc:sldChg chg="modSp mod setBg">
        <pc:chgData name="Hayato Ishida" userId="585fa0fa6384767c" providerId="LiveId" clId="{E5424A67-F68E-4C2A-8F50-702E8B3CD7ED}" dt="2025-02-09T15:37:27.858" v="8557"/>
        <pc:sldMkLst>
          <pc:docMk/>
          <pc:sldMk cId="3956330709" sldId="436"/>
        </pc:sldMkLst>
      </pc:sldChg>
      <pc:sldChg chg="modSp mod setBg">
        <pc:chgData name="Hayato Ishida" userId="585fa0fa6384767c" providerId="LiveId" clId="{E5424A67-F68E-4C2A-8F50-702E8B3CD7ED}" dt="2025-02-09T15:57:43.825" v="10473" actId="20577"/>
        <pc:sldMkLst>
          <pc:docMk/>
          <pc:sldMk cId="2089718421" sldId="437"/>
        </pc:sldMkLst>
      </pc:sldChg>
      <pc:sldChg chg="modSp del setBg">
        <pc:chgData name="Hayato Ishida" userId="585fa0fa6384767c" providerId="LiveId" clId="{E5424A67-F68E-4C2A-8F50-702E8B3CD7ED}" dt="2025-02-09T14:07:39.650" v="6192" actId="47"/>
        <pc:sldMkLst>
          <pc:docMk/>
          <pc:sldMk cId="1839618234" sldId="438"/>
        </pc:sldMkLst>
      </pc:sldChg>
      <pc:sldChg chg="modSp del setBg">
        <pc:chgData name="Hayato Ishida" userId="585fa0fa6384767c" providerId="LiveId" clId="{E5424A67-F68E-4C2A-8F50-702E8B3CD7ED}" dt="2025-02-09T14:07:41.268" v="6193" actId="47"/>
        <pc:sldMkLst>
          <pc:docMk/>
          <pc:sldMk cId="2612772842" sldId="439"/>
        </pc:sldMkLst>
      </pc:sldChg>
      <pc:sldChg chg="modSp mod setBg">
        <pc:chgData name="Hayato Ishida" userId="585fa0fa6384767c" providerId="LiveId" clId="{E5424A67-F68E-4C2A-8F50-702E8B3CD7ED}" dt="2025-02-09T15:47:35.683" v="9159" actId="113"/>
        <pc:sldMkLst>
          <pc:docMk/>
          <pc:sldMk cId="1466431623" sldId="440"/>
        </pc:sldMkLst>
      </pc:sldChg>
      <pc:sldChg chg="modSp del setBg">
        <pc:chgData name="Hayato Ishida" userId="585fa0fa6384767c" providerId="LiveId" clId="{E5424A67-F68E-4C2A-8F50-702E8B3CD7ED}" dt="2025-02-09T14:08:15.452" v="6199" actId="47"/>
        <pc:sldMkLst>
          <pc:docMk/>
          <pc:sldMk cId="666394603" sldId="441"/>
        </pc:sldMkLst>
      </pc:sldChg>
      <pc:sldChg chg="modSp del setBg">
        <pc:chgData name="Hayato Ishida" userId="585fa0fa6384767c" providerId="LiveId" clId="{E5424A67-F68E-4C2A-8F50-702E8B3CD7ED}" dt="2025-02-09T14:08:25.079" v="6200" actId="47"/>
        <pc:sldMkLst>
          <pc:docMk/>
          <pc:sldMk cId="3007687501" sldId="442"/>
        </pc:sldMkLst>
      </pc:sldChg>
      <pc:sldChg chg="modSp del setBg">
        <pc:chgData name="Hayato Ishida" userId="585fa0fa6384767c" providerId="LiveId" clId="{E5424A67-F68E-4C2A-8F50-702E8B3CD7ED}" dt="2025-02-09T14:08:25.079" v="6200" actId="47"/>
        <pc:sldMkLst>
          <pc:docMk/>
          <pc:sldMk cId="2587512877" sldId="443"/>
        </pc:sldMkLst>
      </pc:sldChg>
      <pc:sldChg chg="addSp delSp modSp mod setBg">
        <pc:chgData name="Hayato Ishida" userId="585fa0fa6384767c" providerId="LiveId" clId="{E5424A67-F68E-4C2A-8F50-702E8B3CD7ED}" dt="2025-02-09T15:23:59.981" v="7403" actId="2711"/>
        <pc:sldMkLst>
          <pc:docMk/>
          <pc:sldMk cId="3158105376" sldId="444"/>
        </pc:sldMkLst>
      </pc:sldChg>
      <pc:sldChg chg="modSp add mod">
        <pc:chgData name="Hayato Ishida" userId="585fa0fa6384767c" providerId="LiveId" clId="{E5424A67-F68E-4C2A-8F50-702E8B3CD7ED}" dt="2025-02-09T15:22:55.938" v="7389" actId="2711"/>
        <pc:sldMkLst>
          <pc:docMk/>
          <pc:sldMk cId="105644545" sldId="445"/>
        </pc:sldMkLst>
      </pc:sldChg>
      <pc:sldChg chg="addSp delSp modSp add del mod setBg">
        <pc:chgData name="Hayato Ishida" userId="585fa0fa6384767c" providerId="LiveId" clId="{E5424A67-F68E-4C2A-8F50-702E8B3CD7ED}" dt="2025-02-09T12:42:33.950" v="98" actId="47"/>
        <pc:sldMkLst>
          <pc:docMk/>
          <pc:sldMk cId="1709292588" sldId="445"/>
        </pc:sldMkLst>
      </pc:sldChg>
      <pc:sldChg chg="addSp delSp modSp add del mod setBg">
        <pc:chgData name="Hayato Ishida" userId="585fa0fa6384767c" providerId="LiveId" clId="{E5424A67-F68E-4C2A-8F50-702E8B3CD7ED}" dt="2025-02-09T12:36:35.272" v="49" actId="47"/>
        <pc:sldMkLst>
          <pc:docMk/>
          <pc:sldMk cId="3072927542" sldId="445"/>
        </pc:sldMkLst>
      </pc:sldChg>
      <pc:sldChg chg="modSp add mod">
        <pc:chgData name="Hayato Ishida" userId="585fa0fa6384767c" providerId="LiveId" clId="{E5424A67-F68E-4C2A-8F50-702E8B3CD7ED}" dt="2025-02-09T15:23:10.954" v="7395" actId="2711"/>
        <pc:sldMkLst>
          <pc:docMk/>
          <pc:sldMk cId="494858281" sldId="446"/>
        </pc:sldMkLst>
      </pc:sldChg>
      <pc:sldChg chg="modSp add mod">
        <pc:chgData name="Hayato Ishida" userId="585fa0fa6384767c" providerId="LiveId" clId="{E5424A67-F68E-4C2A-8F50-702E8B3CD7ED}" dt="2025-02-09T15:23:17.146" v="7396" actId="2711"/>
        <pc:sldMkLst>
          <pc:docMk/>
          <pc:sldMk cId="3810752425" sldId="447"/>
        </pc:sldMkLst>
      </pc:sldChg>
      <pc:sldChg chg="add del setBg">
        <pc:chgData name="Hayato Ishida" userId="585fa0fa6384767c" providerId="LiveId" clId="{E5424A67-F68E-4C2A-8F50-702E8B3CD7ED}" dt="2025-02-09T13:38:19.673" v="4422"/>
        <pc:sldMkLst>
          <pc:docMk/>
          <pc:sldMk cId="283169754" sldId="448"/>
        </pc:sldMkLst>
      </pc:sldChg>
      <pc:sldChg chg="modSp add del mod">
        <pc:chgData name="Hayato Ishida" userId="585fa0fa6384767c" providerId="LiveId" clId="{E5424A67-F68E-4C2A-8F50-702E8B3CD7ED}" dt="2025-02-09T13:38:51.596" v="4438" actId="2890"/>
        <pc:sldMkLst>
          <pc:docMk/>
          <pc:sldMk cId="1746115316" sldId="448"/>
        </pc:sldMkLst>
      </pc:sldChg>
      <pc:sldChg chg="addSp delSp modSp add mod">
        <pc:chgData name="Hayato Ishida" userId="585fa0fa6384767c" providerId="LiveId" clId="{E5424A67-F68E-4C2A-8F50-702E8B3CD7ED}" dt="2025-02-09T15:36:43.907" v="8554" actId="21"/>
        <pc:sldMkLst>
          <pc:docMk/>
          <pc:sldMk cId="1995728936" sldId="448"/>
        </pc:sldMkLst>
      </pc:sldChg>
      <pc:sldChg chg="modSp add mod ord">
        <pc:chgData name="Hayato Ishida" userId="585fa0fa6384767c" providerId="LiveId" clId="{E5424A67-F68E-4C2A-8F50-702E8B3CD7ED}" dt="2025-02-09T15:24:49.540" v="7466" actId="20577"/>
        <pc:sldMkLst>
          <pc:docMk/>
          <pc:sldMk cId="880219158" sldId="449"/>
        </pc:sldMkLst>
      </pc:sldChg>
      <pc:sldChg chg="addSp delSp modSp add mod">
        <pc:chgData name="Hayato Ishida" userId="585fa0fa6384767c" providerId="LiveId" clId="{E5424A67-F68E-4C2A-8F50-702E8B3CD7ED}" dt="2025-02-09T15:44:23.162" v="8917" actId="21"/>
        <pc:sldMkLst>
          <pc:docMk/>
          <pc:sldMk cId="1697722181" sldId="450"/>
        </pc:sldMkLst>
      </pc:sldChg>
      <pc:sldChg chg="addSp delSp modSp add mod">
        <pc:chgData name="Hayato Ishida" userId="585fa0fa6384767c" providerId="LiveId" clId="{E5424A67-F68E-4C2A-8F50-702E8B3CD7ED}" dt="2025-02-09T15:44:35.866" v="8920" actId="14100"/>
        <pc:sldMkLst>
          <pc:docMk/>
          <pc:sldMk cId="955519484" sldId="451"/>
        </pc:sldMkLst>
      </pc:sldChg>
      <pc:sldChg chg="modSp add mod ord">
        <pc:chgData name="Hayato Ishida" userId="585fa0fa6384767c" providerId="LiveId" clId="{E5424A67-F68E-4C2A-8F50-702E8B3CD7ED}" dt="2025-02-09T15:55:59.212" v="10276" actId="27636"/>
        <pc:sldMkLst>
          <pc:docMk/>
          <pc:sldMk cId="3156835138" sldId="452"/>
        </pc:sldMkLst>
      </pc:sldChg>
      <pc:sldChg chg="modSp add mod">
        <pc:chgData name="Hayato Ishida" userId="585fa0fa6384767c" providerId="LiveId" clId="{E5424A67-F68E-4C2A-8F50-702E8B3CD7ED}" dt="2025-02-09T16:00:09.401" v="10902" actId="20577"/>
        <pc:sldMkLst>
          <pc:docMk/>
          <pc:sldMk cId="577990360" sldId="453"/>
        </pc:sldMkLst>
      </pc:sldChg>
      <pc:sldChg chg="modSp add mod">
        <pc:chgData name="Hayato Ishida" userId="585fa0fa6384767c" providerId="LiveId" clId="{E5424A67-F68E-4C2A-8F50-702E8B3CD7ED}" dt="2025-02-09T16:17:50.422" v="12916" actId="20577"/>
        <pc:sldMkLst>
          <pc:docMk/>
          <pc:sldMk cId="466115143" sldId="454"/>
        </pc:sldMkLst>
      </pc:sldChg>
    </pc:docChg>
  </pc:docChgLst>
  <pc:docChgLst>
    <pc:chgData name="Hayato Ishida" userId="585fa0fa6384767c" providerId="LiveId" clId="{93E40300-80D7-4506-9464-C754DDA08A5D}"/>
    <pc:docChg chg="undo custSel addSld delSld modSld">
      <pc:chgData name="Hayato Ishida" userId="585fa0fa6384767c" providerId="LiveId" clId="{93E40300-80D7-4506-9464-C754DDA08A5D}" dt="2025-02-27T07:58:57.337" v="11521"/>
      <pc:docMkLst>
        <pc:docMk/>
      </pc:docMkLst>
      <pc:sldChg chg="addSp modSp del mod">
        <pc:chgData name="Hayato Ishida" userId="585fa0fa6384767c" providerId="LiveId" clId="{93E40300-80D7-4506-9464-C754DDA08A5D}" dt="2025-02-23T10:44:18.200" v="11487" actId="47"/>
        <pc:sldMkLst>
          <pc:docMk/>
          <pc:sldMk cId="3878715192" sldId="256"/>
        </pc:sldMkLst>
      </pc:sldChg>
      <pc:sldChg chg="modSp">
        <pc:chgData name="Hayato Ishida" userId="585fa0fa6384767c" providerId="LiveId" clId="{93E40300-80D7-4506-9464-C754DDA08A5D}" dt="2025-02-10T16:11:50.151" v="34"/>
        <pc:sldMkLst>
          <pc:docMk/>
          <pc:sldMk cId="1023418167" sldId="259"/>
        </pc:sldMkLst>
      </pc:sldChg>
      <pc:sldChg chg="modSp mod">
        <pc:chgData name="Hayato Ishida" userId="585fa0fa6384767c" providerId="LiveId" clId="{93E40300-80D7-4506-9464-C754DDA08A5D}" dt="2025-02-10T16:07:56.502" v="32"/>
        <pc:sldMkLst>
          <pc:docMk/>
          <pc:sldMk cId="2567433019" sldId="280"/>
        </pc:sldMkLst>
      </pc:sldChg>
      <pc:sldChg chg="modSp mod">
        <pc:chgData name="Hayato Ishida" userId="585fa0fa6384767c" providerId="LiveId" clId="{93E40300-80D7-4506-9464-C754DDA08A5D}" dt="2025-02-12T12:43:42.968" v="11216" actId="20577"/>
        <pc:sldMkLst>
          <pc:docMk/>
          <pc:sldMk cId="155858466" sldId="286"/>
        </pc:sldMkLst>
      </pc:sldChg>
      <pc:sldChg chg="modSp mod">
        <pc:chgData name="Hayato Ishida" userId="585fa0fa6384767c" providerId="LiveId" clId="{93E40300-80D7-4506-9464-C754DDA08A5D}" dt="2025-02-10T16:07:06.455" v="23"/>
        <pc:sldMkLst>
          <pc:docMk/>
          <pc:sldMk cId="654251065" sldId="287"/>
        </pc:sldMkLst>
      </pc:sldChg>
      <pc:sldChg chg="modSp del mod">
        <pc:chgData name="Hayato Ishida" userId="585fa0fa6384767c" providerId="LiveId" clId="{93E40300-80D7-4506-9464-C754DDA08A5D}" dt="2025-02-12T12:43:11.663" v="11214" actId="47"/>
        <pc:sldMkLst>
          <pc:docMk/>
          <pc:sldMk cId="3041246571" sldId="295"/>
        </pc:sldMkLst>
      </pc:sldChg>
      <pc:sldChg chg="modSp mod">
        <pc:chgData name="Hayato Ishida" userId="585fa0fa6384767c" providerId="LiveId" clId="{93E40300-80D7-4506-9464-C754DDA08A5D}" dt="2025-02-10T16:16:11.971" v="39"/>
        <pc:sldMkLst>
          <pc:docMk/>
          <pc:sldMk cId="210825285" sldId="311"/>
        </pc:sldMkLst>
      </pc:sldChg>
      <pc:sldChg chg="modSp">
        <pc:chgData name="Hayato Ishida" userId="585fa0fa6384767c" providerId="LiveId" clId="{93E40300-80D7-4506-9464-C754DDA08A5D}" dt="2025-02-10T16:15:46.489" v="38"/>
        <pc:sldMkLst>
          <pc:docMk/>
          <pc:sldMk cId="1611154314" sldId="325"/>
        </pc:sldMkLst>
      </pc:sldChg>
      <pc:sldChg chg="modSp">
        <pc:chgData name="Hayato Ishida" userId="585fa0fa6384767c" providerId="LiveId" clId="{93E40300-80D7-4506-9464-C754DDA08A5D}" dt="2025-02-10T16:16:11.971" v="39"/>
        <pc:sldMkLst>
          <pc:docMk/>
          <pc:sldMk cId="4021934138" sldId="326"/>
        </pc:sldMkLst>
      </pc:sldChg>
      <pc:sldChg chg="modSp">
        <pc:chgData name="Hayato Ishida" userId="585fa0fa6384767c" providerId="LiveId" clId="{93E40300-80D7-4506-9464-C754DDA08A5D}" dt="2025-02-10T16:13:51.901" v="36"/>
        <pc:sldMkLst>
          <pc:docMk/>
          <pc:sldMk cId="3028957591" sldId="328"/>
        </pc:sldMkLst>
      </pc:sldChg>
      <pc:sldChg chg="modSp mod">
        <pc:chgData name="Hayato Ishida" userId="585fa0fa6384767c" providerId="LiveId" clId="{93E40300-80D7-4506-9464-C754DDA08A5D}" dt="2025-02-11T15:55:49.304" v="4340"/>
        <pc:sldMkLst>
          <pc:docMk/>
          <pc:sldMk cId="1235012594" sldId="354"/>
        </pc:sldMkLst>
      </pc:sldChg>
      <pc:sldChg chg="modSp">
        <pc:chgData name="Hayato Ishida" userId="585fa0fa6384767c" providerId="LiveId" clId="{93E40300-80D7-4506-9464-C754DDA08A5D}" dt="2025-02-10T16:13:43.992" v="35"/>
        <pc:sldMkLst>
          <pc:docMk/>
          <pc:sldMk cId="2178788038" sldId="385"/>
        </pc:sldMkLst>
      </pc:sldChg>
      <pc:sldChg chg="modSp mod">
        <pc:chgData name="Hayato Ishida" userId="585fa0fa6384767c" providerId="LiveId" clId="{93E40300-80D7-4506-9464-C754DDA08A5D}" dt="2025-02-12T12:33:15.257" v="10325" actId="20577"/>
        <pc:sldMkLst>
          <pc:docMk/>
          <pc:sldMk cId="3515477389" sldId="386"/>
        </pc:sldMkLst>
      </pc:sldChg>
      <pc:sldChg chg="modSp mod">
        <pc:chgData name="Hayato Ishida" userId="585fa0fa6384767c" providerId="LiveId" clId="{93E40300-80D7-4506-9464-C754DDA08A5D}" dt="2025-02-10T16:07:34.455" v="28"/>
        <pc:sldMkLst>
          <pc:docMk/>
          <pc:sldMk cId="3064566856" sldId="387"/>
        </pc:sldMkLst>
      </pc:sldChg>
      <pc:sldChg chg="modSp mod">
        <pc:chgData name="Hayato Ishida" userId="585fa0fa6384767c" providerId="LiveId" clId="{93E40300-80D7-4506-9464-C754DDA08A5D}" dt="2025-02-10T16:07:19.825" v="25"/>
        <pc:sldMkLst>
          <pc:docMk/>
          <pc:sldMk cId="2712671586" sldId="388"/>
        </pc:sldMkLst>
      </pc:sldChg>
      <pc:sldChg chg="modSp mod">
        <pc:chgData name="Hayato Ishida" userId="585fa0fa6384767c" providerId="LiveId" clId="{93E40300-80D7-4506-9464-C754DDA08A5D}" dt="2025-02-13T16:49:18.220" v="11222" actId="113"/>
        <pc:sldMkLst>
          <pc:docMk/>
          <pc:sldMk cId="2452340586" sldId="408"/>
        </pc:sldMkLst>
      </pc:sldChg>
      <pc:sldChg chg="modSp mod">
        <pc:chgData name="Hayato Ishida" userId="585fa0fa6384767c" providerId="LiveId" clId="{93E40300-80D7-4506-9464-C754DDA08A5D}" dt="2025-02-11T16:20:20.171" v="5806" actId="313"/>
        <pc:sldMkLst>
          <pc:docMk/>
          <pc:sldMk cId="1761223768" sldId="409"/>
        </pc:sldMkLst>
      </pc:sldChg>
      <pc:sldChg chg="modSp mod">
        <pc:chgData name="Hayato Ishida" userId="585fa0fa6384767c" providerId="LiveId" clId="{93E40300-80D7-4506-9464-C754DDA08A5D}" dt="2025-02-11T15:55:19.504" v="4332" actId="20577"/>
        <pc:sldMkLst>
          <pc:docMk/>
          <pc:sldMk cId="667050629" sldId="411"/>
        </pc:sldMkLst>
      </pc:sldChg>
      <pc:sldChg chg="modSp mod">
        <pc:chgData name="Hayato Ishida" userId="585fa0fa6384767c" providerId="LiveId" clId="{93E40300-80D7-4506-9464-C754DDA08A5D}" dt="2025-02-10T17:06:20.351" v="1806"/>
        <pc:sldMkLst>
          <pc:docMk/>
          <pc:sldMk cId="3956330709" sldId="436"/>
        </pc:sldMkLst>
      </pc:sldChg>
      <pc:sldChg chg="modSp mod">
        <pc:chgData name="Hayato Ishida" userId="585fa0fa6384767c" providerId="LiveId" clId="{93E40300-80D7-4506-9464-C754DDA08A5D}" dt="2025-02-23T10:47:54.143" v="11514" actId="20577"/>
        <pc:sldMkLst>
          <pc:docMk/>
          <pc:sldMk cId="2089718421" sldId="437"/>
        </pc:sldMkLst>
      </pc:sldChg>
      <pc:sldChg chg="modSp mod">
        <pc:chgData name="Hayato Ishida" userId="585fa0fa6384767c" providerId="LiveId" clId="{93E40300-80D7-4506-9464-C754DDA08A5D}" dt="2025-02-12T12:04:11.431" v="7932"/>
        <pc:sldMkLst>
          <pc:docMk/>
          <pc:sldMk cId="1466431623" sldId="440"/>
        </pc:sldMkLst>
      </pc:sldChg>
      <pc:sldChg chg="modSp mod">
        <pc:chgData name="Hayato Ishida" userId="585fa0fa6384767c" providerId="LiveId" clId="{93E40300-80D7-4506-9464-C754DDA08A5D}" dt="2025-02-11T16:17:27.567" v="5593" actId="20577"/>
        <pc:sldMkLst>
          <pc:docMk/>
          <pc:sldMk cId="3158105376" sldId="444"/>
        </pc:sldMkLst>
      </pc:sldChg>
      <pc:sldChg chg="modSp mod">
        <pc:chgData name="Hayato Ishida" userId="585fa0fa6384767c" providerId="LiveId" clId="{93E40300-80D7-4506-9464-C754DDA08A5D}" dt="2025-02-10T16:38:07.323" v="1336" actId="20577"/>
        <pc:sldMkLst>
          <pc:docMk/>
          <pc:sldMk cId="105644545" sldId="445"/>
        </pc:sldMkLst>
      </pc:sldChg>
      <pc:sldChg chg="modSp mod">
        <pc:chgData name="Hayato Ishida" userId="585fa0fa6384767c" providerId="LiveId" clId="{93E40300-80D7-4506-9464-C754DDA08A5D}" dt="2025-02-13T16:49:40.403" v="11223" actId="113"/>
        <pc:sldMkLst>
          <pc:docMk/>
          <pc:sldMk cId="494858281" sldId="446"/>
        </pc:sldMkLst>
      </pc:sldChg>
      <pc:sldChg chg="modSp mod">
        <pc:chgData name="Hayato Ishida" userId="585fa0fa6384767c" providerId="LiveId" clId="{93E40300-80D7-4506-9464-C754DDA08A5D}" dt="2025-02-13T16:49:52.616" v="11224" actId="113"/>
        <pc:sldMkLst>
          <pc:docMk/>
          <pc:sldMk cId="3810752425" sldId="447"/>
        </pc:sldMkLst>
      </pc:sldChg>
      <pc:sldChg chg="addSp delSp modSp mod">
        <pc:chgData name="Hayato Ishida" userId="585fa0fa6384767c" providerId="LiveId" clId="{93E40300-80D7-4506-9464-C754DDA08A5D}" dt="2025-02-27T07:58:30.615" v="11517"/>
        <pc:sldMkLst>
          <pc:docMk/>
          <pc:sldMk cId="1995728936" sldId="448"/>
        </pc:sldMkLst>
      </pc:sldChg>
      <pc:sldChg chg="modSp mod">
        <pc:chgData name="Hayato Ishida" userId="585fa0fa6384767c" providerId="LiveId" clId="{93E40300-80D7-4506-9464-C754DDA08A5D}" dt="2025-02-13T16:50:42.226" v="11225" actId="113"/>
        <pc:sldMkLst>
          <pc:docMk/>
          <pc:sldMk cId="880219158" sldId="449"/>
        </pc:sldMkLst>
      </pc:sldChg>
      <pc:sldChg chg="addSp delSp modSp mod">
        <pc:chgData name="Hayato Ishida" userId="585fa0fa6384767c" providerId="LiveId" clId="{93E40300-80D7-4506-9464-C754DDA08A5D}" dt="2025-02-27T07:58:42.039" v="11519"/>
        <pc:sldMkLst>
          <pc:docMk/>
          <pc:sldMk cId="1697722181" sldId="450"/>
        </pc:sldMkLst>
      </pc:sldChg>
      <pc:sldChg chg="addSp delSp modSp mod">
        <pc:chgData name="Hayato Ishida" userId="585fa0fa6384767c" providerId="LiveId" clId="{93E40300-80D7-4506-9464-C754DDA08A5D}" dt="2025-02-27T07:58:57.337" v="11521"/>
        <pc:sldMkLst>
          <pc:docMk/>
          <pc:sldMk cId="955519484" sldId="451"/>
        </pc:sldMkLst>
      </pc:sldChg>
      <pc:sldChg chg="modSp mod">
        <pc:chgData name="Hayato Ishida" userId="585fa0fa6384767c" providerId="LiveId" clId="{93E40300-80D7-4506-9464-C754DDA08A5D}" dt="2025-02-12T12:10:28.055" v="8455" actId="113"/>
        <pc:sldMkLst>
          <pc:docMk/>
          <pc:sldMk cId="3156835138" sldId="452"/>
        </pc:sldMkLst>
      </pc:sldChg>
      <pc:sldChg chg="modSp mod">
        <pc:chgData name="Hayato Ishida" userId="585fa0fa6384767c" providerId="LiveId" clId="{93E40300-80D7-4506-9464-C754DDA08A5D}" dt="2025-02-13T16:51:33.256" v="11227" actId="113"/>
        <pc:sldMkLst>
          <pc:docMk/>
          <pc:sldMk cId="577990360" sldId="453"/>
        </pc:sldMkLst>
      </pc:sldChg>
      <pc:sldChg chg="modSp mod">
        <pc:chgData name="Hayato Ishida" userId="585fa0fa6384767c" providerId="LiveId" clId="{93E40300-80D7-4506-9464-C754DDA08A5D}" dt="2025-02-12T12:43:08.005" v="11213" actId="20577"/>
        <pc:sldMkLst>
          <pc:docMk/>
          <pc:sldMk cId="466115143" sldId="454"/>
        </pc:sldMkLst>
      </pc:sldChg>
      <pc:sldChg chg="modSp mod">
        <pc:chgData name="Hayato Ishida" userId="585fa0fa6384767c" providerId="LiveId" clId="{93E40300-80D7-4506-9464-C754DDA08A5D}" dt="2025-02-11T16:15:57.537" v="5390" actId="113"/>
        <pc:sldMkLst>
          <pc:docMk/>
          <pc:sldMk cId="3741534985" sldId="455"/>
        </pc:sldMkLst>
      </pc:sldChg>
      <pc:sldChg chg="add">
        <pc:chgData name="Hayato Ishida" userId="585fa0fa6384767c" providerId="LiveId" clId="{93E40300-80D7-4506-9464-C754DDA08A5D}" dt="2025-02-23T10:44:08.114" v="11486" actId="2890"/>
        <pc:sldMkLst>
          <pc:docMk/>
          <pc:sldMk cId="420014843" sldId="456"/>
        </pc:sldMkLst>
      </pc:sldChg>
    </pc:docChg>
  </pc:docChgLst>
  <pc:docChgLst>
    <pc:chgData name="Hayato Ishida" userId="585fa0fa6384767c" providerId="LiveId" clId="{0FE7BDFC-046A-4CC6-A2C0-E221332D23A7}"/>
    <pc:docChg chg="custSel addSld delSld modSld">
      <pc:chgData name="Hayato Ishida" userId="585fa0fa6384767c" providerId="LiveId" clId="{0FE7BDFC-046A-4CC6-A2C0-E221332D23A7}" dt="2025-03-31T09:43:51.299" v="760" actId="20577"/>
      <pc:docMkLst>
        <pc:docMk/>
      </pc:docMkLst>
      <pc:sldChg chg="modSp setBg">
        <pc:chgData name="Hayato Ishida" userId="585fa0fa6384767c" providerId="LiveId" clId="{0FE7BDFC-046A-4CC6-A2C0-E221332D23A7}" dt="2025-03-31T09:43:00.921" v="748"/>
        <pc:sldMkLst>
          <pc:docMk/>
          <pc:sldMk cId="3028957591" sldId="328"/>
        </pc:sldMkLst>
      </pc:sldChg>
      <pc:sldChg chg="modSp">
        <pc:chgData name="Hayato Ishida" userId="585fa0fa6384767c" providerId="LiveId" clId="{0FE7BDFC-046A-4CC6-A2C0-E221332D23A7}" dt="2025-03-15T18:46:18.562" v="13"/>
        <pc:sldMkLst>
          <pc:docMk/>
          <pc:sldMk cId="1235012594" sldId="354"/>
        </pc:sldMkLst>
      </pc:sldChg>
      <pc:sldChg chg="modSp mod">
        <pc:chgData name="Hayato Ishida" userId="585fa0fa6384767c" providerId="LiveId" clId="{0FE7BDFC-046A-4CC6-A2C0-E221332D23A7}" dt="2025-03-31T09:41:29.188" v="746" actId="27636"/>
        <pc:sldMkLst>
          <pc:docMk/>
          <pc:sldMk cId="1761223768" sldId="409"/>
        </pc:sldMkLst>
      </pc:sldChg>
      <pc:sldChg chg="modSp mod">
        <pc:chgData name="Hayato Ishida" userId="585fa0fa6384767c" providerId="LiveId" clId="{0FE7BDFC-046A-4CC6-A2C0-E221332D23A7}" dt="2025-03-31T09:37:22.532" v="740" actId="27636"/>
        <pc:sldMkLst>
          <pc:docMk/>
          <pc:sldMk cId="3156835138" sldId="452"/>
        </pc:sldMkLst>
      </pc:sldChg>
      <pc:sldChg chg="modSp mod">
        <pc:chgData name="Hayato Ishida" userId="585fa0fa6384767c" providerId="LiveId" clId="{0FE7BDFC-046A-4CC6-A2C0-E221332D23A7}" dt="2025-03-15T19:00:42.848" v="738" actId="20577"/>
        <pc:sldMkLst>
          <pc:docMk/>
          <pc:sldMk cId="577990360" sldId="453"/>
        </pc:sldMkLst>
      </pc:sldChg>
      <pc:sldChg chg="modSp">
        <pc:chgData name="Hayato Ishida" userId="585fa0fa6384767c" providerId="LiveId" clId="{0FE7BDFC-046A-4CC6-A2C0-E221332D23A7}" dt="2025-03-15T18:46:18.562" v="13"/>
        <pc:sldMkLst>
          <pc:docMk/>
          <pc:sldMk cId="3741534985" sldId="455"/>
        </pc:sldMkLst>
      </pc:sldChg>
      <pc:sldChg chg="modSp mod">
        <pc:chgData name="Hayato Ishida" userId="585fa0fa6384767c" providerId="LiveId" clId="{0FE7BDFC-046A-4CC6-A2C0-E221332D23A7}" dt="2025-03-31T09:43:51.299" v="760" actId="20577"/>
        <pc:sldMkLst>
          <pc:docMk/>
          <pc:sldMk cId="420014843" sldId="456"/>
        </pc:sldMkLst>
      </pc:sldChg>
      <pc:sldChg chg="addSp delSp modSp add del mod setBg">
        <pc:chgData name="Hayato Ishida" userId="585fa0fa6384767c" providerId="LiveId" clId="{0FE7BDFC-046A-4CC6-A2C0-E221332D23A7}" dt="2025-03-31T09:43:41.725" v="756" actId="47"/>
        <pc:sldMkLst>
          <pc:docMk/>
          <pc:sldMk cId="2937031835" sldId="457"/>
        </pc:sldMkLst>
      </pc:sldChg>
      <pc:sldChg chg="add del setBg">
        <pc:chgData name="Hayato Ishida" userId="585fa0fa6384767c" providerId="LiveId" clId="{0FE7BDFC-046A-4CC6-A2C0-E221332D23A7}" dt="2025-03-31T09:43:09.972" v="750"/>
        <pc:sldMkLst>
          <pc:docMk/>
          <pc:sldMk cId="618586006" sldId="458"/>
        </pc:sldMkLst>
      </pc:sldChg>
      <pc:sldChg chg="addSp delSp modSp add mod">
        <pc:chgData name="Hayato Ishida" userId="585fa0fa6384767c" providerId="LiveId" clId="{0FE7BDFC-046A-4CC6-A2C0-E221332D23A7}" dt="2025-03-31T09:43:39.644" v="755"/>
        <pc:sldMkLst>
          <pc:docMk/>
          <pc:sldMk cId="2869836989" sldId="458"/>
        </pc:sldMkLst>
      </pc:sldChg>
    </pc:docChg>
  </pc:docChgLst>
  <pc:docChgLst>
    <pc:chgData name="Hayato Ishida" userId="585fa0fa6384767c" providerId="LiveId" clId="{84669B2F-EC18-4F83-95EE-4F8541EC5421}"/>
    <pc:docChg chg="custSel modSld">
      <pc:chgData name="Hayato Ishida" userId="585fa0fa6384767c" providerId="LiveId" clId="{84669B2F-EC18-4F83-95EE-4F8541EC5421}" dt="2025-05-03T11:45:28.427" v="10"/>
      <pc:docMkLst>
        <pc:docMk/>
      </pc:docMkLst>
      <pc:sldChg chg="addSp delSp modSp mod">
        <pc:chgData name="Hayato Ishida" userId="585fa0fa6384767c" providerId="LiveId" clId="{84669B2F-EC18-4F83-95EE-4F8541EC5421}" dt="2025-05-03T11:45:28.427" v="10"/>
        <pc:sldMkLst>
          <pc:docMk/>
          <pc:sldMk cId="2567433019" sldId="280"/>
        </pc:sldMkLst>
      </pc:sldChg>
      <pc:sldChg chg="addSp delSp modSp mod">
        <pc:chgData name="Hayato Ishida" userId="585fa0fa6384767c" providerId="LiveId" clId="{84669B2F-EC18-4F83-95EE-4F8541EC5421}" dt="2025-05-03T11:44:56.619" v="9"/>
        <pc:sldMkLst>
          <pc:docMk/>
          <pc:sldMk cId="155858466" sldId="286"/>
        </pc:sldMkLst>
      </pc:sldChg>
      <pc:sldChg chg="addSp delSp modSp mod">
        <pc:chgData name="Hayato Ishida" userId="585fa0fa6384767c" providerId="LiveId" clId="{84669B2F-EC18-4F83-95EE-4F8541EC5421}" dt="2025-05-03T11:44:14.139" v="6"/>
        <pc:sldMkLst>
          <pc:docMk/>
          <pc:sldMk cId="654251065" sldId="287"/>
        </pc:sldMkLst>
      </pc:sldChg>
      <pc:sldChg chg="modSp mod">
        <pc:chgData name="Hayato Ishida" userId="585fa0fa6384767c" providerId="LiveId" clId="{84669B2F-EC18-4F83-95EE-4F8541EC5421}" dt="2025-05-03T11:44:14.249" v="7" actId="27636"/>
        <pc:sldMkLst>
          <pc:docMk/>
          <pc:sldMk cId="1761223768" sldId="409"/>
        </pc:sldMkLst>
      </pc:sldChg>
      <pc:sldChg chg="modSp mod">
        <pc:chgData name="Hayato Ishida" userId="585fa0fa6384767c" providerId="LiveId" clId="{84669B2F-EC18-4F83-95EE-4F8541EC5421}" dt="2025-05-03T11:44:14.287" v="8" actId="27636"/>
        <pc:sldMkLst>
          <pc:docMk/>
          <pc:sldMk cId="3156835138" sldId="452"/>
        </pc:sldMkLst>
      </pc:sldChg>
    </pc:docChg>
  </pc:docChgLst>
  <pc:docChgLst>
    <pc:chgData name="Hayato Ishida" userId="585fa0fa6384767c" providerId="LiveId" clId="{C83C3411-5FC4-4BB4-95C4-179ED23CCBC1}"/>
    <pc:docChg chg="undo redo custSel addSld delSld modSld">
      <pc:chgData name="Hayato Ishida" userId="585fa0fa6384767c" providerId="LiveId" clId="{C83C3411-5FC4-4BB4-95C4-179ED23CCBC1}" dt="2025-02-10T15:55:00.841" v="4000" actId="20577"/>
      <pc:docMkLst>
        <pc:docMk/>
      </pc:docMkLst>
      <pc:sldChg chg="modSp mod">
        <pc:chgData name="Hayato Ishida" userId="585fa0fa6384767c" providerId="LiveId" clId="{C83C3411-5FC4-4BB4-95C4-179ED23CCBC1}" dt="2025-02-10T15:55:00.841" v="4000" actId="20577"/>
        <pc:sldMkLst>
          <pc:docMk/>
          <pc:sldMk cId="3878715192" sldId="256"/>
        </pc:sldMkLst>
      </pc:sldChg>
      <pc:sldChg chg="modSp mod">
        <pc:chgData name="Hayato Ishida" userId="585fa0fa6384767c" providerId="LiveId" clId="{C83C3411-5FC4-4BB4-95C4-179ED23CCBC1}" dt="2025-02-10T15:52:26.021" v="3865" actId="20577"/>
        <pc:sldMkLst>
          <pc:docMk/>
          <pc:sldMk cId="3041246571" sldId="295"/>
        </pc:sldMkLst>
      </pc:sldChg>
      <pc:sldChg chg="modSp mod">
        <pc:chgData name="Hayato Ishida" userId="585fa0fa6384767c" providerId="LiveId" clId="{C83C3411-5FC4-4BB4-95C4-179ED23CCBC1}" dt="2025-02-10T14:55:33.031" v="282" actId="115"/>
        <pc:sldMkLst>
          <pc:docMk/>
          <pc:sldMk cId="1235012594" sldId="354"/>
        </pc:sldMkLst>
      </pc:sldChg>
      <pc:sldChg chg="modSp mod">
        <pc:chgData name="Hayato Ishida" userId="585fa0fa6384767c" providerId="LiveId" clId="{C83C3411-5FC4-4BB4-95C4-179ED23CCBC1}" dt="2025-02-10T14:53:55.539" v="123" actId="27636"/>
        <pc:sldMkLst>
          <pc:docMk/>
          <pc:sldMk cId="3515477389" sldId="386"/>
        </pc:sldMkLst>
      </pc:sldChg>
      <pc:sldChg chg="modSp mod">
        <pc:chgData name="Hayato Ishida" userId="585fa0fa6384767c" providerId="LiveId" clId="{C83C3411-5FC4-4BB4-95C4-179ED23CCBC1}" dt="2025-02-10T14:51:37.168" v="41" actId="20577"/>
        <pc:sldMkLst>
          <pc:docMk/>
          <pc:sldMk cId="577990360" sldId="453"/>
        </pc:sldMkLst>
      </pc:sldChg>
      <pc:sldChg chg="modSp mod">
        <pc:chgData name="Hayato Ishida" userId="585fa0fa6384767c" providerId="LiveId" clId="{C83C3411-5FC4-4BB4-95C4-179ED23CCBC1}" dt="2025-02-10T14:53:12.294" v="118" actId="20577"/>
        <pc:sldMkLst>
          <pc:docMk/>
          <pc:sldMk cId="466115143" sldId="454"/>
        </pc:sldMkLst>
      </pc:sldChg>
      <pc:sldChg chg="add del setBg">
        <pc:chgData name="Hayato Ishida" userId="585fa0fa6384767c" providerId="LiveId" clId="{C83C3411-5FC4-4BB4-95C4-179ED23CCBC1}" dt="2025-02-10T14:53:55.456" v="122"/>
        <pc:sldMkLst>
          <pc:docMk/>
          <pc:sldMk cId="3247597812" sldId="455"/>
        </pc:sldMkLst>
      </pc:sldChg>
      <pc:sldChg chg="modSp add mod">
        <pc:chgData name="Hayato Ishida" userId="585fa0fa6384767c" providerId="LiveId" clId="{C83C3411-5FC4-4BB4-95C4-179ED23CCBC1}" dt="2025-02-10T15:47:32.984" v="3813" actId="20577"/>
        <pc:sldMkLst>
          <pc:docMk/>
          <pc:sldMk cId="3741534985" sldId="455"/>
        </pc:sldMkLst>
      </pc:sldChg>
      <pc:sldChg chg="add del">
        <pc:chgData name="Hayato Ishida" userId="585fa0fa6384767c" providerId="LiveId" clId="{C83C3411-5FC4-4BB4-95C4-179ED23CCBC1}" dt="2025-02-10T15:10:10.590" v="1251" actId="47"/>
        <pc:sldMkLst>
          <pc:docMk/>
          <pc:sldMk cId="3777243109" sldId="45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C77555-114C-4D13-A8E9-982D3FBDE682}" type="datetimeFigureOut">
              <a:rPr lang="en-GB" smtClean="0"/>
              <a:t>01/09/2025</a:t>
            </a:fld>
            <a:endParaRPr lang="en-GB"/>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87483F-3F00-45CA-B9CE-71766AA0FCEC}" type="slidenum">
              <a:rPr lang="en-GB" smtClean="0"/>
              <a:t>‹#›</a:t>
            </a:fld>
            <a:endParaRPr lang="en-GB"/>
          </a:p>
        </p:txBody>
      </p:sp>
    </p:spTree>
    <p:extLst>
      <p:ext uri="{BB962C8B-B14F-4D97-AF65-F5344CB8AC3E}">
        <p14:creationId xmlns:p14="http://schemas.microsoft.com/office/powerpoint/2010/main" val="3440713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23A420-A6C3-4DFD-BC9B-A28C54480400}"/>
              </a:ext>
            </a:extLst>
          </p:cNvPr>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GB"/>
          </a:p>
        </p:txBody>
      </p:sp>
      <p:sp>
        <p:nvSpPr>
          <p:cNvPr id="3" name="字幕 2">
            <a:extLst>
              <a:ext uri="{FF2B5EF4-FFF2-40B4-BE49-F238E27FC236}">
                <a16:creationId xmlns:a16="http://schemas.microsoft.com/office/drawing/2014/main" id="{27785ED6-1F11-4995-8802-E7A92ED6F2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GB"/>
          </a:p>
        </p:txBody>
      </p:sp>
      <p:sp>
        <p:nvSpPr>
          <p:cNvPr id="4" name="日付プレースホルダー 3">
            <a:extLst>
              <a:ext uri="{FF2B5EF4-FFF2-40B4-BE49-F238E27FC236}">
                <a16:creationId xmlns:a16="http://schemas.microsoft.com/office/drawing/2014/main" id="{267A83ED-D7FC-4E75-93FA-7CA4EB139197}"/>
              </a:ext>
            </a:extLst>
          </p:cNvPr>
          <p:cNvSpPr>
            <a:spLocks noGrp="1"/>
          </p:cNvSpPr>
          <p:nvPr>
            <p:ph type="dt" sz="half" idx="10"/>
          </p:nvPr>
        </p:nvSpPr>
        <p:spPr/>
        <p:txBody>
          <a:bodyPr/>
          <a:lstStyle/>
          <a:p>
            <a:fld id="{AF5D98A5-C926-421E-8D16-8672B57BCFF1}" type="datetime1">
              <a:rPr lang="en-GB" smtClean="0"/>
              <a:t>01/09/2025</a:t>
            </a:fld>
            <a:endParaRPr lang="en-GB"/>
          </a:p>
        </p:txBody>
      </p:sp>
      <p:sp>
        <p:nvSpPr>
          <p:cNvPr id="5" name="フッター プレースホルダー 4">
            <a:extLst>
              <a:ext uri="{FF2B5EF4-FFF2-40B4-BE49-F238E27FC236}">
                <a16:creationId xmlns:a16="http://schemas.microsoft.com/office/drawing/2014/main" id="{1D536A7D-2F90-40CC-80C9-D5DFA5931BEA}"/>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22F47EE9-ABD2-45F2-8DDF-94F9AFE52B51}"/>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438114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762872-9097-4551-92E5-A9EFABF75DFB}"/>
              </a:ext>
            </a:extLst>
          </p:cNvPr>
          <p:cNvSpPr>
            <a:spLocks noGrp="1"/>
          </p:cNvSpPr>
          <p:nvPr>
            <p:ph type="title"/>
          </p:nvPr>
        </p:nvSpPr>
        <p:spPr/>
        <p:txBody>
          <a:body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D276671E-317F-404E-8053-6A0A955B7C1C}"/>
              </a:ext>
            </a:extLst>
          </p:cNvPr>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99917538-7854-4E06-A143-495AC9D08204}"/>
              </a:ext>
            </a:extLst>
          </p:cNvPr>
          <p:cNvSpPr>
            <a:spLocks noGrp="1"/>
          </p:cNvSpPr>
          <p:nvPr>
            <p:ph type="dt" sz="half" idx="10"/>
          </p:nvPr>
        </p:nvSpPr>
        <p:spPr/>
        <p:txBody>
          <a:bodyPr/>
          <a:lstStyle/>
          <a:p>
            <a:fld id="{5A2F9E5C-BB41-4DEE-A1EA-DBAEA4256446}" type="datetime1">
              <a:rPr lang="en-GB" smtClean="0"/>
              <a:t>01/09/2025</a:t>
            </a:fld>
            <a:endParaRPr lang="en-GB"/>
          </a:p>
        </p:txBody>
      </p:sp>
      <p:sp>
        <p:nvSpPr>
          <p:cNvPr id="5" name="フッター プレースホルダー 4">
            <a:extLst>
              <a:ext uri="{FF2B5EF4-FFF2-40B4-BE49-F238E27FC236}">
                <a16:creationId xmlns:a16="http://schemas.microsoft.com/office/drawing/2014/main" id="{7A4511E7-C4EE-48B3-832D-D6EE6A960143}"/>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67D71E43-553D-4A66-92CB-9785522DCEB7}"/>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118800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078576-E3DC-4F83-AFE3-90CF203F3C2A}"/>
              </a:ext>
            </a:extLst>
          </p:cNvPr>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B476DC57-139C-48BA-B542-00433365DC4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日付プレースホルダー 3">
            <a:extLst>
              <a:ext uri="{FF2B5EF4-FFF2-40B4-BE49-F238E27FC236}">
                <a16:creationId xmlns:a16="http://schemas.microsoft.com/office/drawing/2014/main" id="{41BA6EC9-A18D-44DC-AC03-EDA535FC4C3D}"/>
              </a:ext>
            </a:extLst>
          </p:cNvPr>
          <p:cNvSpPr>
            <a:spLocks noGrp="1"/>
          </p:cNvSpPr>
          <p:nvPr>
            <p:ph type="dt" sz="half" idx="10"/>
          </p:nvPr>
        </p:nvSpPr>
        <p:spPr/>
        <p:txBody>
          <a:bodyPr/>
          <a:lstStyle/>
          <a:p>
            <a:fld id="{A7E24A89-DB0D-48E1-8471-1D24BDCF8ED1}" type="datetime1">
              <a:rPr lang="en-GB" smtClean="0"/>
              <a:t>01/09/2025</a:t>
            </a:fld>
            <a:endParaRPr lang="en-GB"/>
          </a:p>
        </p:txBody>
      </p:sp>
      <p:sp>
        <p:nvSpPr>
          <p:cNvPr id="5" name="フッター プレースホルダー 4">
            <a:extLst>
              <a:ext uri="{FF2B5EF4-FFF2-40B4-BE49-F238E27FC236}">
                <a16:creationId xmlns:a16="http://schemas.microsoft.com/office/drawing/2014/main" id="{B3649445-1B62-4CF3-8E24-C4237F94565E}"/>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75C343D9-1467-4169-8338-FE5AEB88B057}"/>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8170103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7CB7BA-528D-4232-B694-570FC36B96A2}"/>
              </a:ext>
            </a:extLst>
          </p:cNvPr>
          <p:cNvSpPr>
            <a:spLocks noGrp="1"/>
          </p:cNvSpPr>
          <p:nvPr>
            <p:ph type="title"/>
          </p:nvPr>
        </p:nvSpPr>
        <p:spPr/>
        <p:txBody>
          <a:body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4BAFC298-407B-4183-A4C6-ECFBF7BE4B5D}"/>
              </a:ext>
            </a:extLst>
          </p:cNvPr>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コンテンツ プレースホルダー 3">
            <a:extLst>
              <a:ext uri="{FF2B5EF4-FFF2-40B4-BE49-F238E27FC236}">
                <a16:creationId xmlns:a16="http://schemas.microsoft.com/office/drawing/2014/main" id="{13819996-4F41-4E1B-A7D2-68A930127528}"/>
              </a:ext>
            </a:extLst>
          </p:cNvPr>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5" name="日付プレースホルダー 4">
            <a:extLst>
              <a:ext uri="{FF2B5EF4-FFF2-40B4-BE49-F238E27FC236}">
                <a16:creationId xmlns:a16="http://schemas.microsoft.com/office/drawing/2014/main" id="{D87AA123-3779-4C89-A120-D8C36EFF2EEB}"/>
              </a:ext>
            </a:extLst>
          </p:cNvPr>
          <p:cNvSpPr>
            <a:spLocks noGrp="1"/>
          </p:cNvSpPr>
          <p:nvPr>
            <p:ph type="dt" sz="half" idx="10"/>
          </p:nvPr>
        </p:nvSpPr>
        <p:spPr/>
        <p:txBody>
          <a:bodyPr/>
          <a:lstStyle/>
          <a:p>
            <a:fld id="{F64D5387-62D3-481B-BBE0-5C3C88B297B2}" type="datetime1">
              <a:rPr lang="en-GB" smtClean="0"/>
              <a:t>01/09/2025</a:t>
            </a:fld>
            <a:endParaRPr lang="en-GB"/>
          </a:p>
        </p:txBody>
      </p:sp>
      <p:sp>
        <p:nvSpPr>
          <p:cNvPr id="6" name="フッター プレースホルダー 5">
            <a:extLst>
              <a:ext uri="{FF2B5EF4-FFF2-40B4-BE49-F238E27FC236}">
                <a16:creationId xmlns:a16="http://schemas.microsoft.com/office/drawing/2014/main" id="{7BC9968F-4821-42DF-A0AE-DE8C2DAAC784}"/>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04E5EBA0-D3D5-4A64-B7F9-5BDAC45C478E}"/>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1842740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2E56CA-F2EB-44BB-AF5E-63BAB6F11795}"/>
              </a:ext>
            </a:extLst>
          </p:cNvPr>
          <p:cNvSpPr>
            <a:spLocks noGrp="1"/>
          </p:cNvSpPr>
          <p:nvPr>
            <p:ph type="title"/>
          </p:nvPr>
        </p:nvSpPr>
        <p:spPr>
          <a:xfrm>
            <a:off x="839788" y="365125"/>
            <a:ext cx="10515600" cy="1325563"/>
          </a:xfrm>
        </p:spPr>
        <p:txBody>
          <a:body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DBC6BB7A-29D5-421E-A385-A3E3EB46BC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ー 3">
            <a:extLst>
              <a:ext uri="{FF2B5EF4-FFF2-40B4-BE49-F238E27FC236}">
                <a16:creationId xmlns:a16="http://schemas.microsoft.com/office/drawing/2014/main" id="{9AFA027A-6FEA-404B-A426-5714EEEEF59E}"/>
              </a:ext>
            </a:extLst>
          </p:cNvPr>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5" name="テキスト プレースホルダー 4">
            <a:extLst>
              <a:ext uri="{FF2B5EF4-FFF2-40B4-BE49-F238E27FC236}">
                <a16:creationId xmlns:a16="http://schemas.microsoft.com/office/drawing/2014/main" id="{E893EF15-B619-40ED-B8BE-2BF8815069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ー 5">
            <a:extLst>
              <a:ext uri="{FF2B5EF4-FFF2-40B4-BE49-F238E27FC236}">
                <a16:creationId xmlns:a16="http://schemas.microsoft.com/office/drawing/2014/main" id="{1F3F2AE8-4F41-4737-8697-4FF74A0A6C39}"/>
              </a:ext>
            </a:extLst>
          </p:cNvPr>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7" name="日付プレースホルダー 6">
            <a:extLst>
              <a:ext uri="{FF2B5EF4-FFF2-40B4-BE49-F238E27FC236}">
                <a16:creationId xmlns:a16="http://schemas.microsoft.com/office/drawing/2014/main" id="{2D695459-80F1-47BE-B12B-B91FB7221C80}"/>
              </a:ext>
            </a:extLst>
          </p:cNvPr>
          <p:cNvSpPr>
            <a:spLocks noGrp="1"/>
          </p:cNvSpPr>
          <p:nvPr>
            <p:ph type="dt" sz="half" idx="10"/>
          </p:nvPr>
        </p:nvSpPr>
        <p:spPr/>
        <p:txBody>
          <a:bodyPr/>
          <a:lstStyle/>
          <a:p>
            <a:fld id="{43CF17D8-7CE6-4CF7-8FAB-60185E786EB9}" type="datetime1">
              <a:rPr lang="en-GB" smtClean="0"/>
              <a:t>01/09/2025</a:t>
            </a:fld>
            <a:endParaRPr lang="en-GB"/>
          </a:p>
        </p:txBody>
      </p:sp>
      <p:sp>
        <p:nvSpPr>
          <p:cNvPr id="8" name="フッター プレースホルダー 7">
            <a:extLst>
              <a:ext uri="{FF2B5EF4-FFF2-40B4-BE49-F238E27FC236}">
                <a16:creationId xmlns:a16="http://schemas.microsoft.com/office/drawing/2014/main" id="{F522F667-D14E-47A7-8AF2-CA42934D6812}"/>
              </a:ext>
            </a:extLst>
          </p:cNvPr>
          <p:cNvSpPr>
            <a:spLocks noGrp="1"/>
          </p:cNvSpPr>
          <p:nvPr>
            <p:ph type="ftr" sz="quarter" idx="11"/>
          </p:nvPr>
        </p:nvSpPr>
        <p:spPr/>
        <p:txBody>
          <a:bodyPr/>
          <a:lstStyle/>
          <a:p>
            <a:endParaRPr lang="en-GB"/>
          </a:p>
        </p:txBody>
      </p:sp>
      <p:sp>
        <p:nvSpPr>
          <p:cNvPr id="9" name="スライド番号プレースホルダー 8">
            <a:extLst>
              <a:ext uri="{FF2B5EF4-FFF2-40B4-BE49-F238E27FC236}">
                <a16:creationId xmlns:a16="http://schemas.microsoft.com/office/drawing/2014/main" id="{B40F02E5-6D55-4748-8E9E-996F4576B4B9}"/>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6814662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9F8DAA-4277-4BAC-B679-1957A2C7AAA9}"/>
              </a:ext>
            </a:extLst>
          </p:cNvPr>
          <p:cNvSpPr>
            <a:spLocks noGrp="1"/>
          </p:cNvSpPr>
          <p:nvPr>
            <p:ph type="title"/>
          </p:nvPr>
        </p:nvSpPr>
        <p:spPr/>
        <p:txBody>
          <a:bodyPr/>
          <a:lstStyle/>
          <a:p>
            <a:r>
              <a:rPr lang="ja-JP" altLang="en-US"/>
              <a:t>マスター タイトルの書式設定</a:t>
            </a:r>
            <a:endParaRPr lang="en-GB"/>
          </a:p>
        </p:txBody>
      </p:sp>
      <p:sp>
        <p:nvSpPr>
          <p:cNvPr id="3" name="日付プレースホルダー 2">
            <a:extLst>
              <a:ext uri="{FF2B5EF4-FFF2-40B4-BE49-F238E27FC236}">
                <a16:creationId xmlns:a16="http://schemas.microsoft.com/office/drawing/2014/main" id="{4B19C73D-345B-49EF-9EE4-390986E8FA04}"/>
              </a:ext>
            </a:extLst>
          </p:cNvPr>
          <p:cNvSpPr>
            <a:spLocks noGrp="1"/>
          </p:cNvSpPr>
          <p:nvPr>
            <p:ph type="dt" sz="half" idx="10"/>
          </p:nvPr>
        </p:nvSpPr>
        <p:spPr/>
        <p:txBody>
          <a:bodyPr/>
          <a:lstStyle/>
          <a:p>
            <a:fld id="{43C7B8A6-723D-47BA-A0C2-370A8E40CF5A}" type="datetime1">
              <a:rPr lang="en-GB" smtClean="0"/>
              <a:t>01/09/2025</a:t>
            </a:fld>
            <a:endParaRPr lang="en-GB"/>
          </a:p>
        </p:txBody>
      </p:sp>
      <p:sp>
        <p:nvSpPr>
          <p:cNvPr id="4" name="フッター プレースホルダー 3">
            <a:extLst>
              <a:ext uri="{FF2B5EF4-FFF2-40B4-BE49-F238E27FC236}">
                <a16:creationId xmlns:a16="http://schemas.microsoft.com/office/drawing/2014/main" id="{787A8E7A-3F8E-4FC5-BB3F-FD7FCEFA65A2}"/>
              </a:ext>
            </a:extLst>
          </p:cNvPr>
          <p:cNvSpPr>
            <a:spLocks noGrp="1"/>
          </p:cNvSpPr>
          <p:nvPr>
            <p:ph type="ftr" sz="quarter" idx="11"/>
          </p:nvPr>
        </p:nvSpPr>
        <p:spPr/>
        <p:txBody>
          <a:bodyPr/>
          <a:lstStyle/>
          <a:p>
            <a:endParaRPr lang="en-GB"/>
          </a:p>
        </p:txBody>
      </p:sp>
      <p:sp>
        <p:nvSpPr>
          <p:cNvPr id="5" name="スライド番号プレースホルダー 4">
            <a:extLst>
              <a:ext uri="{FF2B5EF4-FFF2-40B4-BE49-F238E27FC236}">
                <a16:creationId xmlns:a16="http://schemas.microsoft.com/office/drawing/2014/main" id="{5C3D0E4C-C376-468C-A780-75B4305757BA}"/>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055612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B5D00E3-6A1E-40BC-AA99-CAF238224846}"/>
              </a:ext>
            </a:extLst>
          </p:cNvPr>
          <p:cNvSpPr>
            <a:spLocks noGrp="1"/>
          </p:cNvSpPr>
          <p:nvPr>
            <p:ph type="dt" sz="half" idx="10"/>
          </p:nvPr>
        </p:nvSpPr>
        <p:spPr/>
        <p:txBody>
          <a:bodyPr/>
          <a:lstStyle/>
          <a:p>
            <a:fld id="{FB3FA632-D8E5-4DA3-B4CD-9FEBF68DCEB0}" type="datetime1">
              <a:rPr lang="en-GB" smtClean="0"/>
              <a:t>01/09/2025</a:t>
            </a:fld>
            <a:endParaRPr lang="en-GB"/>
          </a:p>
        </p:txBody>
      </p:sp>
      <p:sp>
        <p:nvSpPr>
          <p:cNvPr id="3" name="フッター プレースホルダー 2">
            <a:extLst>
              <a:ext uri="{FF2B5EF4-FFF2-40B4-BE49-F238E27FC236}">
                <a16:creationId xmlns:a16="http://schemas.microsoft.com/office/drawing/2014/main" id="{45AEBF75-6C76-481B-9AAC-C70F3C28C99E}"/>
              </a:ext>
            </a:extLst>
          </p:cNvPr>
          <p:cNvSpPr>
            <a:spLocks noGrp="1"/>
          </p:cNvSpPr>
          <p:nvPr>
            <p:ph type="ftr" sz="quarter" idx="11"/>
          </p:nvPr>
        </p:nvSpPr>
        <p:spPr/>
        <p:txBody>
          <a:bodyPr/>
          <a:lstStyle/>
          <a:p>
            <a:endParaRPr lang="en-GB"/>
          </a:p>
        </p:txBody>
      </p:sp>
      <p:sp>
        <p:nvSpPr>
          <p:cNvPr id="4" name="スライド番号プレースホルダー 3">
            <a:extLst>
              <a:ext uri="{FF2B5EF4-FFF2-40B4-BE49-F238E27FC236}">
                <a16:creationId xmlns:a16="http://schemas.microsoft.com/office/drawing/2014/main" id="{9CEB2586-BFD5-4D03-9AFF-B3681D6009F8}"/>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1192471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A41D1B4-D81C-46C1-A422-8FE83A5AA20B}"/>
              </a:ext>
            </a:extLst>
          </p:cNvPr>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1E1E09BE-13F6-4301-AB16-2FB109C5FA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テキスト プレースホルダー 3">
            <a:extLst>
              <a:ext uri="{FF2B5EF4-FFF2-40B4-BE49-F238E27FC236}">
                <a16:creationId xmlns:a16="http://schemas.microsoft.com/office/drawing/2014/main" id="{16B65445-0016-4746-A03B-F99F35DC57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日付プレースホルダー 4">
            <a:extLst>
              <a:ext uri="{FF2B5EF4-FFF2-40B4-BE49-F238E27FC236}">
                <a16:creationId xmlns:a16="http://schemas.microsoft.com/office/drawing/2014/main" id="{412A4359-9369-4B46-B534-E689E6C82224}"/>
              </a:ext>
            </a:extLst>
          </p:cNvPr>
          <p:cNvSpPr>
            <a:spLocks noGrp="1"/>
          </p:cNvSpPr>
          <p:nvPr>
            <p:ph type="dt" sz="half" idx="10"/>
          </p:nvPr>
        </p:nvSpPr>
        <p:spPr/>
        <p:txBody>
          <a:bodyPr/>
          <a:lstStyle/>
          <a:p>
            <a:fld id="{1A7EE16D-35BE-4BE7-8AC7-B36F6CD3E5EC}" type="datetime1">
              <a:rPr lang="en-GB" smtClean="0"/>
              <a:t>01/09/2025</a:t>
            </a:fld>
            <a:endParaRPr lang="en-GB"/>
          </a:p>
        </p:txBody>
      </p:sp>
      <p:sp>
        <p:nvSpPr>
          <p:cNvPr id="6" name="フッター プレースホルダー 5">
            <a:extLst>
              <a:ext uri="{FF2B5EF4-FFF2-40B4-BE49-F238E27FC236}">
                <a16:creationId xmlns:a16="http://schemas.microsoft.com/office/drawing/2014/main" id="{624D53E0-DB50-4B50-B03D-8BE605AB130B}"/>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09C70555-581F-4360-BAC1-A48E44C00A78}"/>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2554050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866E174-3B05-4E93-8F98-F5A96D0E2499}"/>
              </a:ext>
            </a:extLst>
          </p:cNvPr>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GB"/>
          </a:p>
        </p:txBody>
      </p:sp>
      <p:sp>
        <p:nvSpPr>
          <p:cNvPr id="3" name="図プレースホルダー 2">
            <a:extLst>
              <a:ext uri="{FF2B5EF4-FFF2-40B4-BE49-F238E27FC236}">
                <a16:creationId xmlns:a16="http://schemas.microsoft.com/office/drawing/2014/main" id="{85CB358A-32CB-4FF7-A5B9-C9D674144A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テキスト プレースホルダー 3">
            <a:extLst>
              <a:ext uri="{FF2B5EF4-FFF2-40B4-BE49-F238E27FC236}">
                <a16:creationId xmlns:a16="http://schemas.microsoft.com/office/drawing/2014/main" id="{959E880C-6797-422C-88D2-B2770328C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日付プレースホルダー 4">
            <a:extLst>
              <a:ext uri="{FF2B5EF4-FFF2-40B4-BE49-F238E27FC236}">
                <a16:creationId xmlns:a16="http://schemas.microsoft.com/office/drawing/2014/main" id="{6792A9D5-AA4C-470B-8443-CDF698845A59}"/>
              </a:ext>
            </a:extLst>
          </p:cNvPr>
          <p:cNvSpPr>
            <a:spLocks noGrp="1"/>
          </p:cNvSpPr>
          <p:nvPr>
            <p:ph type="dt" sz="half" idx="10"/>
          </p:nvPr>
        </p:nvSpPr>
        <p:spPr/>
        <p:txBody>
          <a:bodyPr/>
          <a:lstStyle/>
          <a:p>
            <a:fld id="{92CD8CDB-487D-4044-B328-87D0F47F3BCF}" type="datetime1">
              <a:rPr lang="en-GB" smtClean="0"/>
              <a:t>01/09/2025</a:t>
            </a:fld>
            <a:endParaRPr lang="en-GB"/>
          </a:p>
        </p:txBody>
      </p:sp>
      <p:sp>
        <p:nvSpPr>
          <p:cNvPr id="6" name="フッター プレースホルダー 5">
            <a:extLst>
              <a:ext uri="{FF2B5EF4-FFF2-40B4-BE49-F238E27FC236}">
                <a16:creationId xmlns:a16="http://schemas.microsoft.com/office/drawing/2014/main" id="{CEB74E2E-D53B-4179-9D35-961BC87E14FD}"/>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323E2AE7-E634-4EAE-8F14-FFAD0839CD71}"/>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27406733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62EB38-BF66-471E-BD00-D145D524BCA6}"/>
              </a:ext>
            </a:extLst>
          </p:cNvPr>
          <p:cNvSpPr>
            <a:spLocks noGrp="1"/>
          </p:cNvSpPr>
          <p:nvPr>
            <p:ph type="title"/>
          </p:nvPr>
        </p:nvSpPr>
        <p:spPr/>
        <p:txBody>
          <a:bodyPr/>
          <a:lstStyle/>
          <a:p>
            <a:r>
              <a:rPr lang="ja-JP" altLang="en-US"/>
              <a:t>マスター タイトルの書式設定</a:t>
            </a:r>
            <a:endParaRPr lang="en-GB"/>
          </a:p>
        </p:txBody>
      </p:sp>
      <p:sp>
        <p:nvSpPr>
          <p:cNvPr id="3" name="縦書きテキスト プレースホルダー 2">
            <a:extLst>
              <a:ext uri="{FF2B5EF4-FFF2-40B4-BE49-F238E27FC236}">
                <a16:creationId xmlns:a16="http://schemas.microsoft.com/office/drawing/2014/main" id="{B19676F2-6EB3-4837-8B9B-5101E00BEAC1}"/>
              </a:ext>
            </a:extLst>
          </p:cNvPr>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37AF1E77-D5D4-4EAA-A9ED-CBFF4D522A27}"/>
              </a:ext>
            </a:extLst>
          </p:cNvPr>
          <p:cNvSpPr>
            <a:spLocks noGrp="1"/>
          </p:cNvSpPr>
          <p:nvPr>
            <p:ph type="dt" sz="half" idx="10"/>
          </p:nvPr>
        </p:nvSpPr>
        <p:spPr/>
        <p:txBody>
          <a:bodyPr/>
          <a:lstStyle/>
          <a:p>
            <a:fld id="{2966C4E5-BC84-4427-9D05-A5F29CCAC796}" type="datetime1">
              <a:rPr lang="en-GB" smtClean="0"/>
              <a:t>01/09/2025</a:t>
            </a:fld>
            <a:endParaRPr lang="en-GB"/>
          </a:p>
        </p:txBody>
      </p:sp>
      <p:sp>
        <p:nvSpPr>
          <p:cNvPr id="5" name="フッター プレースホルダー 4">
            <a:extLst>
              <a:ext uri="{FF2B5EF4-FFF2-40B4-BE49-F238E27FC236}">
                <a16:creationId xmlns:a16="http://schemas.microsoft.com/office/drawing/2014/main" id="{8FDD2C66-E530-425A-B11C-F0A1B6D3A392}"/>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178EB1D0-A34F-44ED-9BDE-254AAD35999C}"/>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254094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3D4C475-A351-4F11-BDB2-9B6FC662D4D0}"/>
              </a:ext>
            </a:extLst>
          </p:cNvPr>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GB"/>
          </a:p>
        </p:txBody>
      </p:sp>
      <p:sp>
        <p:nvSpPr>
          <p:cNvPr id="3" name="縦書きテキスト プレースホルダー 2">
            <a:extLst>
              <a:ext uri="{FF2B5EF4-FFF2-40B4-BE49-F238E27FC236}">
                <a16:creationId xmlns:a16="http://schemas.microsoft.com/office/drawing/2014/main" id="{C5C7FA4F-2A7F-4DD4-9719-303500EF7C46}"/>
              </a:ext>
            </a:extLst>
          </p:cNvPr>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E06604C8-FEBE-4C1F-A49E-F399EBF3DC2C}"/>
              </a:ext>
            </a:extLst>
          </p:cNvPr>
          <p:cNvSpPr>
            <a:spLocks noGrp="1"/>
          </p:cNvSpPr>
          <p:nvPr>
            <p:ph type="dt" sz="half" idx="10"/>
          </p:nvPr>
        </p:nvSpPr>
        <p:spPr/>
        <p:txBody>
          <a:bodyPr/>
          <a:lstStyle/>
          <a:p>
            <a:fld id="{7F1E0025-920B-4CEF-B7FD-D6EA5B89461B}" type="datetime1">
              <a:rPr lang="en-GB" smtClean="0"/>
              <a:t>01/09/2025</a:t>
            </a:fld>
            <a:endParaRPr lang="en-GB"/>
          </a:p>
        </p:txBody>
      </p:sp>
      <p:sp>
        <p:nvSpPr>
          <p:cNvPr id="5" name="フッター プレースホルダー 4">
            <a:extLst>
              <a:ext uri="{FF2B5EF4-FFF2-40B4-BE49-F238E27FC236}">
                <a16:creationId xmlns:a16="http://schemas.microsoft.com/office/drawing/2014/main" id="{0D405AEA-A514-4285-A292-E1F817D0FB27}"/>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F40B7D56-ED17-445E-BFE4-675A762E88CF}"/>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037885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63F3B0D-4141-4D30-8082-577CD41671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A027EF37-390B-4D5F-B2F6-103F90B81A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9D639B55-8065-43F8-BF39-9B908098DB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92097A-6903-4692-A2D1-BE7A41A75E71}" type="datetime1">
              <a:rPr lang="en-GB" smtClean="0"/>
              <a:t>01/09/2025</a:t>
            </a:fld>
            <a:endParaRPr lang="en-GB"/>
          </a:p>
        </p:txBody>
      </p:sp>
      <p:sp>
        <p:nvSpPr>
          <p:cNvPr id="5" name="フッター プレースホルダー 4">
            <a:extLst>
              <a:ext uri="{FF2B5EF4-FFF2-40B4-BE49-F238E27FC236}">
                <a16:creationId xmlns:a16="http://schemas.microsoft.com/office/drawing/2014/main" id="{D16F0227-74FF-42A7-8C7D-0BD2B1E110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スライド番号プレースホルダー 5">
            <a:extLst>
              <a:ext uri="{FF2B5EF4-FFF2-40B4-BE49-F238E27FC236}">
                <a16:creationId xmlns:a16="http://schemas.microsoft.com/office/drawing/2014/main" id="{3B34893C-F66E-48FA-BA80-CC18FCF0AD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8B731A-DCF7-4273-BA1A-21517ACBB5E5}" type="slidenum">
              <a:rPr lang="en-GB" smtClean="0"/>
              <a:t>‹#›</a:t>
            </a:fld>
            <a:endParaRPr lang="en-GB"/>
          </a:p>
        </p:txBody>
      </p:sp>
    </p:spTree>
    <p:extLst>
      <p:ext uri="{BB962C8B-B14F-4D97-AF65-F5344CB8AC3E}">
        <p14:creationId xmlns:p14="http://schemas.microsoft.com/office/powerpoint/2010/main" val="10195687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docswell.com/s/hayat01sh1da/KEXQWE-recommendation-of-comparative-linguistics-ruby-vs-python"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s://www.docswell.com/user/hayat01sh1da" TargetMode="External"/><Relationship Id="rId3" Type="http://schemas.openxmlformats.org/officeDocument/2006/relationships/image" Target="../media/image2.jpg"/><Relationship Id="rId7" Type="http://schemas.openxmlformats.org/officeDocument/2006/relationships/hyperlink" Target="https://speakerdeck.com/hayat01sh1da" TargetMode="Externa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https://www.linkedin.com/in/hayat01sh1da/" TargetMode="External"/><Relationship Id="rId5" Type="http://schemas.openxmlformats.org/officeDocument/2006/relationships/hyperlink" Target="https://hackmd.io/@hayat01sh1da" TargetMode="External"/><Relationship Id="rId4" Type="http://schemas.openxmlformats.org/officeDocument/2006/relationships/hyperlink" Target="https://github.com/hayat01sh1da"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hyperlink" Target="http://vitaljapan.com/" TargetMode="External"/><Relationship Id="rId3" Type="http://schemas.openxmlformats.org/officeDocument/2006/relationships/hyperlink" Target="http://www.centerye.org/" TargetMode="External"/><Relationship Id="rId7" Type="http://schemas.openxmlformats.org/officeDocument/2006/relationships/hyperlink" Target="https://sunrisetmc.toastmastersclubs.org/" TargetMode="Externa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https://idiy.biz/teachers-profile/?id=4976" TargetMode="External"/><Relationship Id="rId5" Type="http://schemas.openxmlformats.org/officeDocument/2006/relationships/hyperlink" Target="https://stives-h.schools.nsw.gov.au/" TargetMode="External"/><Relationship Id="rId4" Type="http://schemas.openxmlformats.org/officeDocument/2006/relationships/hyperlink" Target="https://www.hamiltonisland.com.au/" TargetMode="External"/></Relationships>
</file>

<file path=ppt/slides/_rels/slide8.xml.rels><?xml version="1.0" encoding="UTF-8" standalone="yes"?>
<Relationships xmlns="http://schemas.openxmlformats.org/package/2006/relationships"><Relationship Id="rId3" Type="http://schemas.openxmlformats.org/officeDocument/2006/relationships/slide" Target="slide9.xml"/><Relationship Id="rId7" Type="http://schemas.openxmlformats.org/officeDocument/2006/relationships/slide" Target="slide33.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slide" Target="slide30.xml"/><Relationship Id="rId5" Type="http://schemas.openxmlformats.org/officeDocument/2006/relationships/slide" Target="slide19.xml"/><Relationship Id="rId4" Type="http://schemas.openxmlformats.org/officeDocument/2006/relationships/slide" Target="slide14.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speakerdeck.com/hayat01sh1da/dive-deeper-into-presentday-english-vol5-hidden-feature-of-language"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97-things-every-x-should-know.gitbook.io/97-things-every-programmer-should-know/en/thing_27"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docswell.com/s/hayat01sh1da/KRXJ9J-science-of-corporate-technical-documentation-for-software-engineers-practices#p13" TargetMode="External"/><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slide" Target="slide18.xml"/><Relationship Id="rId4" Type="http://schemas.openxmlformats.org/officeDocument/2006/relationships/hyperlink" Target="https://www.docswell.com/s/hayat01sh1da/KRXJ9J-science-of-corporate-technical-documentation-for-software-engineers-practices#p15"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12503;&#12525;&#12464;&#12521;&#12510;&#12364;&#30693;&#12427;&#12409;&#12365;97&#12398;&#12371;&#12392;.com/&#12456;&#12483;&#12475;&#12452;/&#21517;&#21069;&#37325;&#35201;/"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slide" Target="slide26.xml"/><Relationship Id="rId4" Type="http://schemas.openxmlformats.org/officeDocument/2006/relationships/slide" Target="slide17.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97-things-every-x-should-know.gitbook.io/97-things-every-programmer-should-know/en/thing_44" TargetMode="Externa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https://speakerdeck.com/hayat01sh1da/dive-deeper-into-presentday-english-vol1-what-english-is?slide=12" TargetMode="Externa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www.spiceworks.com/tech/tech-general/articles/compiler-vs-interpreter-12-critical-differences-to-know/" TargetMode="External"/><Relationship Id="rId2" Type="http://schemas.openxmlformats.org/officeDocument/2006/relationships/slideLayout" Target="../slideLayouts/slideLayout2.xml"/><Relationship Id="rId1" Type="http://schemas.openxmlformats.org/officeDocument/2006/relationships/themeOverride" Target="../theme/themeOverride2.xml"/><Relationship Id="rId6" Type="http://schemas.openxmlformats.org/officeDocument/2006/relationships/hyperlink" Target="https://www.techtarget.com/searchapparchitecture/definition/object-oriented-programming-OOP" TargetMode="External"/><Relationship Id="rId5" Type="http://schemas.openxmlformats.org/officeDocument/2006/relationships/hyperlink" Target="https://laacademia.co.uk/he-who-knows-no-foreign-language-knows-nothing-of-his-mother-tongue/" TargetMode="External"/><Relationship Id="rId4" Type="http://schemas.openxmlformats.org/officeDocument/2006/relationships/hyperlink" Target="https://97-things-every-x-should-know.gitbook.io/97-things-every-programmer-should-know/en/" TargetMode="Externa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a:extLst>
            <a:ext uri="{FF2B5EF4-FFF2-40B4-BE49-F238E27FC236}">
              <a16:creationId xmlns:a16="http://schemas.microsoft.com/office/drawing/2014/main" id="{ABA84BC3-44DC-92BD-18E4-3F196085CEBE}"/>
            </a:ext>
          </a:extLst>
        </p:cNvPr>
        <p:cNvGrpSpPr/>
        <p:nvPr/>
      </p:nvGrpSpPr>
      <p:grpSpPr>
        <a:xfrm>
          <a:off x="0" y="0"/>
          <a:ext cx="0" cy="0"/>
          <a:chOff x="0" y="0"/>
          <a:chExt cx="0" cy="0"/>
        </a:xfrm>
      </p:grpSpPr>
      <p:sp>
        <p:nvSpPr>
          <p:cNvPr id="10" name="タイトル 1">
            <a:extLst>
              <a:ext uri="{FF2B5EF4-FFF2-40B4-BE49-F238E27FC236}">
                <a16:creationId xmlns:a16="http://schemas.microsoft.com/office/drawing/2014/main" id="{CED94386-8BFE-1AF3-B0BE-18C3434843FE}"/>
              </a:ext>
            </a:extLst>
          </p:cNvPr>
          <p:cNvSpPr>
            <a:spLocks noGrp="1"/>
          </p:cNvSpPr>
          <p:nvPr>
            <p:ph type="ctrTitle"/>
          </p:nvPr>
        </p:nvSpPr>
        <p:spPr>
          <a:xfrm>
            <a:off x="1470870" y="1824605"/>
            <a:ext cx="9144000" cy="1689552"/>
          </a:xfrm>
          <a:ln>
            <a:noFill/>
          </a:ln>
        </p:spPr>
        <p:txBody>
          <a:bodyPr>
            <a:noAutofit/>
          </a:bodyPr>
          <a:lstStyle/>
          <a:p>
            <a:r>
              <a:rPr lang="en-GB" altLang="ja-JP" sz="4400" b="1" dirty="0">
                <a:effectLst>
                  <a:outerShdw blurRad="38100" dist="38100" dir="2700000" algn="tl">
                    <a:srgbClr val="000000">
                      <a:alpha val="43137"/>
                    </a:srgbClr>
                  </a:outerShdw>
                </a:effectLst>
                <a:latin typeface="+mn-lt"/>
              </a:rPr>
              <a:t>Recommendation of Comparative Linguistics</a:t>
            </a:r>
            <a:endParaRPr lang="en-GB" sz="4400" b="1" dirty="0">
              <a:effectLst>
                <a:outerShdw blurRad="38100" dist="38100" dir="2700000" algn="tl">
                  <a:srgbClr val="000000">
                    <a:alpha val="43137"/>
                  </a:srgbClr>
                </a:outerShdw>
              </a:effectLst>
              <a:latin typeface="+mn-lt"/>
            </a:endParaRPr>
          </a:p>
        </p:txBody>
      </p:sp>
      <p:sp>
        <p:nvSpPr>
          <p:cNvPr id="11" name="字幕 2">
            <a:extLst>
              <a:ext uri="{FF2B5EF4-FFF2-40B4-BE49-F238E27FC236}">
                <a16:creationId xmlns:a16="http://schemas.microsoft.com/office/drawing/2014/main" id="{1D73DBB0-D835-5927-83F5-620A098622D6}"/>
              </a:ext>
            </a:extLst>
          </p:cNvPr>
          <p:cNvSpPr>
            <a:spLocks noGrp="1"/>
          </p:cNvSpPr>
          <p:nvPr>
            <p:ph type="subTitle" idx="1"/>
          </p:nvPr>
        </p:nvSpPr>
        <p:spPr>
          <a:xfrm>
            <a:off x="5883383" y="4706224"/>
            <a:ext cx="4731488" cy="496465"/>
          </a:xfrm>
          <a:ln>
            <a:noFill/>
          </a:ln>
        </p:spPr>
        <p:txBody>
          <a:bodyPr>
            <a:normAutofit fontScale="92500" lnSpcReduction="10000"/>
          </a:bodyPr>
          <a:lstStyle/>
          <a:p>
            <a:pPr algn="r"/>
            <a:r>
              <a:rPr lang="en-US" sz="3200" b="1" dirty="0"/>
              <a:t>Composed By: Hayato Ishida</a:t>
            </a:r>
            <a:endParaRPr lang="en-GB" sz="3200" b="1" dirty="0"/>
          </a:p>
        </p:txBody>
      </p:sp>
      <p:sp>
        <p:nvSpPr>
          <p:cNvPr id="12" name="スライド番号プレースホルダー 3">
            <a:extLst>
              <a:ext uri="{FF2B5EF4-FFF2-40B4-BE49-F238E27FC236}">
                <a16:creationId xmlns:a16="http://schemas.microsoft.com/office/drawing/2014/main" id="{A950F7E2-8ECA-C683-DA9E-9BB5EE6F6FBC}"/>
              </a:ext>
            </a:extLst>
          </p:cNvPr>
          <p:cNvSpPr>
            <a:spLocks noGrp="1"/>
          </p:cNvSpPr>
          <p:nvPr>
            <p:ph type="sldNum" sz="quarter" idx="12"/>
          </p:nvPr>
        </p:nvSpPr>
        <p:spPr>
          <a:xfrm>
            <a:off x="8610600" y="6356350"/>
            <a:ext cx="2743200" cy="365125"/>
          </a:xfrm>
          <a:ln>
            <a:noFill/>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3" name="字幕 2">
            <a:extLst>
              <a:ext uri="{FF2B5EF4-FFF2-40B4-BE49-F238E27FC236}">
                <a16:creationId xmlns:a16="http://schemas.microsoft.com/office/drawing/2014/main" id="{DAB79422-196D-2CA0-53CD-6CCB70E6CDF2}"/>
              </a:ext>
            </a:extLst>
          </p:cNvPr>
          <p:cNvSpPr txBox="1">
            <a:spLocks/>
          </p:cNvSpPr>
          <p:nvPr/>
        </p:nvSpPr>
        <p:spPr>
          <a:xfrm>
            <a:off x="6648275" y="5445970"/>
            <a:ext cx="3966595" cy="36512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GB" altLang="ja-JP" sz="2000" b="1" dirty="0"/>
              <a:t>Updated</a:t>
            </a:r>
            <a:r>
              <a:rPr lang="ja-JP" altLang="en-US" sz="2000" b="1" dirty="0"/>
              <a:t> </a:t>
            </a:r>
            <a:r>
              <a:rPr lang="en-GB" altLang="ja-JP" sz="2000" b="1" dirty="0"/>
              <a:t>On</a:t>
            </a:r>
            <a:r>
              <a:rPr lang="en-GB" altLang="ja-JP" sz="2000" b="1"/>
              <a:t>: 31 </a:t>
            </a:r>
            <a:r>
              <a:rPr lang="en-GB" altLang="ja-JP" sz="2000" b="1" dirty="0"/>
              <a:t>March 2025</a:t>
            </a:r>
            <a:endParaRPr lang="en-GB" sz="2000" b="1" dirty="0"/>
          </a:p>
        </p:txBody>
      </p:sp>
      <p:sp>
        <p:nvSpPr>
          <p:cNvPr id="14" name="タイトル 1">
            <a:extLst>
              <a:ext uri="{FF2B5EF4-FFF2-40B4-BE49-F238E27FC236}">
                <a16:creationId xmlns:a16="http://schemas.microsoft.com/office/drawing/2014/main" id="{5E04D624-8E72-4A78-17A6-0C4CCA10F34D}"/>
              </a:ext>
            </a:extLst>
          </p:cNvPr>
          <p:cNvSpPr txBox="1">
            <a:spLocks/>
          </p:cNvSpPr>
          <p:nvPr/>
        </p:nvSpPr>
        <p:spPr>
          <a:xfrm>
            <a:off x="1470870" y="3514157"/>
            <a:ext cx="9144000" cy="555772"/>
          </a:xfrm>
          <a:prstGeom prst="rect">
            <a:avLst/>
          </a:prstGeom>
          <a:ln>
            <a:noFill/>
          </a:ln>
        </p:spPr>
        <p:txBody>
          <a:bodyPr vert="horz" lIns="91440" tIns="45720" rIns="91440" bIns="45720" rtlCol="0" anchor="b">
            <a:normAutofit fontScale="7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altLang="ja-JP" sz="32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n-lt"/>
                <a:cs typeface="+mj-cs"/>
              </a:rPr>
              <a:t>-</a:t>
            </a:r>
            <a:r>
              <a:rPr kumimoji="0" lang="en-GB" altLang="ja-JP" sz="32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n-lt"/>
                <a:cs typeface="+mj-cs"/>
              </a:rPr>
              <a:t>Learn Identity of Programming Language from Ruby vs. Python</a:t>
            </a:r>
            <a:r>
              <a:rPr kumimoji="0" lang="en-US" altLang="ja-JP" sz="32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n-lt"/>
                <a:cs typeface="+mj-cs"/>
              </a:rPr>
              <a:t>-</a:t>
            </a:r>
            <a:endParaRPr kumimoji="0" lang="en-GB"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n-lt"/>
              <a:cs typeface="+mj-cs"/>
            </a:endParaRPr>
          </a:p>
        </p:txBody>
      </p:sp>
      <p:sp>
        <p:nvSpPr>
          <p:cNvPr id="2" name="字幕 2">
            <a:extLst>
              <a:ext uri="{FF2B5EF4-FFF2-40B4-BE49-F238E27FC236}">
                <a16:creationId xmlns:a16="http://schemas.microsoft.com/office/drawing/2014/main" id="{9E994907-52F2-CBB4-93AD-026C44E23956}"/>
              </a:ext>
            </a:extLst>
          </p:cNvPr>
          <p:cNvSpPr txBox="1">
            <a:spLocks/>
          </p:cNvSpPr>
          <p:nvPr/>
        </p:nvSpPr>
        <p:spPr>
          <a:xfrm>
            <a:off x="1470871" y="5440495"/>
            <a:ext cx="3457662" cy="36512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GB" altLang="ja-JP" sz="2000" dirty="0"/>
              <a:t>For Japanese version, click </a:t>
            </a:r>
            <a:r>
              <a:rPr lang="en-GB" altLang="ja-JP" sz="2000" dirty="0">
                <a:hlinkClick r:id="rId3"/>
              </a:rPr>
              <a:t>here</a:t>
            </a:r>
            <a:endParaRPr lang="en-GB" sz="2000" dirty="0"/>
          </a:p>
        </p:txBody>
      </p:sp>
    </p:spTree>
    <p:extLst>
      <p:ext uri="{BB962C8B-B14F-4D97-AF65-F5344CB8AC3E}">
        <p14:creationId xmlns:p14="http://schemas.microsoft.com/office/powerpoint/2010/main" val="4200148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DCAA242-B7B1-1920-6C62-0E090CD0E9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49316" y="1824399"/>
            <a:ext cx="5804483" cy="4352564"/>
          </a:xfrm>
          <a:prstGeom prst="rect">
            <a:avLst/>
          </a:prstGeom>
        </p:spPr>
      </p:pic>
      <p:sp>
        <p:nvSpPr>
          <p:cNvPr id="11" name="タイトル 1">
            <a:extLst>
              <a:ext uri="{FF2B5EF4-FFF2-40B4-BE49-F238E27FC236}">
                <a16:creationId xmlns:a16="http://schemas.microsoft.com/office/drawing/2014/main" id="{CC0783F6-F70F-9C17-CE09-796607C3E8BA}"/>
              </a:ext>
            </a:extLst>
          </p:cNvPr>
          <p:cNvSpPr>
            <a:spLocks noGrp="1"/>
          </p:cNvSpPr>
          <p:nvPr>
            <p:ph type="title"/>
          </p:nvPr>
        </p:nvSpPr>
        <p:spPr>
          <a:xfrm>
            <a:off x="838200" y="365125"/>
            <a:ext cx="10515600" cy="1325563"/>
          </a:xfrm>
        </p:spPr>
        <p:txBody>
          <a:bodyPr/>
          <a:lstStyle/>
          <a:p>
            <a:pPr algn="ctr"/>
            <a:r>
              <a:rPr lang="en-GB" altLang="ja-JP" b="1" dirty="0">
                <a:latin typeface="Calibri (Headings)"/>
              </a:rPr>
              <a:t>About Me</a:t>
            </a:r>
            <a:endParaRPr lang="en-GB" b="1" dirty="0">
              <a:latin typeface="Calibri (Headings)"/>
            </a:endParaRPr>
          </a:p>
        </p:txBody>
      </p:sp>
      <p:sp>
        <p:nvSpPr>
          <p:cNvPr id="12" name="コンテンツ プレースホルダー 2">
            <a:extLst>
              <a:ext uri="{FF2B5EF4-FFF2-40B4-BE49-F238E27FC236}">
                <a16:creationId xmlns:a16="http://schemas.microsoft.com/office/drawing/2014/main" id="{CB08DA75-2788-FB5F-099D-76D02F98AFF1}"/>
              </a:ext>
            </a:extLst>
          </p:cNvPr>
          <p:cNvSpPr>
            <a:spLocks noGrp="1"/>
          </p:cNvSpPr>
          <p:nvPr>
            <p:ph idx="1"/>
          </p:nvPr>
        </p:nvSpPr>
        <p:spPr>
          <a:xfrm>
            <a:off x="838200" y="1825625"/>
            <a:ext cx="10515600" cy="4351338"/>
          </a:xfrm>
        </p:spPr>
        <p:txBody>
          <a:bodyPr>
            <a:normAutofit lnSpcReduction="10000"/>
          </a:bodyPr>
          <a:lstStyle/>
          <a:p>
            <a:pPr marL="268288" indent="-268288"/>
            <a:r>
              <a:rPr lang="en-GB" altLang="ja-JP" sz="2400" dirty="0"/>
              <a:t>Accounts</a:t>
            </a:r>
          </a:p>
          <a:p>
            <a:pPr marL="725488" lvl="1" indent="-268288"/>
            <a:r>
              <a:rPr lang="en-US" altLang="ja-JP" sz="2000" dirty="0"/>
              <a:t>GitHub: </a:t>
            </a:r>
            <a:r>
              <a:rPr lang="en-US" altLang="ja-JP" sz="2000" dirty="0">
                <a:hlinkClick r:id="rId4"/>
              </a:rPr>
              <a:t>@hayat01sh1da</a:t>
            </a:r>
            <a:endParaRPr lang="en-US" altLang="ja-JP" sz="2000" dirty="0"/>
          </a:p>
          <a:p>
            <a:pPr marL="725488" lvl="1" indent="-268288"/>
            <a:r>
              <a:rPr lang="en-US" altLang="ja-JP" sz="2000" dirty="0"/>
              <a:t>X: </a:t>
            </a:r>
            <a:r>
              <a:rPr lang="en-US" altLang="ja-JP" sz="2000" dirty="0">
                <a:hlinkClick r:id="rId5"/>
              </a:rPr>
              <a:t>@hayat01sh1da</a:t>
            </a:r>
            <a:endParaRPr lang="en-GB" altLang="ja-JP" sz="2000" dirty="0"/>
          </a:p>
          <a:p>
            <a:pPr marL="725488" lvl="1" indent="-268288"/>
            <a:r>
              <a:rPr lang="en-GB" altLang="ja-JP" sz="2000" dirty="0"/>
              <a:t>LinkedIn: </a:t>
            </a:r>
            <a:r>
              <a:rPr lang="en-US" altLang="ja-JP" sz="2000" dirty="0">
                <a:hlinkClick r:id="rId6"/>
              </a:rPr>
              <a:t>@hayat01sh1da</a:t>
            </a:r>
            <a:endParaRPr lang="en-US" altLang="ja-JP" sz="2000" dirty="0"/>
          </a:p>
          <a:p>
            <a:pPr marL="725488" lvl="1" indent="-268288"/>
            <a:r>
              <a:rPr lang="en-US" altLang="ja-JP" sz="2000" dirty="0"/>
              <a:t>Speaker Deck: </a:t>
            </a:r>
            <a:r>
              <a:rPr lang="en-US" altLang="ja-JP" sz="2000" dirty="0">
                <a:hlinkClick r:id="rId7"/>
              </a:rPr>
              <a:t>@hayat01sh1da</a:t>
            </a:r>
            <a:endParaRPr lang="en-US" altLang="ja-JP" sz="2000" dirty="0"/>
          </a:p>
          <a:p>
            <a:pPr marL="725488" lvl="1" indent="-268288"/>
            <a:r>
              <a:rPr lang="en-US" altLang="ja-JP" sz="2000" dirty="0"/>
              <a:t>Docswell: </a:t>
            </a:r>
            <a:r>
              <a:rPr lang="en-US" altLang="ja-JP" sz="2000" dirty="0">
                <a:hlinkClick r:id="rId8"/>
              </a:rPr>
              <a:t>@hayat01sh1da</a:t>
            </a:r>
            <a:endParaRPr lang="en-US" altLang="ja-JP" sz="2000" dirty="0"/>
          </a:p>
          <a:p>
            <a:pPr marL="268288" indent="-268288"/>
            <a:r>
              <a:rPr lang="en-GB" altLang="ja-JP" sz="2400" dirty="0"/>
              <a:t>Occupation: Software Engineer</a:t>
            </a:r>
          </a:p>
          <a:p>
            <a:pPr marL="268288" indent="-268288"/>
            <a:r>
              <a:rPr lang="en-GB" altLang="ja-JP" sz="2400" dirty="0"/>
              <a:t>Things I Am Into</a:t>
            </a:r>
          </a:p>
          <a:p>
            <a:pPr marL="725488" lvl="1" indent="-268288"/>
            <a:r>
              <a:rPr lang="en-GB" altLang="ja-JP" sz="2000" dirty="0"/>
              <a:t>Linguistics</a:t>
            </a:r>
          </a:p>
          <a:p>
            <a:pPr marL="725488" lvl="1" indent="-268288"/>
            <a:r>
              <a:rPr lang="en-GB" altLang="ja-JP" sz="2000" dirty="0"/>
              <a:t>Singing at Karaoke</a:t>
            </a:r>
          </a:p>
          <a:p>
            <a:pPr marL="725488" lvl="1" indent="-268288"/>
            <a:r>
              <a:rPr lang="en-GB" altLang="ja-JP" sz="2000" dirty="0"/>
              <a:t>Listening to Music</a:t>
            </a:r>
          </a:p>
          <a:p>
            <a:pPr marL="725488" lvl="1" indent="-268288"/>
            <a:r>
              <a:rPr lang="en-GB" altLang="ja-JP" sz="2000" dirty="0"/>
              <a:t>Watching Movies</a:t>
            </a:r>
          </a:p>
          <a:p>
            <a:pPr marL="725488" lvl="1" indent="-268288"/>
            <a:r>
              <a:rPr lang="en-GB" altLang="ja-JP" sz="2000" dirty="0"/>
              <a:t>Cat Feeding</a:t>
            </a:r>
          </a:p>
        </p:txBody>
      </p:sp>
      <p:sp>
        <p:nvSpPr>
          <p:cNvPr id="13" name="スライド番号プレースホルダー 3">
            <a:extLst>
              <a:ext uri="{FF2B5EF4-FFF2-40B4-BE49-F238E27FC236}">
                <a16:creationId xmlns:a16="http://schemas.microsoft.com/office/drawing/2014/main" id="{CEBC0425-3749-B456-0719-62D2CEEE1CD6}"/>
              </a:ext>
            </a:extLst>
          </p:cNvPr>
          <p:cNvSpPr>
            <a:spLocks noGrp="1"/>
          </p:cNvSpPr>
          <p:nvPr>
            <p:ph type="sldNum" sz="quarter" idx="12"/>
          </p:nvPr>
        </p:nvSpPr>
        <p:spPr>
          <a:xfrm>
            <a:off x="8610600" y="6356350"/>
            <a:ext cx="2743200" cy="365125"/>
          </a:xfrm>
        </p:spPr>
        <p:txBody>
          <a:bodyPr/>
          <a:lstStyle/>
          <a:p>
            <a:fld id="{CC8B731A-DCF7-4273-BA1A-21517ACBB5E5}" type="slidenum">
              <a:rPr lang="en-GB" smtClean="0"/>
              <a:t>2</a:t>
            </a:fld>
            <a:endParaRPr lang="en-GB"/>
          </a:p>
        </p:txBody>
      </p:sp>
    </p:spTree>
    <p:extLst>
      <p:ext uri="{BB962C8B-B14F-4D97-AF65-F5344CB8AC3E}">
        <p14:creationId xmlns:p14="http://schemas.microsoft.com/office/powerpoint/2010/main" val="6542510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55B8D0-FBD0-9B5F-A935-2990E9245FDB}"/>
              </a:ext>
            </a:extLst>
          </p:cNvPr>
          <p:cNvSpPr>
            <a:spLocks noGrp="1"/>
          </p:cNvSpPr>
          <p:nvPr>
            <p:ph type="title"/>
          </p:nvPr>
        </p:nvSpPr>
        <p:spPr>
          <a:xfrm>
            <a:off x="838200" y="365125"/>
            <a:ext cx="10515600" cy="1325563"/>
          </a:xfrm>
        </p:spPr>
        <p:txBody>
          <a:bodyPr/>
          <a:lstStyle/>
          <a:p>
            <a:pPr algn="ctr"/>
            <a:r>
              <a:rPr lang="en-GB" altLang="ja-JP" b="1" dirty="0">
                <a:latin typeface="Calibri (Headings)"/>
              </a:rPr>
              <a:t>Licences / Certifications</a:t>
            </a:r>
            <a:endParaRPr lang="en-GB" b="1" dirty="0">
              <a:latin typeface="+mj-ea"/>
            </a:endParaRPr>
          </a:p>
        </p:txBody>
      </p:sp>
      <p:sp>
        <p:nvSpPr>
          <p:cNvPr id="3" name="コンテンツ プレースホルダー 2">
            <a:extLst>
              <a:ext uri="{FF2B5EF4-FFF2-40B4-BE49-F238E27FC236}">
                <a16:creationId xmlns:a16="http://schemas.microsoft.com/office/drawing/2014/main" id="{8A56D017-33E9-546F-B8B3-A9515D8FACD7}"/>
              </a:ext>
            </a:extLst>
          </p:cNvPr>
          <p:cNvSpPr>
            <a:spLocks noGrp="1"/>
          </p:cNvSpPr>
          <p:nvPr>
            <p:ph idx="1"/>
          </p:nvPr>
        </p:nvSpPr>
        <p:spPr>
          <a:xfrm>
            <a:off x="838200" y="1825625"/>
            <a:ext cx="10515600" cy="4351338"/>
          </a:xfrm>
        </p:spPr>
        <p:txBody>
          <a:bodyPr>
            <a:normAutofit/>
          </a:bodyPr>
          <a:lstStyle/>
          <a:p>
            <a:pPr marL="268288" lvl="1" indent="-268288"/>
            <a:r>
              <a:rPr lang="en-US" altLang="ja-JP" dirty="0"/>
              <a:t>English</a:t>
            </a:r>
          </a:p>
          <a:p>
            <a:pPr marL="725488" lvl="2" indent="-268288"/>
            <a:r>
              <a:rPr lang="en-US" altLang="ja-JP" dirty="0"/>
              <a:t>TOEIC® Listening &amp; Reading 915</a:t>
            </a:r>
            <a:r>
              <a:rPr lang="en-GB" altLang="ja-JP" dirty="0"/>
              <a:t>: Certified on December 2019</a:t>
            </a:r>
            <a:endParaRPr lang="ja-JP" altLang="en-US" dirty="0"/>
          </a:p>
          <a:p>
            <a:pPr marL="268288" lvl="1" indent="-268288"/>
            <a:r>
              <a:rPr lang="en-GB" altLang="ja-JP" dirty="0"/>
              <a:t>Engineering</a:t>
            </a:r>
          </a:p>
          <a:p>
            <a:pPr marL="725488" lvl="2" indent="-268288"/>
            <a:r>
              <a:rPr lang="en-GB" altLang="ja-JP" dirty="0"/>
              <a:t>Information Security Management: Certified on November 2017</a:t>
            </a:r>
          </a:p>
          <a:p>
            <a:pPr marL="725488" lvl="2" indent="-268288"/>
            <a:r>
              <a:rPr lang="en-GB" altLang="ja-JP" dirty="0"/>
              <a:t>Applied Information Technology Engineer: Certified on June 2017</a:t>
            </a:r>
          </a:p>
          <a:p>
            <a:pPr marL="725488" lvl="2" indent="-268288"/>
            <a:r>
              <a:rPr lang="en-GB" altLang="ja-JP" dirty="0"/>
              <a:t>Fundamental Information Technology Engineer: Certified on November 2016</a:t>
            </a:r>
            <a:endParaRPr lang="ja-JP" altLang="en-US" dirty="0"/>
          </a:p>
          <a:p>
            <a:pPr marL="725488" lvl="2" indent="-268288"/>
            <a:r>
              <a:rPr lang="en-US" altLang="ja-JP" dirty="0"/>
              <a:t>IT Passport</a:t>
            </a:r>
            <a:r>
              <a:rPr lang="en-GB" altLang="ja-JP" dirty="0"/>
              <a:t>: Certified on April 2016</a:t>
            </a:r>
            <a:endParaRPr lang="en-GB" altLang="ja-JP" b="0" i="0" dirty="0">
              <a:solidFill>
                <a:srgbClr val="333333"/>
              </a:solidFill>
              <a:effectLst/>
            </a:endParaRPr>
          </a:p>
          <a:p>
            <a:pPr marL="268288" lvl="1" indent="-268288"/>
            <a:r>
              <a:rPr lang="en-GB" altLang="ja-JP" dirty="0">
                <a:solidFill>
                  <a:srgbClr val="333333"/>
                </a:solidFill>
              </a:rPr>
              <a:t>Others</a:t>
            </a:r>
          </a:p>
          <a:p>
            <a:pPr marL="725488" lvl="2" indent="-268288"/>
            <a:r>
              <a:rPr lang="en-GB" altLang="ja-JP" dirty="0">
                <a:solidFill>
                  <a:srgbClr val="333333"/>
                </a:solidFill>
              </a:rPr>
              <a:t>Abacus 2nd Class: </a:t>
            </a:r>
            <a:r>
              <a:rPr lang="en-GB" altLang="ja-JP" dirty="0"/>
              <a:t>Certified on June 2002</a:t>
            </a:r>
          </a:p>
          <a:p>
            <a:pPr marL="725488" lvl="2" indent="-268288"/>
            <a:r>
              <a:rPr lang="en-GB" altLang="ja-JP" b="0" i="0" dirty="0">
                <a:solidFill>
                  <a:srgbClr val="333333"/>
                </a:solidFill>
                <a:effectLst/>
              </a:rPr>
              <a:t>Mental Arithmetic 3rd Class: </a:t>
            </a:r>
            <a:r>
              <a:rPr lang="en-GB" altLang="ja-JP" dirty="0"/>
              <a:t>Certified on February 2001</a:t>
            </a:r>
          </a:p>
        </p:txBody>
      </p:sp>
      <p:sp>
        <p:nvSpPr>
          <p:cNvPr id="4" name="スライド番号プレースホルダー 3">
            <a:extLst>
              <a:ext uri="{FF2B5EF4-FFF2-40B4-BE49-F238E27FC236}">
                <a16:creationId xmlns:a16="http://schemas.microsoft.com/office/drawing/2014/main" id="{CF305983-0249-A6CE-AD02-933B3C887106}"/>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26715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p:cNvGrpSpPr/>
        <p:nvPr/>
      </p:nvGrpSpPr>
      <p:grpSpPr>
        <a:xfrm>
          <a:off x="0" y="0"/>
          <a:ext cx="0" cy="0"/>
          <a:chOff x="0" y="0"/>
          <a:chExt cx="0" cy="0"/>
        </a:xfrm>
      </p:grpSpPr>
      <p:sp>
        <p:nvSpPr>
          <p:cNvPr id="6" name="タイトル 1">
            <a:extLst>
              <a:ext uri="{FF2B5EF4-FFF2-40B4-BE49-F238E27FC236}">
                <a16:creationId xmlns:a16="http://schemas.microsoft.com/office/drawing/2014/main" id="{E4FF0487-11DA-7586-8DC0-83281C7ED2D8}"/>
              </a:ext>
            </a:extLst>
          </p:cNvPr>
          <p:cNvSpPr>
            <a:spLocks noGrp="1"/>
          </p:cNvSpPr>
          <p:nvPr>
            <p:ph type="title"/>
          </p:nvPr>
        </p:nvSpPr>
        <p:spPr>
          <a:xfrm>
            <a:off x="838200" y="365125"/>
            <a:ext cx="10515600" cy="1325563"/>
          </a:xfrm>
        </p:spPr>
        <p:txBody>
          <a:bodyPr/>
          <a:lstStyle/>
          <a:p>
            <a:pPr algn="ctr"/>
            <a:r>
              <a:rPr kumimoji="1" lang="en-GB" altLang="ja-JP" b="1" dirty="0">
                <a:latin typeface="Calibri (Headings)"/>
              </a:rPr>
              <a:t>Skill Stack</a:t>
            </a:r>
            <a:endParaRPr lang="en-GB" b="1" dirty="0">
              <a:latin typeface="Calibri (Headings)"/>
            </a:endParaRPr>
          </a:p>
        </p:txBody>
      </p:sp>
      <p:sp>
        <p:nvSpPr>
          <p:cNvPr id="7" name="コンテンツ プレースホルダー 2">
            <a:extLst>
              <a:ext uri="{FF2B5EF4-FFF2-40B4-BE49-F238E27FC236}">
                <a16:creationId xmlns:a16="http://schemas.microsoft.com/office/drawing/2014/main" id="{9C74BE25-3401-A00C-6D3D-6FEFDB041E93}"/>
              </a:ext>
            </a:extLst>
          </p:cNvPr>
          <p:cNvSpPr>
            <a:spLocks noGrp="1"/>
          </p:cNvSpPr>
          <p:nvPr>
            <p:ph idx="1"/>
          </p:nvPr>
        </p:nvSpPr>
        <p:spPr>
          <a:xfrm>
            <a:off x="838200" y="1825625"/>
            <a:ext cx="10515600" cy="4351338"/>
          </a:xfrm>
          <a:ln>
            <a:noFill/>
          </a:ln>
        </p:spPr>
        <p:txBody>
          <a:bodyPr>
            <a:normAutofit/>
          </a:bodyPr>
          <a:lstStyle/>
          <a:p>
            <a:pPr marL="268288" indent="-268288"/>
            <a:r>
              <a:rPr lang="en-GB" altLang="ja-JP" sz="2400" dirty="0"/>
              <a:t>Languages</a:t>
            </a:r>
            <a:endParaRPr lang="ja-JP" altLang="en-US" sz="2400" dirty="0"/>
          </a:p>
          <a:p>
            <a:pPr marL="717550" lvl="1" indent="-260350"/>
            <a:r>
              <a:rPr lang="en-GB" altLang="ja-JP" sz="2000" dirty="0"/>
              <a:t>Japanese: Native Proficiency</a:t>
            </a:r>
          </a:p>
          <a:p>
            <a:pPr marL="717550" lvl="1" indent="-260350"/>
            <a:r>
              <a:rPr lang="en-GB" altLang="ja-JP" sz="2000" dirty="0"/>
              <a:t>English: Full professional Proficiency</a:t>
            </a:r>
          </a:p>
          <a:p>
            <a:pPr marL="268288" indent="-268288"/>
            <a:r>
              <a:rPr lang="en-GB" altLang="ja-JP" sz="2400" dirty="0"/>
              <a:t>Development</a:t>
            </a:r>
          </a:p>
          <a:p>
            <a:pPr marL="717550" lvl="1" indent="-260350"/>
            <a:r>
              <a:rPr lang="en-GB" altLang="ja-JP" sz="2000" b="1" dirty="0"/>
              <a:t>Backend: Ruby(Ruby on Rails)</a:t>
            </a:r>
            <a:r>
              <a:rPr lang="en-GB" altLang="ja-JP" sz="2000" dirty="0"/>
              <a:t>, Python</a:t>
            </a:r>
          </a:p>
          <a:p>
            <a:pPr marL="717550" lvl="1" indent="-260350"/>
            <a:r>
              <a:rPr lang="en-GB" altLang="ja-JP" sz="2000" dirty="0"/>
              <a:t>Frontend: TypeScript + React.js, TypeScript +Vue.js</a:t>
            </a:r>
          </a:p>
          <a:p>
            <a:pPr marL="717550" lvl="1" indent="-260350"/>
            <a:r>
              <a:rPr lang="en-GB" altLang="ja-JP" sz="2000" b="1" dirty="0"/>
              <a:t>Database: MySQL</a:t>
            </a:r>
            <a:r>
              <a:rPr lang="en-GB" altLang="ja-JP" sz="2000" dirty="0"/>
              <a:t>, PostgreSQL, MongoDB</a:t>
            </a:r>
          </a:p>
          <a:p>
            <a:pPr marL="717550" lvl="1" indent="-260350"/>
            <a:r>
              <a:rPr lang="en-GB" altLang="ja-JP" sz="2000" b="1" dirty="0"/>
              <a:t>Architecture: Monolith, Modular Monolith</a:t>
            </a:r>
          </a:p>
          <a:p>
            <a:pPr marL="717550" lvl="1" indent="-260350"/>
            <a:r>
              <a:rPr lang="en-GB" altLang="ja-JP" sz="2000" dirty="0"/>
              <a:t>Hosting: AWS ESK</a:t>
            </a:r>
          </a:p>
          <a:p>
            <a:pPr marL="717550" lvl="1" indent="-260350"/>
            <a:r>
              <a:rPr lang="en-GB" altLang="ja-JP" sz="2000" dirty="0"/>
              <a:t>Versioning: Git, GitHub</a:t>
            </a:r>
          </a:p>
          <a:p>
            <a:pPr marL="717550" lvl="1" indent="-260350"/>
            <a:r>
              <a:rPr lang="en-GB" altLang="ja-JP" sz="2000" b="1" dirty="0"/>
              <a:t>CI/CD: GitHub Actions</a:t>
            </a:r>
            <a:r>
              <a:rPr lang="en-GB" altLang="ja-JP" sz="2000" dirty="0"/>
              <a:t>, ArgoCD</a:t>
            </a:r>
          </a:p>
          <a:p>
            <a:pPr marL="717550" lvl="1" indent="-260350"/>
            <a:r>
              <a:rPr lang="en-GB" altLang="ja-JP" sz="2000" dirty="0"/>
              <a:t>Monitoring: Datadog, Sentry</a:t>
            </a:r>
            <a:endParaRPr lang="en-GB" altLang="ja-JP" dirty="0"/>
          </a:p>
        </p:txBody>
      </p:sp>
      <p:sp>
        <p:nvSpPr>
          <p:cNvPr id="8" name="スライド番号プレースホルダー 3">
            <a:extLst>
              <a:ext uri="{FF2B5EF4-FFF2-40B4-BE49-F238E27FC236}">
                <a16:creationId xmlns:a16="http://schemas.microsoft.com/office/drawing/2014/main" id="{30135867-8A67-04A1-62B7-BC153AA67B6E}"/>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64566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D19E1CCE-6276-170D-C34B-3385B3772166}"/>
              </a:ext>
            </a:extLst>
          </p:cNvPr>
          <p:cNvSpPr>
            <a:spLocks noGrp="1"/>
          </p:cNvSpPr>
          <p:nvPr>
            <p:ph type="title"/>
          </p:nvPr>
        </p:nvSpPr>
        <p:spPr>
          <a:xfrm>
            <a:off x="838200" y="365125"/>
            <a:ext cx="10515600" cy="1325563"/>
          </a:xfrm>
          <a:ln>
            <a:noFill/>
          </a:ln>
        </p:spPr>
        <p:txBody>
          <a:bodyPr/>
          <a:lstStyle/>
          <a:p>
            <a:pPr algn="ctr"/>
            <a:r>
              <a:rPr kumimoji="1" lang="en-GB" altLang="ja-JP" b="1" dirty="0">
                <a:latin typeface="Calibri (Headings)"/>
              </a:rPr>
              <a:t>Work Histories</a:t>
            </a:r>
            <a:endParaRPr kumimoji="1" lang="ja-JP" altLang="en-US" b="1" dirty="0">
              <a:latin typeface="Calibri (Headings)"/>
            </a:endParaRPr>
          </a:p>
        </p:txBody>
      </p:sp>
      <p:sp>
        <p:nvSpPr>
          <p:cNvPr id="8" name="スライド番号プレースホルダー 3">
            <a:extLst>
              <a:ext uri="{FF2B5EF4-FFF2-40B4-BE49-F238E27FC236}">
                <a16:creationId xmlns:a16="http://schemas.microsoft.com/office/drawing/2014/main" id="{698DCB8E-5E00-3250-9ECA-F10DE20C6DCF}"/>
              </a:ext>
            </a:extLst>
          </p:cNvPr>
          <p:cNvSpPr>
            <a:spLocks noGrp="1"/>
          </p:cNvSpPr>
          <p:nvPr>
            <p:ph type="sldNum" sz="quarter" idx="12"/>
          </p:nvPr>
        </p:nvSpPr>
        <p:spPr>
          <a:xfrm>
            <a:off x="8610600" y="6356350"/>
            <a:ext cx="2743200" cy="365125"/>
          </a:xfrm>
          <a:ln>
            <a:noFill/>
          </a:ln>
        </p:spPr>
        <p:txBody>
          <a:bodyPr/>
          <a:lstStyle/>
          <a:p>
            <a:fld id="{CC8B731A-DCF7-4273-BA1A-21517ACBB5E5}" type="slidenum">
              <a:rPr lang="en-GB" smtClean="0"/>
              <a:t>5</a:t>
            </a:fld>
            <a:endParaRPr lang="en-GB"/>
          </a:p>
        </p:txBody>
      </p:sp>
      <p:graphicFrame>
        <p:nvGraphicFramePr>
          <p:cNvPr id="9" name="Table 8">
            <a:extLst>
              <a:ext uri="{FF2B5EF4-FFF2-40B4-BE49-F238E27FC236}">
                <a16:creationId xmlns:a16="http://schemas.microsoft.com/office/drawing/2014/main" id="{16393B66-FBC8-6F47-3A8A-911AD7FFA55E}"/>
              </a:ext>
            </a:extLst>
          </p:cNvPr>
          <p:cNvGraphicFramePr>
            <a:graphicFrameLocks noGrp="1"/>
          </p:cNvGraphicFramePr>
          <p:nvPr>
            <p:extLst>
              <p:ext uri="{D42A27DB-BD31-4B8C-83A1-F6EECF244321}">
                <p14:modId xmlns:p14="http://schemas.microsoft.com/office/powerpoint/2010/main" val="503052323"/>
              </p:ext>
            </p:extLst>
          </p:nvPr>
        </p:nvGraphicFramePr>
        <p:xfrm>
          <a:off x="836798" y="1822829"/>
          <a:ext cx="10515600" cy="4119880"/>
        </p:xfrm>
        <a:graphic>
          <a:graphicData uri="http://schemas.openxmlformats.org/drawingml/2006/table">
            <a:tbl>
              <a:tblPr firstRow="1" bandRow="1">
                <a:tableStyleId>{5C22544A-7EE6-4342-B048-85BDC9FD1C3A}</a:tableStyleId>
              </a:tblPr>
              <a:tblGrid>
                <a:gridCol w="2086765">
                  <a:extLst>
                    <a:ext uri="{9D8B030D-6E8A-4147-A177-3AD203B41FA5}">
                      <a16:colId xmlns:a16="http://schemas.microsoft.com/office/drawing/2014/main" val="2877444782"/>
                    </a:ext>
                  </a:extLst>
                </a:gridCol>
                <a:gridCol w="2743200">
                  <a:extLst>
                    <a:ext uri="{9D8B030D-6E8A-4147-A177-3AD203B41FA5}">
                      <a16:colId xmlns:a16="http://schemas.microsoft.com/office/drawing/2014/main" val="4201988920"/>
                    </a:ext>
                  </a:extLst>
                </a:gridCol>
                <a:gridCol w="1900107">
                  <a:extLst>
                    <a:ext uri="{9D8B030D-6E8A-4147-A177-3AD203B41FA5}">
                      <a16:colId xmlns:a16="http://schemas.microsoft.com/office/drawing/2014/main" val="2452243297"/>
                    </a:ext>
                  </a:extLst>
                </a:gridCol>
                <a:gridCol w="3785528">
                  <a:extLst>
                    <a:ext uri="{9D8B030D-6E8A-4147-A177-3AD203B41FA5}">
                      <a16:colId xmlns:a16="http://schemas.microsoft.com/office/drawing/2014/main" val="2548828920"/>
                    </a:ext>
                  </a:extLst>
                </a:gridCol>
              </a:tblGrid>
              <a:tr h="370840">
                <a:tc>
                  <a:txBody>
                    <a:bodyPr/>
                    <a:lstStyle/>
                    <a:p>
                      <a:r>
                        <a:rPr lang="en-GB" dirty="0"/>
                        <a:t>Period</a:t>
                      </a:r>
                    </a:p>
                  </a:txBody>
                  <a:tcPr/>
                </a:tc>
                <a:tc>
                  <a:txBody>
                    <a:bodyPr/>
                    <a:lstStyle/>
                    <a:p>
                      <a:r>
                        <a:rPr lang="en-GB" dirty="0"/>
                        <a:t>Genre</a:t>
                      </a:r>
                    </a:p>
                  </a:txBody>
                  <a:tcPr/>
                </a:tc>
                <a:tc>
                  <a:txBody>
                    <a:bodyPr/>
                    <a:lstStyle/>
                    <a:p>
                      <a:r>
                        <a:rPr lang="en-GB" dirty="0"/>
                        <a:t>Position</a:t>
                      </a:r>
                    </a:p>
                  </a:txBody>
                  <a:tcPr/>
                </a:tc>
                <a:tc>
                  <a:txBody>
                    <a:bodyPr/>
                    <a:lstStyle/>
                    <a:p>
                      <a:r>
                        <a:rPr lang="en-GB" dirty="0"/>
                        <a:t>Jobs</a:t>
                      </a:r>
                    </a:p>
                  </a:txBody>
                  <a:tcPr/>
                </a:tc>
                <a:extLst>
                  <a:ext uri="{0D108BD9-81ED-4DB2-BD59-A6C34878D82A}">
                    <a16:rowId xmlns:a16="http://schemas.microsoft.com/office/drawing/2014/main" val="2477192480"/>
                  </a:ext>
                </a:extLst>
              </a:tr>
              <a:tr h="370840">
                <a:tc>
                  <a:txBody>
                    <a:bodyPr/>
                    <a:lstStyle/>
                    <a:p>
                      <a:r>
                        <a:rPr lang="en-GB" dirty="0"/>
                        <a:t>Aug 2021 - Present</a:t>
                      </a:r>
                    </a:p>
                  </a:txBody>
                  <a:tcPr/>
                </a:tc>
                <a:tc>
                  <a:txBody>
                    <a:bodyPr/>
                    <a:lstStyle/>
                    <a:p>
                      <a:r>
                        <a:rPr lang="en-GB" dirty="0"/>
                        <a:t>Saas(Educational Service)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Software Engineer</a:t>
                      </a:r>
                    </a:p>
                  </a:txBody>
                  <a:tcPr/>
                </a:tc>
                <a:tc>
                  <a:txBody>
                    <a:bodyPr/>
                    <a:lstStyle/>
                    <a:p>
                      <a:pPr marL="180975" indent="-180975">
                        <a:buFont typeface="Arial" panose="020B0604020202020204" pitchFamily="34" charset="0"/>
                        <a:buChar char="•"/>
                      </a:pPr>
                      <a:r>
                        <a:rPr lang="en-GB" dirty="0"/>
                        <a:t>Backend Development</a:t>
                      </a:r>
                    </a:p>
                    <a:p>
                      <a:pPr marL="180975" indent="-180975">
                        <a:buFont typeface="Arial" panose="020B0604020202020204" pitchFamily="34" charset="0"/>
                        <a:buChar char="•"/>
                      </a:pPr>
                      <a:r>
                        <a:rPr lang="en-GB" dirty="0"/>
                        <a:t>Frontend Development</a:t>
                      </a:r>
                    </a:p>
                    <a:p>
                      <a:pPr marL="180975" indent="-180975">
                        <a:buFont typeface="Arial" panose="020B0604020202020204" pitchFamily="34" charset="0"/>
                        <a:buChar char="•"/>
                      </a:pPr>
                      <a:r>
                        <a:rPr lang="en-GB" dirty="0"/>
                        <a:t>CI/CD Maintenance</a:t>
                      </a:r>
                    </a:p>
                    <a:p>
                      <a:pPr marL="180975" indent="-180975">
                        <a:buFont typeface="Arial" panose="020B0604020202020204" pitchFamily="34" charset="0"/>
                        <a:buChar char="•"/>
                      </a:pPr>
                      <a:r>
                        <a:rPr lang="en-GB" dirty="0"/>
                        <a:t>Weekly Release Manager</a:t>
                      </a:r>
                    </a:p>
                    <a:p>
                      <a:pPr marL="180975" indent="-180975">
                        <a:buFont typeface="Arial" panose="020B0604020202020204" pitchFamily="34" charset="0"/>
                        <a:buChar char="•"/>
                      </a:pPr>
                      <a:r>
                        <a:rPr lang="en-GB" dirty="0"/>
                        <a:t>Troubleshooting</a:t>
                      </a:r>
                    </a:p>
                    <a:p>
                      <a:pPr marL="180975" indent="-180975">
                        <a:buFont typeface="Arial" panose="020B0604020202020204" pitchFamily="34" charset="0"/>
                        <a:buChar char="•"/>
                      </a:pPr>
                      <a:r>
                        <a:rPr lang="en-GB" dirty="0"/>
                        <a:t>Documentation</a:t>
                      </a:r>
                    </a:p>
                    <a:p>
                      <a:pPr marL="180975" indent="-180975">
                        <a:buFont typeface="Arial" panose="020B0604020202020204" pitchFamily="34" charset="0"/>
                        <a:buChar char="•"/>
                      </a:pPr>
                      <a:r>
                        <a:rPr lang="en-GB" dirty="0"/>
                        <a:t>Technical Debt Resolution</a:t>
                      </a:r>
                    </a:p>
                    <a:p>
                      <a:pPr marL="180975" indent="-180975">
                        <a:buFont typeface="Arial" panose="020B0604020202020204" pitchFamily="34" charset="0"/>
                        <a:buChar char="•"/>
                      </a:pPr>
                      <a:r>
                        <a:rPr lang="en-GB" dirty="0"/>
                        <a:t>Tech Blog Entries</a:t>
                      </a:r>
                    </a:p>
                    <a:p>
                      <a:pPr marL="180975" indent="-180975">
                        <a:buFont typeface="Arial" panose="020B0604020202020204" pitchFamily="34" charset="0"/>
                        <a:buChar char="•"/>
                      </a:pPr>
                      <a:r>
                        <a:rPr lang="en-GB" dirty="0"/>
                        <a:t>LT Speaker</a:t>
                      </a:r>
                    </a:p>
                  </a:txBody>
                  <a:tcPr/>
                </a:tc>
                <a:extLst>
                  <a:ext uri="{0D108BD9-81ED-4DB2-BD59-A6C34878D82A}">
                    <a16:rowId xmlns:a16="http://schemas.microsoft.com/office/drawing/2014/main" val="1529764250"/>
                  </a:ext>
                </a:extLst>
              </a:tr>
              <a:tr h="370840">
                <a:tc>
                  <a:txBody>
                    <a:bodyPr/>
                    <a:lstStyle/>
                    <a:p>
                      <a:r>
                        <a:rPr lang="en-GB" dirty="0"/>
                        <a:t>Feb 2020 - Dec 2020</a:t>
                      </a:r>
                    </a:p>
                  </a:txBody>
                  <a:tcPr/>
                </a:tc>
                <a:tc>
                  <a:txBody>
                    <a:bodyPr/>
                    <a:lstStyle/>
                    <a:p>
                      <a:r>
                        <a:rPr lang="en-GB" dirty="0"/>
                        <a:t>SaaS(Chatbot Platform)</a:t>
                      </a:r>
                    </a:p>
                  </a:txBody>
                  <a:tcPr/>
                </a:tc>
                <a:tc>
                  <a:txBody>
                    <a:bodyPr/>
                    <a:lstStyle/>
                    <a:p>
                      <a:r>
                        <a:rPr lang="en-GB" dirty="0"/>
                        <a:t>Backend Engineer</a:t>
                      </a:r>
                    </a:p>
                  </a:txBody>
                  <a:tcPr/>
                </a:tc>
                <a:tc>
                  <a:txBody>
                    <a:bodyPr/>
                    <a:lstStyle/>
                    <a:p>
                      <a:pPr marL="180975" indent="-180975">
                        <a:buFont typeface="Arial" panose="020B0604020202020204" pitchFamily="34" charset="0"/>
                        <a:buChar char="•"/>
                      </a:pPr>
                      <a:r>
                        <a:rPr lang="en-GB" dirty="0"/>
                        <a:t>Backend Development</a:t>
                      </a:r>
                    </a:p>
                    <a:p>
                      <a:pPr marL="180975" indent="-180975">
                        <a:buFont typeface="Arial" panose="020B0604020202020204" pitchFamily="34" charset="0"/>
                        <a:buChar char="•"/>
                      </a:pPr>
                      <a:r>
                        <a:rPr lang="en-GB" dirty="0"/>
                        <a:t>Documentation</a:t>
                      </a:r>
                    </a:p>
                    <a:p>
                      <a:pPr marL="180975" indent="-180975">
                        <a:buFont typeface="Arial" panose="020B0604020202020204" pitchFamily="34" charset="0"/>
                        <a:buChar char="•"/>
                      </a:pPr>
                      <a:r>
                        <a:rPr lang="en-GB" dirty="0"/>
                        <a:t>Technical Debt Resolution</a:t>
                      </a:r>
                    </a:p>
                    <a:p>
                      <a:pPr marL="180975" indent="-180975">
                        <a:buFont typeface="Arial" panose="020B0604020202020204" pitchFamily="34" charset="0"/>
                        <a:buChar char="•"/>
                      </a:pPr>
                      <a:r>
                        <a:rPr lang="en-GB" dirty="0"/>
                        <a:t>Inspection of Alternative API</a:t>
                      </a:r>
                    </a:p>
                  </a:txBody>
                  <a:tcPr/>
                </a:tc>
                <a:extLst>
                  <a:ext uri="{0D108BD9-81ED-4DB2-BD59-A6C34878D82A}">
                    <a16:rowId xmlns:a16="http://schemas.microsoft.com/office/drawing/2014/main" val="2157449828"/>
                  </a:ext>
                </a:extLst>
              </a:tr>
            </a:tbl>
          </a:graphicData>
        </a:graphic>
      </p:graphicFrame>
    </p:spTree>
    <p:extLst>
      <p:ext uri="{BB962C8B-B14F-4D97-AF65-F5344CB8AC3E}">
        <p14:creationId xmlns:p14="http://schemas.microsoft.com/office/powerpoint/2010/main" val="1558584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a:extLst>
            <a:ext uri="{FF2B5EF4-FFF2-40B4-BE49-F238E27FC236}">
              <a16:creationId xmlns:a16="http://schemas.microsoft.com/office/drawing/2014/main" id="{B77042B4-971C-79E7-6979-1C9C74B70FA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1EA8ECA-4238-15BC-9310-154E1B454ECE}"/>
              </a:ext>
            </a:extLst>
          </p:cNvPr>
          <p:cNvSpPr>
            <a:spLocks noGrp="1"/>
          </p:cNvSpPr>
          <p:nvPr>
            <p:ph type="title"/>
          </p:nvPr>
        </p:nvSpPr>
        <p:spPr>
          <a:xfrm>
            <a:off x="838200" y="365125"/>
            <a:ext cx="10515600" cy="1325563"/>
          </a:xfrm>
          <a:ln>
            <a:noFill/>
          </a:ln>
        </p:spPr>
        <p:txBody>
          <a:bodyPr/>
          <a:lstStyle/>
          <a:p>
            <a:pPr algn="ctr"/>
            <a:r>
              <a:rPr kumimoji="1" lang="en-GB" altLang="ja-JP" b="1" dirty="0">
                <a:latin typeface="Calibri (Headings)"/>
              </a:rPr>
              <a:t>Work Histories</a:t>
            </a:r>
            <a:endParaRPr kumimoji="1" lang="ja-JP" altLang="en-US" b="1" dirty="0">
              <a:latin typeface="Calibri (Headings)"/>
            </a:endParaRPr>
          </a:p>
        </p:txBody>
      </p:sp>
      <p:sp>
        <p:nvSpPr>
          <p:cNvPr id="3" name="スライド番号プレースホルダー 3">
            <a:extLst>
              <a:ext uri="{FF2B5EF4-FFF2-40B4-BE49-F238E27FC236}">
                <a16:creationId xmlns:a16="http://schemas.microsoft.com/office/drawing/2014/main" id="{79B36EBB-9B43-FE93-1316-C2A0DE72B2BD}"/>
              </a:ext>
            </a:extLst>
          </p:cNvPr>
          <p:cNvSpPr>
            <a:spLocks noGrp="1"/>
          </p:cNvSpPr>
          <p:nvPr>
            <p:ph type="sldNum" sz="quarter" idx="12"/>
          </p:nvPr>
        </p:nvSpPr>
        <p:spPr>
          <a:xfrm>
            <a:off x="8610600" y="6356350"/>
            <a:ext cx="2743200" cy="365125"/>
          </a:xfrm>
          <a:ln>
            <a:noFill/>
          </a:ln>
        </p:spPr>
        <p:txBody>
          <a:bodyPr/>
          <a:lstStyle/>
          <a:p>
            <a:fld id="{CC8B731A-DCF7-4273-BA1A-21517ACBB5E5}" type="slidenum">
              <a:rPr lang="en-GB" smtClean="0"/>
              <a:t>6</a:t>
            </a:fld>
            <a:endParaRPr lang="en-GB"/>
          </a:p>
        </p:txBody>
      </p:sp>
      <p:graphicFrame>
        <p:nvGraphicFramePr>
          <p:cNvPr id="4" name="Table 3">
            <a:extLst>
              <a:ext uri="{FF2B5EF4-FFF2-40B4-BE49-F238E27FC236}">
                <a16:creationId xmlns:a16="http://schemas.microsoft.com/office/drawing/2014/main" id="{BB8ABB2C-E9C7-C219-F4D2-2B802367A7C3}"/>
              </a:ext>
            </a:extLst>
          </p:cNvPr>
          <p:cNvGraphicFramePr>
            <a:graphicFrameLocks noGrp="1"/>
          </p:cNvGraphicFramePr>
          <p:nvPr>
            <p:extLst>
              <p:ext uri="{D42A27DB-BD31-4B8C-83A1-F6EECF244321}">
                <p14:modId xmlns:p14="http://schemas.microsoft.com/office/powerpoint/2010/main" val="1218724503"/>
              </p:ext>
            </p:extLst>
          </p:nvPr>
        </p:nvGraphicFramePr>
        <p:xfrm>
          <a:off x="836798" y="1822829"/>
          <a:ext cx="10515600" cy="3022600"/>
        </p:xfrm>
        <a:graphic>
          <a:graphicData uri="http://schemas.openxmlformats.org/drawingml/2006/table">
            <a:tbl>
              <a:tblPr firstRow="1" bandRow="1">
                <a:tableStyleId>{5C22544A-7EE6-4342-B048-85BDC9FD1C3A}</a:tableStyleId>
              </a:tblPr>
              <a:tblGrid>
                <a:gridCol w="2086765">
                  <a:extLst>
                    <a:ext uri="{9D8B030D-6E8A-4147-A177-3AD203B41FA5}">
                      <a16:colId xmlns:a16="http://schemas.microsoft.com/office/drawing/2014/main" val="2877444782"/>
                    </a:ext>
                  </a:extLst>
                </a:gridCol>
                <a:gridCol w="2743200">
                  <a:extLst>
                    <a:ext uri="{9D8B030D-6E8A-4147-A177-3AD203B41FA5}">
                      <a16:colId xmlns:a16="http://schemas.microsoft.com/office/drawing/2014/main" val="4201988920"/>
                    </a:ext>
                  </a:extLst>
                </a:gridCol>
                <a:gridCol w="1900107">
                  <a:extLst>
                    <a:ext uri="{9D8B030D-6E8A-4147-A177-3AD203B41FA5}">
                      <a16:colId xmlns:a16="http://schemas.microsoft.com/office/drawing/2014/main" val="2452243297"/>
                    </a:ext>
                  </a:extLst>
                </a:gridCol>
                <a:gridCol w="3785528">
                  <a:extLst>
                    <a:ext uri="{9D8B030D-6E8A-4147-A177-3AD203B41FA5}">
                      <a16:colId xmlns:a16="http://schemas.microsoft.com/office/drawing/2014/main" val="2548828920"/>
                    </a:ext>
                  </a:extLst>
                </a:gridCol>
              </a:tblGrid>
              <a:tr h="370840">
                <a:tc>
                  <a:txBody>
                    <a:bodyPr/>
                    <a:lstStyle/>
                    <a:p>
                      <a:r>
                        <a:rPr lang="en-GB" dirty="0"/>
                        <a:t>Period</a:t>
                      </a:r>
                    </a:p>
                  </a:txBody>
                  <a:tcPr/>
                </a:tc>
                <a:tc>
                  <a:txBody>
                    <a:bodyPr/>
                    <a:lstStyle/>
                    <a:p>
                      <a:r>
                        <a:rPr lang="en-GB" dirty="0"/>
                        <a:t>Genre</a:t>
                      </a:r>
                    </a:p>
                  </a:txBody>
                  <a:tcPr/>
                </a:tc>
                <a:tc>
                  <a:txBody>
                    <a:bodyPr/>
                    <a:lstStyle/>
                    <a:p>
                      <a:r>
                        <a:rPr lang="en-GB" dirty="0"/>
                        <a:t>Position</a:t>
                      </a:r>
                    </a:p>
                  </a:txBody>
                  <a:tcPr/>
                </a:tc>
                <a:tc>
                  <a:txBody>
                    <a:bodyPr/>
                    <a:lstStyle/>
                    <a:p>
                      <a:r>
                        <a:rPr lang="en-GB" dirty="0"/>
                        <a:t>Jobs</a:t>
                      </a:r>
                    </a:p>
                  </a:txBody>
                  <a:tcPr/>
                </a:tc>
                <a:extLst>
                  <a:ext uri="{0D108BD9-81ED-4DB2-BD59-A6C34878D82A}">
                    <a16:rowId xmlns:a16="http://schemas.microsoft.com/office/drawing/2014/main" val="2477192480"/>
                  </a:ext>
                </a:extLst>
              </a:tr>
              <a:tr h="370840">
                <a:tc>
                  <a:txBody>
                    <a:bodyPr/>
                    <a:lstStyle/>
                    <a:p>
                      <a:r>
                        <a:rPr lang="en-GB" dirty="0"/>
                        <a:t>Jun 2018 - Jan 2020</a:t>
                      </a:r>
                    </a:p>
                  </a:txBody>
                  <a:tcPr/>
                </a:tc>
                <a:tc>
                  <a:txBody>
                    <a:bodyPr/>
                    <a:lstStyle/>
                    <a:p>
                      <a:r>
                        <a:rPr lang="en-GB" dirty="0"/>
                        <a:t>Contract-basis Developer</a:t>
                      </a:r>
                    </a:p>
                  </a:txBody>
                  <a:tcPr/>
                </a:tc>
                <a:tc>
                  <a:txBody>
                    <a:bodyPr/>
                    <a:lstStyle/>
                    <a:p>
                      <a:r>
                        <a:rPr lang="en-GB" dirty="0"/>
                        <a:t>Software Engineer</a:t>
                      </a:r>
                    </a:p>
                  </a:txBody>
                  <a:tcPr/>
                </a:tc>
                <a:tc>
                  <a:txBody>
                    <a:bodyPr/>
                    <a:lstStyle/>
                    <a:p>
                      <a:pPr marL="180975" indent="-180975">
                        <a:buFont typeface="Arial" panose="020B0604020202020204" pitchFamily="34" charset="0"/>
                        <a:buChar char="•"/>
                      </a:pPr>
                      <a:r>
                        <a:rPr lang="en-GB" dirty="0"/>
                        <a:t>Backend Development</a:t>
                      </a:r>
                    </a:p>
                    <a:p>
                      <a:pPr marL="180975" indent="-180975">
                        <a:buFont typeface="Arial" panose="020B0604020202020204" pitchFamily="34" charset="0"/>
                        <a:buChar char="•"/>
                      </a:pPr>
                      <a:r>
                        <a:rPr lang="en-GB" dirty="0"/>
                        <a:t>Frontend Development</a:t>
                      </a:r>
                    </a:p>
                    <a:p>
                      <a:pPr marL="180975" indent="-180975">
                        <a:buFont typeface="Arial" panose="020B0604020202020204" pitchFamily="34" charset="0"/>
                        <a:buChar char="•"/>
                      </a:pPr>
                      <a:r>
                        <a:rPr lang="en-GB" dirty="0"/>
                        <a:t>Troubleshooting</a:t>
                      </a:r>
                    </a:p>
                    <a:p>
                      <a:pPr marL="180975" indent="-180975">
                        <a:buFont typeface="Arial" panose="020B0604020202020204" pitchFamily="34" charset="0"/>
                        <a:buChar char="•"/>
                      </a:pPr>
                      <a:r>
                        <a:rPr lang="en-GB" dirty="0"/>
                        <a:t>Quality Assurance</a:t>
                      </a:r>
                    </a:p>
                    <a:p>
                      <a:pPr marL="180975" indent="-180975">
                        <a:buFont typeface="Arial" panose="020B0604020202020204" pitchFamily="34" charset="0"/>
                        <a:buChar char="•"/>
                      </a:pPr>
                      <a:r>
                        <a:rPr lang="en-GB" dirty="0"/>
                        <a:t>Tech Blog Entries</a:t>
                      </a:r>
                    </a:p>
                  </a:txBody>
                  <a:tcPr/>
                </a:tc>
                <a:extLst>
                  <a:ext uri="{0D108BD9-81ED-4DB2-BD59-A6C34878D82A}">
                    <a16:rowId xmlns:a16="http://schemas.microsoft.com/office/drawing/2014/main" val="2130531394"/>
                  </a:ext>
                </a:extLst>
              </a:tr>
              <a:tr h="370840">
                <a:tc>
                  <a:txBody>
                    <a:bodyPr/>
                    <a:lstStyle/>
                    <a:p>
                      <a:r>
                        <a:rPr lang="en-GB" dirty="0"/>
                        <a:t>Apr 2016 - Jan 2018 </a:t>
                      </a:r>
                    </a:p>
                  </a:txBody>
                  <a:tcPr/>
                </a:tc>
                <a:tc>
                  <a:txBody>
                    <a:bodyPr/>
                    <a:lstStyle/>
                    <a:p>
                      <a:r>
                        <a:rPr lang="en-GB" dirty="0"/>
                        <a:t>System Engineering Service</a:t>
                      </a:r>
                    </a:p>
                  </a:txBody>
                  <a:tcPr/>
                </a:tc>
                <a:tc>
                  <a:txBody>
                    <a:bodyPr/>
                    <a:lstStyle/>
                    <a:p>
                      <a:r>
                        <a:rPr lang="en-GB" dirty="0"/>
                        <a:t>System Engineer</a:t>
                      </a:r>
                    </a:p>
                  </a:txBody>
                  <a:tcPr/>
                </a:tc>
                <a:tc>
                  <a:txBody>
                    <a:bodyPr/>
                    <a:lstStyle/>
                    <a:p>
                      <a:pPr marL="180975" indent="-180975">
                        <a:buFont typeface="Arial" panose="020B0604020202020204" pitchFamily="34" charset="0"/>
                        <a:buChar char="•"/>
                      </a:pPr>
                      <a:r>
                        <a:rPr lang="en-GB" dirty="0"/>
                        <a:t>Corporate Account Admin</a:t>
                      </a:r>
                    </a:p>
                    <a:p>
                      <a:pPr marL="180975" indent="-180975">
                        <a:buFont typeface="Arial" panose="020B0604020202020204" pitchFamily="34" charset="0"/>
                        <a:buChar char="•"/>
                      </a:pPr>
                      <a:r>
                        <a:rPr lang="en-GB" dirty="0"/>
                        <a:t>Windows Server Maintenance</a:t>
                      </a:r>
                    </a:p>
                    <a:p>
                      <a:pPr marL="180975" indent="-180975">
                        <a:buFont typeface="Arial" panose="020B0604020202020204" pitchFamily="34" charset="0"/>
                        <a:buChar char="•"/>
                      </a:pPr>
                      <a:r>
                        <a:rPr lang="en-GB" dirty="0"/>
                        <a:t>Security Admin Assistant</a:t>
                      </a:r>
                    </a:p>
                    <a:p>
                      <a:pPr marL="180975" indent="-180975">
                        <a:buFont typeface="Arial" panose="020B0604020202020204" pitchFamily="34" charset="0"/>
                        <a:buChar char="•"/>
                      </a:pPr>
                      <a:r>
                        <a:rPr lang="en-GB" dirty="0"/>
                        <a:t>Internationalisation / Localisation</a:t>
                      </a:r>
                    </a:p>
                  </a:txBody>
                  <a:tcPr/>
                </a:tc>
                <a:extLst>
                  <a:ext uri="{0D108BD9-81ED-4DB2-BD59-A6C34878D82A}">
                    <a16:rowId xmlns:a16="http://schemas.microsoft.com/office/drawing/2014/main" val="2598994669"/>
                  </a:ext>
                </a:extLst>
              </a:tr>
            </a:tbl>
          </a:graphicData>
        </a:graphic>
      </p:graphicFrame>
    </p:spTree>
    <p:extLst>
      <p:ext uri="{BB962C8B-B14F-4D97-AF65-F5344CB8AC3E}">
        <p14:creationId xmlns:p14="http://schemas.microsoft.com/office/powerpoint/2010/main" val="38276696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D6B48C-E615-B179-7452-199127EC73E7}"/>
              </a:ext>
            </a:extLst>
          </p:cNvPr>
          <p:cNvSpPr>
            <a:spLocks noGrp="1"/>
          </p:cNvSpPr>
          <p:nvPr>
            <p:ph type="title"/>
          </p:nvPr>
        </p:nvSpPr>
        <p:spPr>
          <a:xfrm>
            <a:off x="838200" y="365125"/>
            <a:ext cx="10515600" cy="1325563"/>
          </a:xfrm>
        </p:spPr>
        <p:txBody>
          <a:bodyPr/>
          <a:lstStyle/>
          <a:p>
            <a:pPr algn="ctr"/>
            <a:r>
              <a:rPr lang="en-GB" altLang="ja-JP" b="1" dirty="0">
                <a:latin typeface="Calibri (Headings)"/>
              </a:rPr>
              <a:t>International-Exchange Activities</a:t>
            </a:r>
            <a:endParaRPr lang="en-GB" b="1" dirty="0">
              <a:latin typeface="Calibri (Headings)"/>
            </a:endParaRPr>
          </a:p>
        </p:txBody>
      </p:sp>
      <p:sp>
        <p:nvSpPr>
          <p:cNvPr id="3" name="スライド番号プレースホルダー 3">
            <a:extLst>
              <a:ext uri="{FF2B5EF4-FFF2-40B4-BE49-F238E27FC236}">
                <a16:creationId xmlns:a16="http://schemas.microsoft.com/office/drawing/2014/main" id="{77270B56-169B-0948-D3C6-1A96E3575E5C}"/>
              </a:ext>
            </a:extLst>
          </p:cNvPr>
          <p:cNvSpPr>
            <a:spLocks noGrp="1"/>
          </p:cNvSpPr>
          <p:nvPr>
            <p:ph type="sldNum" sz="quarter" idx="12"/>
          </p:nvPr>
        </p:nvSpPr>
        <p:spPr>
          <a:xfrm>
            <a:off x="8610600" y="6356350"/>
            <a:ext cx="2743200" cy="365125"/>
          </a:xfrm>
        </p:spPr>
        <p:txBody>
          <a:bodyPr/>
          <a:lstStyle/>
          <a:p>
            <a:fld id="{CC8B731A-DCF7-4273-BA1A-21517ACBB5E5}" type="slidenum">
              <a:rPr lang="en-GB" smtClean="0"/>
              <a:t>7</a:t>
            </a:fld>
            <a:endParaRPr lang="en-GB"/>
          </a:p>
        </p:txBody>
      </p:sp>
      <p:sp>
        <p:nvSpPr>
          <p:cNvPr id="4" name="コンテンツ プレースホルダー 2">
            <a:extLst>
              <a:ext uri="{FF2B5EF4-FFF2-40B4-BE49-F238E27FC236}">
                <a16:creationId xmlns:a16="http://schemas.microsoft.com/office/drawing/2014/main" id="{F7C1A871-3436-0C2B-C9B1-173BD329B927}"/>
              </a:ext>
            </a:extLst>
          </p:cNvPr>
          <p:cNvSpPr>
            <a:spLocks noGrp="1"/>
          </p:cNvSpPr>
          <p:nvPr>
            <p:ph idx="1"/>
          </p:nvPr>
        </p:nvSpPr>
        <p:spPr>
          <a:xfrm>
            <a:off x="838200" y="1830270"/>
            <a:ext cx="10515600" cy="4343898"/>
          </a:xfrm>
          <a:ln>
            <a:noFill/>
          </a:ln>
        </p:spPr>
        <p:txBody>
          <a:bodyPr>
            <a:normAutofit/>
          </a:bodyPr>
          <a:lstStyle/>
          <a:p>
            <a:pPr marL="268288" indent="-268288"/>
            <a:r>
              <a:rPr lang="en-GB" altLang="ja-JP" sz="1600" dirty="0"/>
              <a:t>Activities in University</a:t>
            </a:r>
            <a:endParaRPr lang="ja-JP" altLang="en-US" sz="1600" dirty="0"/>
          </a:p>
          <a:p>
            <a:pPr marL="536575" lvl="1" indent="-268288"/>
            <a:r>
              <a:rPr lang="en-GB" altLang="ja-JP" sz="1400" dirty="0"/>
              <a:t>English Linguistics Seminar</a:t>
            </a:r>
            <a:r>
              <a:rPr lang="en-US" altLang="ja-JP" sz="1400" dirty="0"/>
              <a:t>(</a:t>
            </a:r>
            <a:r>
              <a:rPr lang="en-GB" altLang="ja-JP" sz="1400" dirty="0"/>
              <a:t>Focusing on Mass Media English</a:t>
            </a:r>
            <a:r>
              <a:rPr lang="en-US" altLang="ja-JP" sz="1400" dirty="0"/>
              <a:t>)</a:t>
            </a:r>
          </a:p>
          <a:p>
            <a:pPr marL="536575" lvl="1" indent="-268288"/>
            <a:r>
              <a:rPr lang="en-GB" altLang="ja-JP" sz="1400" dirty="0"/>
              <a:t>International-Exchange Clubs</a:t>
            </a:r>
            <a:r>
              <a:rPr lang="en-US" altLang="ja-JP" sz="1400" dirty="0"/>
              <a:t>(</a:t>
            </a:r>
            <a:r>
              <a:rPr lang="en-GB" altLang="ja-JP" sz="1400" dirty="0"/>
              <a:t>The 2nd Year</a:t>
            </a:r>
            <a:r>
              <a:rPr lang="en-US" altLang="ja-JP" sz="1400" dirty="0"/>
              <a:t>)</a:t>
            </a:r>
          </a:p>
          <a:p>
            <a:pPr marL="536575" lvl="1" indent="-268288"/>
            <a:r>
              <a:rPr lang="en-GB" altLang="ja-JP" sz="1400" dirty="0">
                <a:hlinkClick r:id="rId3"/>
              </a:rPr>
              <a:t>International-Exchange Programmes conducted by Japan Cabinet Office</a:t>
            </a:r>
            <a:r>
              <a:rPr lang="en-US" altLang="ja-JP" sz="1400" dirty="0"/>
              <a:t>(2013</a:t>
            </a:r>
            <a:r>
              <a:rPr lang="ja-JP" altLang="en-US" sz="1400" dirty="0"/>
              <a:t> </a:t>
            </a:r>
            <a:r>
              <a:rPr lang="en-US" altLang="ja-JP" sz="1400" dirty="0"/>
              <a:t>- 2016)</a:t>
            </a:r>
          </a:p>
          <a:p>
            <a:pPr marL="536575" lvl="1" indent="-268288"/>
            <a:r>
              <a:rPr lang="en-GB" altLang="ja-JP" sz="1400" dirty="0"/>
              <a:t>Japanese Linguistics Course(The Final Year)</a:t>
            </a:r>
            <a:endParaRPr lang="en-US" altLang="ja-JP" sz="1400" dirty="0"/>
          </a:p>
          <a:p>
            <a:pPr marL="268288" indent="-268288"/>
            <a:r>
              <a:rPr lang="en-GB" altLang="ja-JP" sz="1600" dirty="0"/>
              <a:t>Overseas Life Experience</a:t>
            </a:r>
            <a:endParaRPr lang="ja-JP" altLang="en-US" sz="1600" dirty="0"/>
          </a:p>
          <a:p>
            <a:pPr marL="536575" lvl="1" indent="-268288"/>
            <a:r>
              <a:rPr lang="en-GB" altLang="ja-JP" sz="1400" dirty="0"/>
              <a:t>Working Holiday in Australia</a:t>
            </a:r>
            <a:r>
              <a:rPr lang="en-US" altLang="ja-JP" sz="1400" dirty="0"/>
              <a:t>(April 2014</a:t>
            </a:r>
            <a:r>
              <a:rPr lang="ja-JP" altLang="en-US" sz="1400" dirty="0"/>
              <a:t> </a:t>
            </a:r>
            <a:r>
              <a:rPr lang="en-US" altLang="ja-JP" sz="1400" dirty="0"/>
              <a:t>- </a:t>
            </a:r>
            <a:r>
              <a:rPr lang="en-GB" altLang="ja-JP" sz="1400" dirty="0"/>
              <a:t>March 2015</a:t>
            </a:r>
            <a:r>
              <a:rPr lang="en-US" altLang="ja-JP" sz="1400" dirty="0"/>
              <a:t>)</a:t>
            </a:r>
          </a:p>
          <a:p>
            <a:pPr marL="728662" lvl="2" indent="-285750"/>
            <a:r>
              <a:rPr lang="en-GB" altLang="ja-JP" sz="1200" dirty="0"/>
              <a:t>Language School for 1 month in Sydney</a:t>
            </a:r>
          </a:p>
          <a:p>
            <a:pPr marL="728662" lvl="2" indent="-285750"/>
            <a:r>
              <a:rPr lang="en-GB" altLang="ja-JP" sz="1200" dirty="0"/>
              <a:t>Work for 6 Months</a:t>
            </a:r>
            <a:r>
              <a:rPr lang="ja-JP" altLang="en-US" sz="1200" dirty="0"/>
              <a:t> </a:t>
            </a:r>
            <a:r>
              <a:rPr lang="en-GB" altLang="ja-JP" sz="1200" dirty="0"/>
              <a:t>in</a:t>
            </a:r>
            <a:r>
              <a:rPr lang="ja-JP" altLang="en-US" sz="1200" dirty="0"/>
              <a:t> </a:t>
            </a:r>
            <a:r>
              <a:rPr lang="en-GB" altLang="ja-JP" sz="1200" dirty="0">
                <a:hlinkClick r:id="rId4"/>
              </a:rPr>
              <a:t>Hamilton Island Resort</a:t>
            </a:r>
            <a:endParaRPr lang="en-GB" altLang="ja-JP" sz="1200" dirty="0"/>
          </a:p>
          <a:p>
            <a:pPr marL="728662" lvl="2" indent="-285750"/>
            <a:r>
              <a:rPr lang="en-GB" altLang="ja-JP" sz="1200" dirty="0"/>
              <a:t>Volunteering for 1 Month as Assistant Teacher of Japanese Language at</a:t>
            </a:r>
            <a:r>
              <a:rPr lang="ja-JP" altLang="en-US" sz="1200" dirty="0"/>
              <a:t> </a:t>
            </a:r>
            <a:r>
              <a:rPr lang="en-GB" altLang="ja-JP" sz="1200" dirty="0">
                <a:hlinkClick r:id="rId5"/>
              </a:rPr>
              <a:t>St Ives High School</a:t>
            </a:r>
            <a:r>
              <a:rPr lang="ja-JP" altLang="en-US" sz="1200" dirty="0"/>
              <a:t> </a:t>
            </a:r>
            <a:r>
              <a:rPr lang="en-GB" altLang="ja-JP" sz="1200" dirty="0"/>
              <a:t>in</a:t>
            </a:r>
            <a:r>
              <a:rPr lang="ja-JP" altLang="en-US" sz="1200" dirty="0"/>
              <a:t> </a:t>
            </a:r>
            <a:r>
              <a:rPr lang="en-GB" altLang="ja-JP" sz="1200" dirty="0"/>
              <a:t>NSW</a:t>
            </a:r>
            <a:endParaRPr lang="en-US" altLang="ja-JP" sz="1200" dirty="0"/>
          </a:p>
          <a:p>
            <a:pPr marL="268288" indent="-268288"/>
            <a:r>
              <a:rPr lang="en-GB" altLang="ja-JP" sz="1600" dirty="0"/>
              <a:t>Other Activities</a:t>
            </a:r>
            <a:endParaRPr lang="ja-JP" altLang="en-US" sz="900" dirty="0"/>
          </a:p>
          <a:p>
            <a:pPr marL="536575" lvl="1" indent="-268288"/>
            <a:r>
              <a:rPr lang="en-GB" altLang="ja-JP" sz="1400" dirty="0"/>
              <a:t>Keep Everyday Journal in English</a:t>
            </a:r>
            <a:r>
              <a:rPr lang="ja-JP" altLang="en-US" sz="1400" dirty="0"/>
              <a:t> </a:t>
            </a:r>
            <a:r>
              <a:rPr lang="en-GB" altLang="ja-JP" sz="1400" dirty="0"/>
              <a:t>(</a:t>
            </a:r>
            <a:r>
              <a:rPr lang="en-US" altLang="ja-JP" sz="1400" dirty="0"/>
              <a:t>April 2014</a:t>
            </a:r>
            <a:r>
              <a:rPr lang="ja-JP" altLang="en-US" sz="1400" dirty="0"/>
              <a:t> </a:t>
            </a:r>
            <a:r>
              <a:rPr lang="en-US" altLang="ja-JP" sz="1400" dirty="0"/>
              <a:t>- Present</a:t>
            </a:r>
            <a:r>
              <a:rPr lang="en-GB" altLang="ja-JP" sz="1400" dirty="0"/>
              <a:t>)</a:t>
            </a:r>
            <a:endParaRPr lang="en-US" altLang="ja-JP" sz="1400" dirty="0">
              <a:hlinkClick r:id="rId6"/>
            </a:endParaRPr>
          </a:p>
          <a:p>
            <a:pPr marL="536575" lvl="1" indent="-268288"/>
            <a:r>
              <a:rPr lang="en-US" altLang="ja-JP" sz="1400" dirty="0">
                <a:hlinkClick r:id="rId7"/>
              </a:rPr>
              <a:t>Sunrise Toastmasters Club</a:t>
            </a:r>
            <a:r>
              <a:rPr lang="en-US" altLang="ja-JP" sz="1400" dirty="0"/>
              <a:t>(February 2017</a:t>
            </a:r>
            <a:r>
              <a:rPr lang="ja-JP" altLang="en-US" sz="1400" dirty="0"/>
              <a:t> </a:t>
            </a:r>
            <a:r>
              <a:rPr lang="en-US" altLang="ja-JP" sz="1400" dirty="0"/>
              <a:t>- March 2018)</a:t>
            </a:r>
          </a:p>
          <a:p>
            <a:pPr marL="536575" lvl="1" indent="-268288"/>
            <a:r>
              <a:rPr lang="en-US" altLang="ja-JP" sz="1400" dirty="0">
                <a:hlinkClick r:id="rId8"/>
              </a:rPr>
              <a:t>Vital Japan</a:t>
            </a:r>
            <a:r>
              <a:rPr lang="en-US" altLang="ja-JP" sz="1400" dirty="0"/>
              <a:t>(January 2018 - July 2019</a:t>
            </a:r>
            <a:r>
              <a:rPr lang="en-GB" altLang="ja-JP" sz="1400" dirty="0"/>
              <a:t>, October 2022 - February 2023</a:t>
            </a:r>
            <a:r>
              <a:rPr lang="en-US" altLang="ja-JP" sz="1400" dirty="0"/>
              <a:t>) </a:t>
            </a:r>
          </a:p>
          <a:p>
            <a:pPr marL="536575" lvl="1" indent="-268288"/>
            <a:r>
              <a:rPr lang="en-GB" altLang="ja-JP" sz="1400" dirty="0"/>
              <a:t>Self Learning and Training of English Language</a:t>
            </a:r>
          </a:p>
          <a:p>
            <a:pPr marL="536575" lvl="1" indent="-268288"/>
            <a:r>
              <a:rPr lang="en-GB" altLang="ja-JP" sz="1400" dirty="0"/>
              <a:t>Participation Ruby-Related </a:t>
            </a:r>
            <a:r>
              <a:rPr lang="en-GB" altLang="ja-JP" sz="1400"/>
              <a:t>Tech Conferences</a:t>
            </a:r>
            <a:endParaRPr lang="en-GB" altLang="ja-JP" sz="1400" dirty="0"/>
          </a:p>
        </p:txBody>
      </p:sp>
    </p:spTree>
    <p:extLst>
      <p:ext uri="{BB962C8B-B14F-4D97-AF65-F5344CB8AC3E}">
        <p14:creationId xmlns:p14="http://schemas.microsoft.com/office/powerpoint/2010/main" val="2567433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B69D39-AAC7-42C5-8747-4B518371074C}"/>
              </a:ext>
            </a:extLst>
          </p:cNvPr>
          <p:cNvSpPr>
            <a:spLocks noGrp="1"/>
          </p:cNvSpPr>
          <p:nvPr>
            <p:ph type="title"/>
          </p:nvPr>
        </p:nvSpPr>
        <p:spPr/>
        <p:txBody>
          <a:bodyPr/>
          <a:lstStyle/>
          <a:p>
            <a:pPr algn="ctr"/>
            <a:r>
              <a:rPr lang="en-GB" altLang="ja-JP" b="1" dirty="0">
                <a:latin typeface="Calibri (Headings)"/>
              </a:rPr>
              <a:t>Agenda</a:t>
            </a:r>
            <a:endParaRPr lang="en-GB" b="1" dirty="0">
              <a:latin typeface="Calibri (Headings)"/>
            </a:endParaRPr>
          </a:p>
        </p:txBody>
      </p:sp>
      <p:sp>
        <p:nvSpPr>
          <p:cNvPr id="3" name="コンテンツ プレースホルダー 2">
            <a:extLst>
              <a:ext uri="{FF2B5EF4-FFF2-40B4-BE49-F238E27FC236}">
                <a16:creationId xmlns:a16="http://schemas.microsoft.com/office/drawing/2014/main" id="{6865C527-BB5B-4296-B5C9-8645D3BC7D77}"/>
              </a:ext>
            </a:extLst>
          </p:cNvPr>
          <p:cNvSpPr>
            <a:spLocks noGrp="1"/>
          </p:cNvSpPr>
          <p:nvPr>
            <p:ph idx="1"/>
          </p:nvPr>
        </p:nvSpPr>
        <p:spPr/>
        <p:txBody>
          <a:bodyPr>
            <a:normAutofit/>
          </a:bodyPr>
          <a:lstStyle/>
          <a:p>
            <a:pPr marL="360363" indent="-360363">
              <a:buClr>
                <a:schemeClr val="dk1"/>
              </a:buClr>
              <a:buSzPts val="2800"/>
              <a:buAutoNum type="arabicPeriod"/>
            </a:pPr>
            <a:r>
              <a:rPr lang="en-GB" altLang="ja-JP" sz="2400" dirty="0">
                <a:sym typeface="Arial"/>
                <a:hlinkClick r:id="rId3" action="ppaction://hlinksldjump"/>
              </a:rPr>
              <a:t>The Object of Comparative Linguistics</a:t>
            </a:r>
            <a:endParaRPr lang="en-GB" altLang="ja-JP" sz="2400" dirty="0">
              <a:sym typeface="Arial"/>
            </a:endParaRPr>
          </a:p>
          <a:p>
            <a:pPr marL="360363" indent="-360363">
              <a:buClr>
                <a:schemeClr val="dk1"/>
              </a:buClr>
              <a:buSzPts val="2800"/>
              <a:buAutoNum type="arabicPeriod"/>
            </a:pPr>
            <a:r>
              <a:rPr lang="en-GB" altLang="ja-JP" sz="2400" dirty="0">
                <a:sym typeface="Arial"/>
                <a:hlinkClick r:id="rId4" action="ppaction://hlinksldjump"/>
              </a:rPr>
              <a:t>3 Common Features between Ruby and Python</a:t>
            </a:r>
            <a:endParaRPr lang="en-GB" altLang="ja-JP" sz="2400" dirty="0">
              <a:sym typeface="Arial"/>
            </a:endParaRPr>
          </a:p>
          <a:p>
            <a:pPr marL="360363" indent="-360363">
              <a:buClr>
                <a:schemeClr val="dk1"/>
              </a:buClr>
              <a:buSzPts val="2800"/>
              <a:buAutoNum type="arabicPeriod"/>
            </a:pPr>
            <a:r>
              <a:rPr lang="en-GB" altLang="ja-JP" sz="2400" dirty="0">
                <a:sym typeface="Arial"/>
                <a:hlinkClick r:id="rId5" action="ppaction://hlinksldjump"/>
              </a:rPr>
              <a:t>3 Different Features between Ruby and Python</a:t>
            </a:r>
            <a:endParaRPr lang="en-GB" altLang="ja-JP" sz="2400" dirty="0">
              <a:sym typeface="Arial"/>
            </a:endParaRPr>
          </a:p>
          <a:p>
            <a:pPr marL="360363" indent="-360363">
              <a:buClr>
                <a:schemeClr val="dk1"/>
              </a:buClr>
              <a:buSzPts val="2800"/>
              <a:buAutoNum type="arabicPeriod"/>
            </a:pPr>
            <a:r>
              <a:rPr lang="en-GB" altLang="ja-JP" sz="2400" dirty="0">
                <a:sym typeface="Arial"/>
                <a:hlinkClick r:id="rId6" action="ppaction://hlinksldjump"/>
              </a:rPr>
              <a:t>Epilogue</a:t>
            </a:r>
            <a:endParaRPr lang="en-GB" altLang="ja-JP" sz="2400" dirty="0">
              <a:sym typeface="Arial"/>
            </a:endParaRPr>
          </a:p>
          <a:p>
            <a:pPr marL="360363" indent="-360363">
              <a:buClr>
                <a:schemeClr val="dk1"/>
              </a:buClr>
              <a:buSzPts val="2800"/>
              <a:buAutoNum type="arabicPeriod"/>
            </a:pPr>
            <a:r>
              <a:rPr lang="en-GB" altLang="ja-JP" sz="2400" dirty="0">
                <a:sym typeface="Arial"/>
                <a:hlinkClick r:id="rId7" action="ppaction://hlinksldjump"/>
              </a:rPr>
              <a:t>References</a:t>
            </a:r>
            <a:endParaRPr lang="en-GB" altLang="ja-JP" sz="2400" dirty="0">
              <a:sym typeface="Arial"/>
            </a:endParaRPr>
          </a:p>
        </p:txBody>
      </p:sp>
      <p:sp>
        <p:nvSpPr>
          <p:cNvPr id="4" name="スライド番号プレースホルダー 3">
            <a:extLst>
              <a:ext uri="{FF2B5EF4-FFF2-40B4-BE49-F238E27FC236}">
                <a16:creationId xmlns:a16="http://schemas.microsoft.com/office/drawing/2014/main" id="{36D8F513-A7B1-4711-A8CD-4E8A5B622D2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08252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GB" altLang="ja-JP" b="1" dirty="0">
                <a:latin typeface="+mn-lt"/>
              </a:rPr>
              <a:t>1</a:t>
            </a:r>
            <a:r>
              <a:rPr lang="en-US" altLang="ja-JP" b="1" dirty="0">
                <a:latin typeface="+mn-lt"/>
              </a:rPr>
              <a:t>. </a:t>
            </a:r>
            <a:r>
              <a:rPr lang="en-GB" altLang="ja-JP" b="1" dirty="0">
                <a:latin typeface="+mn-lt"/>
                <a:sym typeface="Arial"/>
              </a:rPr>
              <a:t>The Object of Comparative Linguistics</a:t>
            </a:r>
            <a:endParaRPr lang="en-GB" b="1" dirty="0">
              <a:latin typeface="+mn-lt"/>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3418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en-GB" altLang="ja-JP" b="1" dirty="0">
                <a:latin typeface="Calibri (Headings)"/>
              </a:rPr>
              <a:t>1</a:t>
            </a:r>
            <a:r>
              <a:rPr lang="en-US" altLang="ja-JP" b="1" dirty="0">
                <a:latin typeface="Calibri (Headings)"/>
              </a:rPr>
              <a:t>. </a:t>
            </a:r>
            <a:r>
              <a:rPr lang="en-GB" altLang="ja-JP" b="1" dirty="0">
                <a:latin typeface="Calibri (Headings)"/>
                <a:sym typeface="Arial"/>
              </a:rPr>
              <a:t>The Object of Comparative Linguistics</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コンテンツ プレースホルダー 2">
            <a:extLst>
              <a:ext uri="{FF2B5EF4-FFF2-40B4-BE49-F238E27FC236}">
                <a16:creationId xmlns:a16="http://schemas.microsoft.com/office/drawing/2014/main" id="{1903DA52-4756-C199-E354-46DA3ACB59A4}"/>
              </a:ext>
            </a:extLst>
          </p:cNvPr>
          <p:cNvSpPr>
            <a:spLocks noGrp="1"/>
          </p:cNvSpPr>
          <p:nvPr>
            <p:ph idx="1"/>
          </p:nvPr>
        </p:nvSpPr>
        <p:spPr>
          <a:xfrm>
            <a:off x="838200" y="1825625"/>
            <a:ext cx="10515600" cy="4351338"/>
          </a:xfrm>
        </p:spPr>
        <p:txBody>
          <a:bodyPr>
            <a:normAutofit/>
          </a:bodyPr>
          <a:lstStyle/>
          <a:p>
            <a:pPr marL="12700" marR="0" lvl="0" indent="0" algn="l" defTabSz="914400" rtl="0" eaLnBrk="1" fontAlgn="auto" latinLnBrk="0" hangingPunct="1">
              <a:lnSpc>
                <a:spcPct val="100000"/>
              </a:lnSpc>
              <a:spcBef>
                <a:spcPts val="310"/>
              </a:spcBef>
              <a:spcAft>
                <a:spcPts val="0"/>
              </a:spcAft>
              <a:buClrTx/>
              <a:buSzTx/>
              <a:buFontTx/>
              <a:buNone/>
              <a:tabLst/>
              <a:defRPr/>
            </a:pPr>
            <a:r>
              <a:rPr kumimoji="0" lang="en-GB" altLang="ja-JP" sz="2400" b="0" i="0" u="none" strike="noStrike" kern="1200" cap="none" spc="0" normalizeH="0" baseline="0" noProof="0" dirty="0">
                <a:ln>
                  <a:noFill/>
                </a:ln>
                <a:solidFill>
                  <a:prstClr val="black"/>
                </a:solidFill>
                <a:effectLst/>
                <a:uLnTx/>
                <a:uFillTx/>
                <a:ea typeface="+mn-ea"/>
                <a:cs typeface="Calibri"/>
              </a:rPr>
              <a:t>I majored in English linguistics in university.</a:t>
            </a:r>
          </a:p>
          <a:p>
            <a:pPr marL="12700" marR="0" lvl="0" indent="0" algn="l" defTabSz="914400" rtl="0" eaLnBrk="1" fontAlgn="auto" latinLnBrk="0" hangingPunct="1">
              <a:lnSpc>
                <a:spcPct val="100000"/>
              </a:lnSpc>
              <a:spcBef>
                <a:spcPts val="310"/>
              </a:spcBef>
              <a:spcAft>
                <a:spcPts val="0"/>
              </a:spcAft>
              <a:buClrTx/>
              <a:buSzTx/>
              <a:buFontTx/>
              <a:buNone/>
              <a:tabLst/>
              <a:defRPr/>
            </a:pPr>
            <a:r>
              <a:rPr lang="en-GB" altLang="ja-JP" sz="2400" dirty="0">
                <a:solidFill>
                  <a:prstClr val="black"/>
                </a:solidFill>
                <a:cs typeface="Calibri"/>
              </a:rPr>
              <a:t>The biggest lesson was that </a:t>
            </a:r>
            <a:r>
              <a:rPr lang="en-GB" altLang="ja-JP" sz="2400" b="1" dirty="0">
                <a:solidFill>
                  <a:prstClr val="black"/>
                </a:solidFill>
                <a:cs typeface="Calibri"/>
              </a:rPr>
              <a:t>comparison of one with another gives us insight into the essence of an object</a:t>
            </a:r>
            <a:r>
              <a:rPr lang="en-GB" altLang="ja-JP" sz="2400" dirty="0">
                <a:solidFill>
                  <a:prstClr val="black"/>
                </a:solidFill>
                <a:cs typeface="Calibri"/>
              </a:rPr>
              <a:t>.</a:t>
            </a:r>
          </a:p>
          <a:p>
            <a:pPr marL="12700" marR="0" lvl="0" indent="0" algn="l" defTabSz="914400" rtl="0" eaLnBrk="1" fontAlgn="auto" latinLnBrk="0" hangingPunct="1">
              <a:lnSpc>
                <a:spcPct val="100000"/>
              </a:lnSpc>
              <a:spcBef>
                <a:spcPts val="310"/>
              </a:spcBef>
              <a:spcAft>
                <a:spcPts val="0"/>
              </a:spcAft>
              <a:buClrTx/>
              <a:buSzTx/>
              <a:buFontTx/>
              <a:buNone/>
              <a:tabLst/>
              <a:defRPr/>
            </a:pPr>
            <a:r>
              <a:rPr lang="en-GB" altLang="ja-JP" sz="2400" dirty="0">
                <a:solidFill>
                  <a:prstClr val="black"/>
                </a:solidFill>
                <a:cs typeface="Calibri"/>
              </a:rPr>
              <a:t>The following saying vividly represents it.</a:t>
            </a:r>
          </a:p>
          <a:p>
            <a:pPr marL="12700" marR="0" lvl="0" indent="0" algn="l" defTabSz="914400" rtl="0" eaLnBrk="1" fontAlgn="auto" latinLnBrk="0" hangingPunct="1">
              <a:lnSpc>
                <a:spcPct val="100000"/>
              </a:lnSpc>
              <a:spcBef>
                <a:spcPts val="310"/>
              </a:spcBef>
              <a:spcAft>
                <a:spcPts val="0"/>
              </a:spcAft>
              <a:buClrTx/>
              <a:buSzTx/>
              <a:buFontTx/>
              <a:buNone/>
              <a:tabLst/>
              <a:defRPr/>
            </a:pPr>
            <a:endParaRPr kumimoji="0" lang="en-GB" altLang="ja-JP" sz="2400" b="0" i="0" u="none" strike="noStrike" kern="1200" cap="none" spc="0" normalizeH="0" baseline="0" noProof="0" dirty="0">
              <a:ln>
                <a:noFill/>
              </a:ln>
              <a:solidFill>
                <a:prstClr val="black"/>
              </a:solidFill>
              <a:effectLst/>
              <a:uLnTx/>
              <a:uFillTx/>
              <a:ea typeface="+mn-ea"/>
              <a:cs typeface="Calibri"/>
            </a:endParaRPr>
          </a:p>
          <a:p>
            <a:pPr marL="12700" indent="0">
              <a:lnSpc>
                <a:spcPct val="100000"/>
              </a:lnSpc>
              <a:spcBef>
                <a:spcPts val="310"/>
              </a:spcBef>
              <a:buNone/>
              <a:defRPr/>
            </a:pPr>
            <a:r>
              <a:rPr lang="en-GB" altLang="ja-JP" sz="2400" i="1" dirty="0">
                <a:solidFill>
                  <a:prstClr val="black"/>
                </a:solidFill>
                <a:cs typeface="Calibri"/>
              </a:rPr>
              <a:t>"He who knows no foreign language knows nothing of his mother tongue." </a:t>
            </a:r>
            <a:r>
              <a:rPr kumimoji="0" lang="en-GB" altLang="ja-JP" sz="2400" b="0" i="1" u="none" strike="noStrike" kern="1200" cap="none" spc="0" normalizeH="0" baseline="0" noProof="0" dirty="0">
                <a:ln>
                  <a:noFill/>
                </a:ln>
                <a:solidFill>
                  <a:prstClr val="black"/>
                </a:solidFill>
                <a:effectLst/>
                <a:uLnTx/>
                <a:uFillTx/>
                <a:ea typeface="+mn-ea"/>
                <a:cs typeface="Calibri"/>
              </a:rPr>
              <a:t>by  Johann Wolfgang von Goethe, the greatest writer in the Germanic language.</a:t>
            </a:r>
            <a:endParaRPr lang="en-GB" altLang="ja-JP" sz="2000" i="1" dirty="0">
              <a:solidFill>
                <a:prstClr val="black"/>
              </a:solidFill>
              <a:cs typeface="Calibri"/>
            </a:endParaRPr>
          </a:p>
        </p:txBody>
      </p:sp>
    </p:spTree>
    <p:extLst>
      <p:ext uri="{BB962C8B-B14F-4D97-AF65-F5344CB8AC3E}">
        <p14:creationId xmlns:p14="http://schemas.microsoft.com/office/powerpoint/2010/main" val="24523405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a:extLst>
            <a:ext uri="{FF2B5EF4-FFF2-40B4-BE49-F238E27FC236}">
              <a16:creationId xmlns:a16="http://schemas.microsoft.com/office/drawing/2014/main" id="{25460033-7C90-3793-4F85-8453284EADD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68C0A85-D606-731D-856E-FD5084C325F6}"/>
              </a:ext>
            </a:extLst>
          </p:cNvPr>
          <p:cNvSpPr>
            <a:spLocks noGrp="1"/>
          </p:cNvSpPr>
          <p:nvPr>
            <p:ph type="title"/>
          </p:nvPr>
        </p:nvSpPr>
        <p:spPr/>
        <p:txBody>
          <a:bodyPr/>
          <a:lstStyle/>
          <a:p>
            <a:pPr algn="ctr"/>
            <a:r>
              <a:rPr lang="en-GB" altLang="ja-JP" b="1" dirty="0">
                <a:latin typeface="Calibri (Headings)"/>
              </a:rPr>
              <a:t>1</a:t>
            </a:r>
            <a:r>
              <a:rPr lang="en-US" altLang="ja-JP" b="1" dirty="0">
                <a:latin typeface="Calibri (Headings)"/>
              </a:rPr>
              <a:t>. </a:t>
            </a:r>
            <a:r>
              <a:rPr lang="en-GB" altLang="ja-JP" b="1" dirty="0">
                <a:latin typeface="Calibri (Headings)"/>
                <a:sym typeface="Arial"/>
              </a:rPr>
              <a:t>The Object of Comparative Linguistics</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001BA983-FE21-E48D-3670-0803046BCA3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コンテンツ プレースホルダー 2">
            <a:extLst>
              <a:ext uri="{FF2B5EF4-FFF2-40B4-BE49-F238E27FC236}">
                <a16:creationId xmlns:a16="http://schemas.microsoft.com/office/drawing/2014/main" id="{5E1C64D7-B631-DEED-0472-B11D08371E59}"/>
              </a:ext>
            </a:extLst>
          </p:cNvPr>
          <p:cNvSpPr>
            <a:spLocks noGrp="1"/>
          </p:cNvSpPr>
          <p:nvPr>
            <p:ph idx="1"/>
          </p:nvPr>
        </p:nvSpPr>
        <p:spPr>
          <a:xfrm>
            <a:off x="838200" y="1825625"/>
            <a:ext cx="10515600" cy="4351338"/>
          </a:xfrm>
        </p:spPr>
        <p:txBody>
          <a:bodyPr>
            <a:normAutofit/>
          </a:bodyPr>
          <a:lstStyle/>
          <a:p>
            <a:pPr marL="12700" marR="0" lvl="0" indent="0" algn="l" defTabSz="914400" rtl="0" eaLnBrk="1" fontAlgn="auto" latinLnBrk="0" hangingPunct="1">
              <a:lnSpc>
                <a:spcPct val="100000"/>
              </a:lnSpc>
              <a:spcBef>
                <a:spcPts val="310"/>
              </a:spcBef>
              <a:spcAft>
                <a:spcPts val="0"/>
              </a:spcAft>
              <a:buClrTx/>
              <a:buSzTx/>
              <a:buFontTx/>
              <a:buNone/>
              <a:tabLst/>
              <a:defRPr/>
            </a:pPr>
            <a:r>
              <a:rPr lang="en-GB" altLang="ja-JP" sz="2400" dirty="0">
                <a:solidFill>
                  <a:prstClr val="black"/>
                </a:solidFill>
                <a:cs typeface="Calibri"/>
              </a:rPr>
              <a:t>As for natural languages, we are forced to be aware of the differences between the mother tongue and another language when we command any in learning, life, and at work, which provides us with deep insight into the identity of us and our language.</a:t>
            </a:r>
          </a:p>
          <a:p>
            <a:pPr marL="12700" marR="0" lvl="0" indent="0" algn="l" defTabSz="914400" rtl="0" eaLnBrk="1" fontAlgn="auto" latinLnBrk="0" hangingPunct="1">
              <a:lnSpc>
                <a:spcPct val="100000"/>
              </a:lnSpc>
              <a:spcBef>
                <a:spcPts val="310"/>
              </a:spcBef>
              <a:spcAft>
                <a:spcPts val="0"/>
              </a:spcAft>
              <a:buClrTx/>
              <a:buSzTx/>
              <a:buFontTx/>
              <a:buNone/>
              <a:tabLst/>
              <a:defRPr/>
            </a:pPr>
            <a:endParaRPr lang="en-GB" altLang="ja-JP" sz="2400" dirty="0">
              <a:solidFill>
                <a:prstClr val="black"/>
              </a:solidFill>
              <a:cs typeface="Calibri"/>
            </a:endParaRPr>
          </a:p>
          <a:p>
            <a:pPr marL="12700" marR="0" lvl="0" indent="0" algn="l" defTabSz="914400" rtl="0" eaLnBrk="1" fontAlgn="auto" latinLnBrk="0" hangingPunct="1">
              <a:lnSpc>
                <a:spcPct val="100000"/>
              </a:lnSpc>
              <a:spcBef>
                <a:spcPts val="310"/>
              </a:spcBef>
              <a:spcAft>
                <a:spcPts val="0"/>
              </a:spcAft>
              <a:buClrTx/>
              <a:buSzTx/>
              <a:buFontTx/>
              <a:buNone/>
              <a:tabLst/>
              <a:defRPr/>
            </a:pPr>
            <a:r>
              <a:rPr lang="en-US" altLang="ja-JP" sz="2400" dirty="0">
                <a:solidFill>
                  <a:prstClr val="black"/>
                </a:solidFill>
                <a:cs typeface="Calibri"/>
              </a:rPr>
              <a:t>※</a:t>
            </a:r>
            <a:r>
              <a:rPr lang="en-GB" altLang="ja-JP" sz="2400" dirty="0">
                <a:solidFill>
                  <a:prstClr val="black"/>
                </a:solidFill>
                <a:cs typeface="Calibri"/>
              </a:rPr>
              <a:t> For the details, refer to </a:t>
            </a:r>
            <a:r>
              <a:rPr lang="en-GB" altLang="ja-JP" sz="2400" i="1" dirty="0">
                <a:solidFill>
                  <a:prstClr val="black"/>
                </a:solidFill>
                <a:cs typeface="Calibri"/>
                <a:hlinkClick r:id="rId3"/>
              </a:rPr>
              <a:t>Dive Deeper into Present-Day English Vol.5 -Hidden Feature of Language-</a:t>
            </a:r>
            <a:r>
              <a:rPr lang="en-GB" altLang="ja-JP" sz="2400" dirty="0">
                <a:solidFill>
                  <a:prstClr val="black"/>
                </a:solidFill>
                <a:cs typeface="Calibri"/>
              </a:rPr>
              <a:t>.</a:t>
            </a:r>
          </a:p>
        </p:txBody>
      </p:sp>
    </p:spTree>
    <p:extLst>
      <p:ext uri="{BB962C8B-B14F-4D97-AF65-F5344CB8AC3E}">
        <p14:creationId xmlns:p14="http://schemas.microsoft.com/office/powerpoint/2010/main" val="1056445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a:extLst>
            <a:ext uri="{FF2B5EF4-FFF2-40B4-BE49-F238E27FC236}">
              <a16:creationId xmlns:a16="http://schemas.microsoft.com/office/drawing/2014/main" id="{1FE822A0-0A34-083D-4156-1886A327274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B0B9A28-774F-DCFB-4985-C189412A0D62}"/>
              </a:ext>
            </a:extLst>
          </p:cNvPr>
          <p:cNvSpPr>
            <a:spLocks noGrp="1"/>
          </p:cNvSpPr>
          <p:nvPr>
            <p:ph type="title"/>
          </p:nvPr>
        </p:nvSpPr>
        <p:spPr/>
        <p:txBody>
          <a:bodyPr/>
          <a:lstStyle/>
          <a:p>
            <a:pPr algn="ctr"/>
            <a:r>
              <a:rPr lang="en-GB" altLang="ja-JP" b="1" dirty="0">
                <a:latin typeface="Calibri (Headings)"/>
              </a:rPr>
              <a:t>1</a:t>
            </a:r>
            <a:r>
              <a:rPr lang="en-US" altLang="ja-JP" b="1" dirty="0">
                <a:latin typeface="Calibri (Headings)"/>
              </a:rPr>
              <a:t>. </a:t>
            </a:r>
            <a:r>
              <a:rPr lang="en-GB" altLang="ja-JP" b="1" dirty="0">
                <a:latin typeface="Calibri (Headings)"/>
                <a:sym typeface="Arial"/>
              </a:rPr>
              <a:t>The Object of Comparative Linguistics</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14C07C25-8111-6ABA-DE2E-7CF60BD0154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コンテンツ プレースホルダー 2">
            <a:extLst>
              <a:ext uri="{FF2B5EF4-FFF2-40B4-BE49-F238E27FC236}">
                <a16:creationId xmlns:a16="http://schemas.microsoft.com/office/drawing/2014/main" id="{E37C5E12-13F5-D29C-10CD-F90997BCDC5A}"/>
              </a:ext>
            </a:extLst>
          </p:cNvPr>
          <p:cNvSpPr>
            <a:spLocks noGrp="1"/>
          </p:cNvSpPr>
          <p:nvPr>
            <p:ph idx="1"/>
          </p:nvPr>
        </p:nvSpPr>
        <p:spPr>
          <a:xfrm>
            <a:off x="838200" y="1825625"/>
            <a:ext cx="10515600" cy="4351338"/>
          </a:xfrm>
        </p:spPr>
        <p:txBody>
          <a:bodyPr>
            <a:normAutofit/>
          </a:bodyPr>
          <a:lstStyle/>
          <a:p>
            <a:pPr marL="12700" marR="0" lvl="0" indent="0" algn="l" defTabSz="914400" rtl="0" eaLnBrk="1" fontAlgn="auto" latinLnBrk="0" hangingPunct="1">
              <a:lnSpc>
                <a:spcPct val="100000"/>
              </a:lnSpc>
              <a:spcBef>
                <a:spcPts val="310"/>
              </a:spcBef>
              <a:spcAft>
                <a:spcPts val="0"/>
              </a:spcAft>
              <a:buClrTx/>
              <a:buSzTx/>
              <a:buFontTx/>
              <a:buNone/>
              <a:tabLst/>
              <a:defRPr/>
            </a:pPr>
            <a:r>
              <a:rPr lang="en-GB" altLang="ja-JP" sz="2400" dirty="0">
                <a:solidFill>
                  <a:prstClr val="black"/>
                </a:solidFill>
                <a:cs typeface="Calibri"/>
              </a:rPr>
              <a:t>Regarding programming languages, Mr.</a:t>
            </a:r>
            <a:r>
              <a:rPr lang="ja-JP" altLang="en-US" sz="2400" dirty="0">
                <a:solidFill>
                  <a:prstClr val="black"/>
                </a:solidFill>
                <a:cs typeface="Calibri"/>
              </a:rPr>
              <a:t> </a:t>
            </a:r>
            <a:r>
              <a:rPr lang="en-GB" altLang="ja-JP" sz="2400" dirty="0">
                <a:solidFill>
                  <a:prstClr val="black"/>
                </a:solidFill>
                <a:cs typeface="Calibri"/>
              </a:rPr>
              <a:t>Anders Norås mentions almost the same experience on </a:t>
            </a:r>
            <a:r>
              <a:rPr lang="en-GB" altLang="ja-JP" sz="2400" i="1" dirty="0">
                <a:solidFill>
                  <a:prstClr val="black"/>
                </a:solidFill>
                <a:cs typeface="Calibri"/>
                <a:hlinkClick r:id="rId3"/>
              </a:rPr>
              <a:t>97 Things Every Programmer Should Know &gt; 27. Don't Just Learn the Language, Understand its Culture</a:t>
            </a:r>
            <a:r>
              <a:rPr lang="en-GB" altLang="ja-JP" sz="2400" dirty="0">
                <a:solidFill>
                  <a:prstClr val="black"/>
                </a:solidFill>
                <a:cs typeface="Calibri"/>
              </a:rPr>
              <a:t>.</a:t>
            </a:r>
          </a:p>
          <a:p>
            <a:pPr marL="12700" marR="0" lvl="0" indent="0" algn="l" defTabSz="914400" rtl="0" eaLnBrk="1" fontAlgn="auto" latinLnBrk="0" hangingPunct="1">
              <a:lnSpc>
                <a:spcPct val="100000"/>
              </a:lnSpc>
              <a:spcBef>
                <a:spcPts val="310"/>
              </a:spcBef>
              <a:spcAft>
                <a:spcPts val="0"/>
              </a:spcAft>
              <a:buClrTx/>
              <a:buSzTx/>
              <a:buFontTx/>
              <a:buNone/>
              <a:tabLst/>
              <a:defRPr/>
            </a:pPr>
            <a:endParaRPr lang="en-GB" altLang="ja-JP" sz="2400" dirty="0">
              <a:solidFill>
                <a:prstClr val="black"/>
              </a:solidFill>
              <a:cs typeface="Calibri"/>
            </a:endParaRPr>
          </a:p>
          <a:p>
            <a:pPr marL="12700" marR="0" lvl="0" indent="0" algn="l" defTabSz="914400" rtl="0" eaLnBrk="1" fontAlgn="auto" latinLnBrk="0" hangingPunct="1">
              <a:lnSpc>
                <a:spcPct val="100000"/>
              </a:lnSpc>
              <a:spcBef>
                <a:spcPts val="310"/>
              </a:spcBef>
              <a:spcAft>
                <a:spcPts val="0"/>
              </a:spcAft>
              <a:buClrTx/>
              <a:buSzTx/>
              <a:buFontTx/>
              <a:buNone/>
              <a:tabLst/>
              <a:defRPr/>
            </a:pPr>
            <a:r>
              <a:rPr lang="en-GB" altLang="ja-JP" sz="2400" i="1" dirty="0">
                <a:solidFill>
                  <a:prstClr val="black"/>
                </a:solidFill>
                <a:cs typeface="Calibri"/>
              </a:rPr>
              <a:t>In their seminal book, The Pragmatic Programmer, Andy Hunt and Dave Thomas encourage us to learn a new programming language every year. I've tried to live by their advice and throughout the years I've had the experience of programming in many languages. My most important lesson from my polyglot adventures is that </a:t>
            </a:r>
            <a:r>
              <a:rPr lang="en-GB" altLang="ja-JP" sz="2400" b="1" i="1" dirty="0">
                <a:solidFill>
                  <a:prstClr val="black"/>
                </a:solidFill>
                <a:cs typeface="Calibri"/>
              </a:rPr>
              <a:t>it takes more than just learning the syntax to learn a language: You need to understand its culture</a:t>
            </a:r>
            <a:r>
              <a:rPr lang="en-GB" altLang="ja-JP" sz="2400" i="1" dirty="0">
                <a:solidFill>
                  <a:prstClr val="black"/>
                </a:solidFill>
                <a:cs typeface="Calibri"/>
              </a:rPr>
              <a:t>.</a:t>
            </a:r>
          </a:p>
        </p:txBody>
      </p:sp>
    </p:spTree>
    <p:extLst>
      <p:ext uri="{BB962C8B-B14F-4D97-AF65-F5344CB8AC3E}">
        <p14:creationId xmlns:p14="http://schemas.microsoft.com/office/powerpoint/2010/main" val="4948582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a:extLst>
            <a:ext uri="{FF2B5EF4-FFF2-40B4-BE49-F238E27FC236}">
              <a16:creationId xmlns:a16="http://schemas.microsoft.com/office/drawing/2014/main" id="{CC693665-8687-9462-4AF7-8221D2F13BD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DA25554-E472-1D53-D8C3-88BC39ABF861}"/>
              </a:ext>
            </a:extLst>
          </p:cNvPr>
          <p:cNvSpPr>
            <a:spLocks noGrp="1"/>
          </p:cNvSpPr>
          <p:nvPr>
            <p:ph type="title"/>
          </p:nvPr>
        </p:nvSpPr>
        <p:spPr/>
        <p:txBody>
          <a:bodyPr/>
          <a:lstStyle/>
          <a:p>
            <a:pPr algn="ctr"/>
            <a:r>
              <a:rPr lang="en-GB" altLang="ja-JP" b="1" dirty="0">
                <a:latin typeface="Calibri (Headings)"/>
              </a:rPr>
              <a:t>1</a:t>
            </a:r>
            <a:r>
              <a:rPr lang="en-US" altLang="ja-JP" b="1" dirty="0">
                <a:latin typeface="Calibri (Headings)"/>
              </a:rPr>
              <a:t>. </a:t>
            </a:r>
            <a:r>
              <a:rPr lang="en-GB" altLang="ja-JP" b="1" dirty="0">
                <a:latin typeface="Calibri (Headings)"/>
                <a:sym typeface="Arial"/>
              </a:rPr>
              <a:t>The Object of Comparative Linguistics</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CEBE9DEF-01DE-13F8-1521-6829D79AD7F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コンテンツ プレースホルダー 2">
            <a:extLst>
              <a:ext uri="{FF2B5EF4-FFF2-40B4-BE49-F238E27FC236}">
                <a16:creationId xmlns:a16="http://schemas.microsoft.com/office/drawing/2014/main" id="{B3C80C53-64BF-2685-2922-C3800BEA3B2A}"/>
              </a:ext>
            </a:extLst>
          </p:cNvPr>
          <p:cNvSpPr>
            <a:spLocks noGrp="1"/>
          </p:cNvSpPr>
          <p:nvPr>
            <p:ph idx="1"/>
          </p:nvPr>
        </p:nvSpPr>
        <p:spPr>
          <a:xfrm>
            <a:off x="838200" y="1825625"/>
            <a:ext cx="10515600" cy="4351338"/>
          </a:xfrm>
        </p:spPr>
        <p:txBody>
          <a:bodyPr>
            <a:normAutofit/>
          </a:bodyPr>
          <a:lstStyle/>
          <a:p>
            <a:pPr marL="12700" marR="0" lvl="0" indent="0" algn="l" defTabSz="914400" rtl="0" eaLnBrk="1" fontAlgn="auto" latinLnBrk="0" hangingPunct="1">
              <a:lnSpc>
                <a:spcPct val="100000"/>
              </a:lnSpc>
              <a:spcBef>
                <a:spcPts val="310"/>
              </a:spcBef>
              <a:spcAft>
                <a:spcPts val="0"/>
              </a:spcAft>
              <a:buClrTx/>
              <a:buSzTx/>
              <a:buFontTx/>
              <a:buNone/>
              <a:tabLst/>
              <a:defRPr/>
            </a:pPr>
            <a:r>
              <a:rPr lang="en-GB" altLang="ja-JP" sz="2400" dirty="0">
                <a:solidFill>
                  <a:prstClr val="black"/>
                </a:solidFill>
                <a:cs typeface="Calibri"/>
              </a:rPr>
              <a:t>Nowadays, width and depth of responsibility of software engineers gets so greater that we cannot help feeling like being able to command multiple numbers of programming language is the de facto standard, as it were.</a:t>
            </a:r>
          </a:p>
          <a:p>
            <a:pPr marL="12700" marR="0" lvl="0" indent="0" algn="l" defTabSz="914400" rtl="0" eaLnBrk="1" fontAlgn="auto" latinLnBrk="0" hangingPunct="1">
              <a:lnSpc>
                <a:spcPct val="100000"/>
              </a:lnSpc>
              <a:spcBef>
                <a:spcPts val="310"/>
              </a:spcBef>
              <a:spcAft>
                <a:spcPts val="0"/>
              </a:spcAft>
              <a:buClrTx/>
              <a:buSzTx/>
              <a:buFontTx/>
              <a:buNone/>
              <a:tabLst/>
              <a:defRPr/>
            </a:pPr>
            <a:r>
              <a:rPr lang="en-GB" altLang="ja-JP" sz="2400" dirty="0">
                <a:solidFill>
                  <a:prstClr val="black"/>
                </a:solidFill>
                <a:cs typeface="Calibri"/>
              </a:rPr>
              <a:t>Such requirement supplies </a:t>
            </a:r>
            <a:r>
              <a:rPr lang="en-GB" altLang="ja-JP" sz="2400" b="1" dirty="0">
                <a:solidFill>
                  <a:prstClr val="black"/>
                </a:solidFill>
                <a:cs typeface="Calibri"/>
              </a:rPr>
              <a:t>more deep understanding of the first acquired language than skillset itself</a:t>
            </a:r>
            <a:r>
              <a:rPr lang="en-GB" altLang="ja-JP" sz="2400" dirty="0">
                <a:solidFill>
                  <a:prstClr val="black"/>
                </a:solidFill>
                <a:cs typeface="Calibri"/>
              </a:rPr>
              <a:t>.</a:t>
            </a:r>
          </a:p>
          <a:p>
            <a:pPr marL="12700" marR="0" lvl="0" indent="0" algn="l" defTabSz="914400" rtl="0" eaLnBrk="1" fontAlgn="auto" latinLnBrk="0" hangingPunct="1">
              <a:lnSpc>
                <a:spcPct val="100000"/>
              </a:lnSpc>
              <a:spcBef>
                <a:spcPts val="310"/>
              </a:spcBef>
              <a:spcAft>
                <a:spcPts val="0"/>
              </a:spcAft>
              <a:buClrTx/>
              <a:buSzTx/>
              <a:buFontTx/>
              <a:buNone/>
              <a:tabLst/>
              <a:defRPr/>
            </a:pPr>
            <a:endParaRPr lang="en-GB" altLang="ja-JP" sz="2400" dirty="0">
              <a:solidFill>
                <a:prstClr val="black"/>
              </a:solidFill>
              <a:cs typeface="Calibri"/>
            </a:endParaRPr>
          </a:p>
          <a:p>
            <a:pPr marL="12700" marR="0" lvl="0" indent="0" algn="l" defTabSz="914400" rtl="0" eaLnBrk="1" fontAlgn="auto" latinLnBrk="0" hangingPunct="1">
              <a:lnSpc>
                <a:spcPct val="100000"/>
              </a:lnSpc>
              <a:spcBef>
                <a:spcPts val="310"/>
              </a:spcBef>
              <a:spcAft>
                <a:spcPts val="0"/>
              </a:spcAft>
              <a:buClrTx/>
              <a:buSzTx/>
              <a:buFontTx/>
              <a:buNone/>
              <a:tabLst/>
              <a:defRPr/>
            </a:pPr>
            <a:r>
              <a:rPr lang="en-GB" altLang="ja-JP" sz="2400" dirty="0">
                <a:solidFill>
                  <a:prstClr val="black"/>
                </a:solidFill>
                <a:cs typeface="Calibri"/>
              </a:rPr>
              <a:t>LT physically restricts the upper limit of allocated time, so I focus on </a:t>
            </a:r>
            <a:r>
              <a:rPr lang="en-GB" altLang="ja-JP" sz="2400" b="1" dirty="0">
                <a:solidFill>
                  <a:prstClr val="black"/>
                </a:solidFill>
                <a:cs typeface="Calibri"/>
              </a:rPr>
              <a:t>pulling a trigger of awareness of what Ruby is</a:t>
            </a:r>
            <a:r>
              <a:rPr lang="en-GB" altLang="ja-JP" sz="2400" dirty="0">
                <a:solidFill>
                  <a:prstClr val="black"/>
                </a:solidFill>
                <a:cs typeface="Calibri"/>
              </a:rPr>
              <a:t>, my (and audience's) main programming language.</a:t>
            </a:r>
          </a:p>
        </p:txBody>
      </p:sp>
    </p:spTree>
    <p:extLst>
      <p:ext uri="{BB962C8B-B14F-4D97-AF65-F5344CB8AC3E}">
        <p14:creationId xmlns:p14="http://schemas.microsoft.com/office/powerpoint/2010/main" val="38107524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normAutofit/>
          </a:bodyPr>
          <a:lstStyle/>
          <a:p>
            <a:pPr algn="ctr"/>
            <a:r>
              <a:rPr lang="en-US" altLang="ja-JP" sz="3800" b="1" dirty="0">
                <a:latin typeface="+mn-lt"/>
              </a:rPr>
              <a:t>2. </a:t>
            </a:r>
            <a:r>
              <a:rPr lang="en-GB" altLang="ja-JP" sz="3800" b="1" dirty="0">
                <a:latin typeface="+mn-lt"/>
                <a:sym typeface="Arial"/>
              </a:rPr>
              <a:t>3 Common Features between Ruby and Python</a:t>
            </a:r>
            <a:endParaRPr lang="en-GB" sz="3800" b="1" dirty="0">
              <a:latin typeface="+mn-lt"/>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111543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kumimoji="0" lang="en-US" altLang="ja-JP"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2. </a:t>
            </a:r>
            <a:r>
              <a:rPr kumimoji="0" lang="en-GB" altLang="ja-JP"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3 Common Features between Ruby and Python</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12700" marR="5080" lvl="0" indent="0" algn="l" defTabSz="914400" rtl="0" eaLnBrk="1" fontAlgn="auto" latinLnBrk="0" hangingPunct="1">
              <a:lnSpc>
                <a:spcPts val="2590"/>
              </a:lnSpc>
              <a:spcBef>
                <a:spcPts val="425"/>
              </a:spcBef>
              <a:spcAft>
                <a:spcPts val="0"/>
              </a:spcAft>
              <a:buClrTx/>
              <a:buSzTx/>
              <a:buFontTx/>
              <a:buNone/>
              <a:tabLst/>
              <a:defRPr/>
            </a:pPr>
            <a:r>
              <a:rPr kumimoji="0" lang="en-GB" altLang="ja-JP" sz="2400" b="0" i="0" u="none" strike="noStrike" kern="1200" cap="none" spc="0" normalizeH="0" baseline="0" noProof="0" dirty="0">
                <a:ln>
                  <a:noFill/>
                </a:ln>
                <a:solidFill>
                  <a:prstClr val="black"/>
                </a:solidFill>
                <a:effectLst/>
                <a:uLnTx/>
                <a:uFillTx/>
                <a:ea typeface="+mn-ea"/>
                <a:cs typeface="Yu Gothic"/>
              </a:rPr>
              <a:t>Ruby </a:t>
            </a:r>
            <a:r>
              <a:rPr lang="en-GB" altLang="ja-JP" sz="2400" dirty="0">
                <a:solidFill>
                  <a:prstClr val="black"/>
                </a:solidFill>
                <a:cs typeface="Yu Gothic"/>
              </a:rPr>
              <a:t>and</a:t>
            </a:r>
            <a:r>
              <a:rPr kumimoji="0" lang="en-GB" altLang="ja-JP" sz="2400" b="0" i="0" u="none" strike="noStrike" kern="1200" cap="none" spc="0" normalizeH="0" baseline="0" noProof="0" dirty="0">
                <a:ln>
                  <a:noFill/>
                </a:ln>
                <a:solidFill>
                  <a:prstClr val="black"/>
                </a:solidFill>
                <a:effectLst/>
                <a:uLnTx/>
                <a:uFillTx/>
                <a:ea typeface="+mn-ea"/>
                <a:cs typeface="Yu Gothic"/>
              </a:rPr>
              <a:t> Python share the following 3 features.</a:t>
            </a:r>
            <a:endParaRPr kumimoji="0" lang="ja-JP" altLang="en-US" sz="2400" b="0" i="0" u="none" strike="noStrike" kern="1200" cap="none" spc="0" normalizeH="0" baseline="0" noProof="0" dirty="0">
              <a:ln>
                <a:noFill/>
              </a:ln>
              <a:solidFill>
                <a:prstClr val="black"/>
              </a:solidFill>
              <a:effectLst/>
              <a:uLnTx/>
              <a:uFillTx/>
              <a:ea typeface="+mn-ea"/>
              <a:cs typeface="Yu Gothic"/>
            </a:endParaRPr>
          </a:p>
          <a:p>
            <a:pPr marL="0" marR="0" lvl="0" indent="0" algn="l" defTabSz="914400" rtl="0" eaLnBrk="1" fontAlgn="auto" latinLnBrk="0" hangingPunct="1">
              <a:lnSpc>
                <a:spcPct val="100000"/>
              </a:lnSpc>
              <a:spcBef>
                <a:spcPts val="20"/>
              </a:spcBef>
              <a:spcAft>
                <a:spcPts val="0"/>
              </a:spcAft>
              <a:buClrTx/>
              <a:buSzTx/>
              <a:buFontTx/>
              <a:buNone/>
              <a:tabLst/>
              <a:defRPr/>
            </a:pPr>
            <a:endParaRPr kumimoji="0" lang="ja-JP" altLang="en-US" sz="2250" b="0" i="0" u="none" strike="noStrike" kern="1200" cap="none" spc="0" normalizeH="0" baseline="0" noProof="0" dirty="0">
              <a:ln>
                <a:noFill/>
              </a:ln>
              <a:solidFill>
                <a:prstClr val="black"/>
              </a:solidFill>
              <a:effectLst/>
              <a:uLnTx/>
              <a:uFillTx/>
              <a:ea typeface="+mn-ea"/>
              <a:cs typeface="Yu Gothic"/>
            </a:endParaRPr>
          </a:p>
          <a:p>
            <a:pPr marL="374015" marR="0" lvl="0" indent="-361950" algn="l" defTabSz="914400" rtl="0" eaLnBrk="1" fontAlgn="auto" latinLnBrk="0" hangingPunct="1">
              <a:lnSpc>
                <a:spcPct val="100000"/>
              </a:lnSpc>
              <a:spcBef>
                <a:spcPts val="0"/>
              </a:spcBef>
              <a:spcAft>
                <a:spcPts val="0"/>
              </a:spcAft>
              <a:buClr>
                <a:srgbClr val="000000"/>
              </a:buClr>
              <a:buSzTx/>
              <a:buFont typeface="Calibri"/>
              <a:buAutoNum type="arabicPeriod"/>
              <a:tabLst>
                <a:tab pos="374650" algn="l"/>
              </a:tabLst>
              <a:defRPr/>
            </a:pPr>
            <a:r>
              <a:rPr kumimoji="0" lang="en-GB" altLang="ja-JP" sz="2400" b="1" i="0" u="heavy" strike="noStrike" kern="1200" cap="none" spc="0" normalizeH="0" baseline="0" noProof="0" dirty="0">
                <a:ln>
                  <a:noFill/>
                </a:ln>
                <a:solidFill>
                  <a:srgbClr val="0462C1"/>
                </a:solidFill>
                <a:effectLst/>
                <a:uLnTx/>
                <a:uFill>
                  <a:solidFill>
                    <a:srgbClr val="0462C1"/>
                  </a:solidFill>
                </a:uFill>
                <a:ea typeface="+mn-ea"/>
                <a:cs typeface="Yu Gothic"/>
                <a:hlinkClick r:id="rId3"/>
              </a:rPr>
              <a:t>Object-Oriented</a:t>
            </a:r>
            <a:endParaRPr kumimoji="0" lang="ja-JP" altLang="en-US" sz="2400" b="0" i="0" u="none" strike="noStrike" kern="1200" cap="none" spc="0" normalizeH="0" baseline="0" noProof="0" dirty="0">
              <a:ln>
                <a:noFill/>
              </a:ln>
              <a:solidFill>
                <a:prstClr val="black"/>
              </a:solidFill>
              <a:effectLst/>
              <a:uLnTx/>
              <a:uFillTx/>
              <a:ea typeface="+mn-ea"/>
              <a:cs typeface="Yu Gothic"/>
            </a:endParaRPr>
          </a:p>
          <a:p>
            <a:pPr marL="374015" marR="0" lvl="0" indent="-361950" algn="l" defTabSz="914400" rtl="0" eaLnBrk="1" fontAlgn="auto" latinLnBrk="0" hangingPunct="1">
              <a:lnSpc>
                <a:spcPct val="100000"/>
              </a:lnSpc>
              <a:spcBef>
                <a:spcPts val="710"/>
              </a:spcBef>
              <a:spcAft>
                <a:spcPts val="0"/>
              </a:spcAft>
              <a:buClr>
                <a:srgbClr val="000000"/>
              </a:buClr>
              <a:buSzTx/>
              <a:buFont typeface="Calibri"/>
              <a:buAutoNum type="arabicPeriod"/>
              <a:tabLst>
                <a:tab pos="374650" algn="l"/>
              </a:tabLst>
              <a:defRPr/>
            </a:pPr>
            <a:r>
              <a:rPr kumimoji="0" lang="en-GB" altLang="ja-JP" sz="2400" b="1" i="0" u="heavy" strike="noStrike" kern="1200" cap="none" spc="-5" normalizeH="0" baseline="0" noProof="0" dirty="0">
                <a:ln>
                  <a:noFill/>
                </a:ln>
                <a:solidFill>
                  <a:srgbClr val="0462C1"/>
                </a:solidFill>
                <a:effectLst/>
                <a:uLnTx/>
                <a:uFill>
                  <a:solidFill>
                    <a:srgbClr val="0462C1"/>
                  </a:solidFill>
                </a:uFill>
                <a:ea typeface="+mn-ea"/>
                <a:cs typeface="Yu Gothic"/>
                <a:hlinkClick r:id="rId4"/>
              </a:rPr>
              <a:t>Dynamic Typing</a:t>
            </a:r>
            <a:endParaRPr kumimoji="0" lang="en-GB" altLang="ja-JP" sz="2400" b="1" i="0" u="heavy" strike="noStrike" kern="1200" cap="none" spc="-5" normalizeH="0" baseline="0" noProof="0" dirty="0">
              <a:ln>
                <a:noFill/>
              </a:ln>
              <a:solidFill>
                <a:srgbClr val="0462C1"/>
              </a:solidFill>
              <a:effectLst/>
              <a:uLnTx/>
              <a:uFill>
                <a:solidFill>
                  <a:srgbClr val="0462C1"/>
                </a:solidFill>
              </a:uFill>
              <a:ea typeface="+mn-ea"/>
              <a:cs typeface="Yu Gothic"/>
            </a:endParaRPr>
          </a:p>
          <a:p>
            <a:pPr marL="374015" marR="0" lvl="0" indent="-361950" algn="l" defTabSz="914400" rtl="0" eaLnBrk="1" fontAlgn="auto" latinLnBrk="0" hangingPunct="1">
              <a:lnSpc>
                <a:spcPct val="100000"/>
              </a:lnSpc>
              <a:spcBef>
                <a:spcPts val="710"/>
              </a:spcBef>
              <a:spcAft>
                <a:spcPts val="0"/>
              </a:spcAft>
              <a:buClr>
                <a:srgbClr val="000000"/>
              </a:buClr>
              <a:buSzTx/>
              <a:buFont typeface="Calibri"/>
              <a:buAutoNum type="arabicPeriod"/>
              <a:tabLst>
                <a:tab pos="374650" algn="l"/>
              </a:tabLst>
              <a:defRPr/>
            </a:pPr>
            <a:r>
              <a:rPr lang="en-GB" altLang="ja-JP" sz="2400" b="1" spc="-5" dirty="0">
                <a:solidFill>
                  <a:srgbClr val="0462C1"/>
                </a:solidFill>
                <a:uFill>
                  <a:solidFill>
                    <a:srgbClr val="0462C1"/>
                  </a:solidFill>
                </a:uFill>
                <a:cs typeface="Yu Gothic"/>
                <a:hlinkClick r:id="rId5" action="ppaction://hlinksldjump"/>
              </a:rPr>
              <a:t>Values Developer's Experience</a:t>
            </a:r>
            <a:endParaRPr kumimoji="0" lang="ja-JP" altLang="en-US" sz="2400" b="0" i="0" strike="noStrike" kern="1200" cap="none" spc="0" normalizeH="0" baseline="0" noProof="0" dirty="0">
              <a:ln>
                <a:noFill/>
              </a:ln>
              <a:solidFill>
                <a:prstClr val="black"/>
              </a:solidFill>
              <a:effectLst/>
              <a:uLnTx/>
              <a:uFillTx/>
              <a:ea typeface="+mn-ea"/>
              <a:cs typeface="Yu Gothic"/>
            </a:endParaRPr>
          </a:p>
        </p:txBody>
      </p:sp>
    </p:spTree>
    <p:extLst>
      <p:ext uri="{BB962C8B-B14F-4D97-AF65-F5344CB8AC3E}">
        <p14:creationId xmlns:p14="http://schemas.microsoft.com/office/powerpoint/2010/main" val="12350125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kumimoji="0" lang="en-US" altLang="ja-JP"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2. </a:t>
            </a:r>
            <a:r>
              <a:rPr kumimoji="0" lang="en-GB" altLang="ja-JP"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3 Common Features between Ruby and Python</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fontScale="62500" lnSpcReduction="20000"/>
          </a:bodyPr>
          <a:lstStyle/>
          <a:p>
            <a:pPr marL="12700" marR="0" lvl="0" indent="0" algn="just" defTabSz="914400" rtl="0" eaLnBrk="1" fontAlgn="auto" latinLnBrk="0" hangingPunct="1">
              <a:lnSpc>
                <a:spcPct val="100000"/>
              </a:lnSpc>
              <a:spcBef>
                <a:spcPts val="955"/>
              </a:spcBef>
              <a:spcAft>
                <a:spcPts val="0"/>
              </a:spcAft>
              <a:buClrTx/>
              <a:buSzTx/>
              <a:buFontTx/>
              <a:buNone/>
              <a:tabLst/>
              <a:defRPr/>
            </a:pPr>
            <a:r>
              <a:rPr kumimoji="0" lang="ja-JP" altLang="en-US" sz="2800" b="1" i="0" u="none" strike="noStrike" kern="1200" cap="none" spc="-5" normalizeH="0" baseline="0" noProof="0" dirty="0">
                <a:ln>
                  <a:noFill/>
                </a:ln>
                <a:solidFill>
                  <a:prstClr val="black"/>
                </a:solidFill>
                <a:effectLst/>
                <a:uLnTx/>
                <a:uFillTx/>
                <a:cs typeface="Yu Gothic"/>
              </a:rPr>
              <a:t>①</a:t>
            </a:r>
            <a:r>
              <a:rPr kumimoji="0" lang="ja-JP" altLang="en-US" sz="2800" b="1" i="0" u="none" strike="noStrike" kern="1200" cap="none" spc="-165" normalizeH="0" baseline="0" noProof="0" dirty="0">
                <a:ln>
                  <a:noFill/>
                </a:ln>
                <a:solidFill>
                  <a:prstClr val="black"/>
                </a:solidFill>
                <a:effectLst/>
                <a:uLnTx/>
                <a:uFillTx/>
                <a:cs typeface="Yu Gothic"/>
              </a:rPr>
              <a:t> </a:t>
            </a:r>
            <a:r>
              <a:rPr kumimoji="0" lang="en-GB" altLang="ja-JP" sz="2800" b="1" i="0" u="none" strike="noStrike" kern="1200" cap="none" spc="-5" normalizeH="0" baseline="0" noProof="0" dirty="0">
                <a:ln>
                  <a:noFill/>
                </a:ln>
                <a:solidFill>
                  <a:prstClr val="black"/>
                </a:solidFill>
                <a:effectLst/>
                <a:uLnTx/>
                <a:uFillTx/>
                <a:cs typeface="Yu Gothic"/>
              </a:rPr>
              <a:t>Object-Oriented</a:t>
            </a:r>
            <a:endParaRPr kumimoji="0" lang="ja-JP" altLang="en-US" sz="2800" b="0" i="0" u="none" strike="noStrike" kern="1200" cap="none" spc="0" normalizeH="0" baseline="0" noProof="0" dirty="0">
              <a:ln>
                <a:noFill/>
              </a:ln>
              <a:solidFill>
                <a:prstClr val="black"/>
              </a:solidFill>
              <a:effectLst/>
              <a:uLnTx/>
              <a:uFillTx/>
              <a:cs typeface="Yu Gothic"/>
            </a:endParaRPr>
          </a:p>
          <a:p>
            <a:pPr marL="12700" marR="158750" lvl="0" indent="0" algn="just" defTabSz="914400" rtl="0" eaLnBrk="1" fontAlgn="auto" latinLnBrk="0" hangingPunct="1">
              <a:lnSpc>
                <a:spcPts val="2590"/>
              </a:lnSpc>
              <a:spcBef>
                <a:spcPts val="1070"/>
              </a:spcBef>
              <a:spcAft>
                <a:spcPts val="0"/>
              </a:spcAft>
              <a:buClrTx/>
              <a:buSzTx/>
              <a:buFontTx/>
              <a:buNone/>
              <a:tabLst/>
              <a:defRPr/>
            </a:pPr>
            <a:r>
              <a:rPr kumimoji="0" lang="en-GB" altLang="ja-JP" sz="2400" b="0" i="0" u="none" strike="noStrike" kern="1200" cap="none" spc="0" normalizeH="0" baseline="0" noProof="0" dirty="0">
                <a:ln>
                  <a:noFill/>
                </a:ln>
                <a:solidFill>
                  <a:prstClr val="black"/>
                </a:solidFill>
                <a:effectLst/>
                <a:uLnTx/>
                <a:uFillTx/>
                <a:cs typeface="Yu Gothic"/>
              </a:rPr>
              <a:t>There are the following 3 principles.</a:t>
            </a:r>
            <a:endParaRPr kumimoji="0" lang="ja-JP" altLang="en-US" sz="2400" b="0" i="0" u="none" strike="noStrike" kern="1200" cap="none" spc="0" normalizeH="0" baseline="0" noProof="0" dirty="0">
              <a:ln>
                <a:noFill/>
              </a:ln>
              <a:solidFill>
                <a:prstClr val="black"/>
              </a:solidFill>
              <a:effectLst/>
              <a:uLnTx/>
              <a:uFillTx/>
              <a:cs typeface="Yu Gothic"/>
            </a:endParaRPr>
          </a:p>
          <a:p>
            <a:pPr marL="357188" marR="158750" lvl="0" indent="-344488" algn="just" defTabSz="914400" rtl="0" eaLnBrk="1" fontAlgn="auto" latinLnBrk="0" hangingPunct="1">
              <a:lnSpc>
                <a:spcPts val="2590"/>
              </a:lnSpc>
              <a:spcBef>
                <a:spcPts val="1070"/>
              </a:spcBef>
              <a:spcAft>
                <a:spcPts val="0"/>
              </a:spcAft>
              <a:buClrTx/>
              <a:buSzTx/>
              <a:buFont typeface="+mj-lt"/>
              <a:buAutoNum type="arabicPeriod"/>
              <a:tabLst/>
              <a:defRPr/>
            </a:pPr>
            <a:r>
              <a:rPr kumimoji="0" lang="en-GB" altLang="ja-JP" sz="2400" b="1" i="0" u="none" strike="noStrike" kern="1200" cap="none" spc="0" normalizeH="0" baseline="0" noProof="0" dirty="0">
                <a:ln>
                  <a:noFill/>
                </a:ln>
                <a:solidFill>
                  <a:prstClr val="black"/>
                </a:solidFill>
                <a:effectLst/>
                <a:uLnTx/>
                <a:uFillTx/>
                <a:cs typeface="Yu Gothic"/>
              </a:rPr>
              <a:t>Inheritance:</a:t>
            </a:r>
            <a:r>
              <a:rPr kumimoji="0" lang="en-GB" altLang="ja-JP" sz="2400" i="0" u="none" strike="noStrike" kern="1200" cap="none" spc="0" normalizeH="0" baseline="0" noProof="0" dirty="0">
                <a:ln>
                  <a:noFill/>
                </a:ln>
                <a:solidFill>
                  <a:prstClr val="black"/>
                </a:solidFill>
                <a:effectLst/>
                <a:uLnTx/>
                <a:uFillTx/>
                <a:cs typeface="Yu Gothic"/>
              </a:rPr>
              <a:t> Sub</a:t>
            </a:r>
            <a:r>
              <a:rPr lang="en-GB" altLang="ja-JP" sz="2400" dirty="0">
                <a:solidFill>
                  <a:prstClr val="black"/>
                </a:solidFill>
                <a:cs typeface="Yu Gothic"/>
              </a:rPr>
              <a:t>class takes over abstract methods and attributes from the base class.</a:t>
            </a:r>
            <a:r>
              <a:rPr kumimoji="0" lang="ja-JP" altLang="en-US" sz="2400" i="0" u="none" strike="noStrike" kern="1200" cap="none" spc="0" normalizeH="0" baseline="0" noProof="0" dirty="0">
                <a:ln>
                  <a:noFill/>
                </a:ln>
                <a:solidFill>
                  <a:prstClr val="black"/>
                </a:solidFill>
                <a:effectLst/>
                <a:uLnTx/>
                <a:uFillTx/>
                <a:cs typeface="Yu Gothic"/>
              </a:rPr>
              <a:t> </a:t>
            </a:r>
            <a:r>
              <a:rPr kumimoji="0" lang="en-GB" altLang="ja-JP" sz="2400" i="0" u="none" strike="noStrike" kern="1200" cap="none" spc="0" normalizeH="0" baseline="0" noProof="0" dirty="0">
                <a:ln>
                  <a:noFill/>
                </a:ln>
                <a:solidFill>
                  <a:prstClr val="black"/>
                </a:solidFill>
                <a:effectLst/>
                <a:uLnTx/>
                <a:uFillTx/>
                <a:cs typeface="Yu Gothic"/>
              </a:rPr>
              <a:t>Subclass inherits shared nature of the base class, which allows developers to implement only the differences. Thanks to this principle, codes are </a:t>
            </a:r>
            <a:r>
              <a:rPr lang="en-GB" altLang="ja-JP" sz="2400" dirty="0">
                <a:solidFill>
                  <a:prstClr val="black"/>
                </a:solidFill>
                <a:cs typeface="Yu Gothic"/>
              </a:rPr>
              <a:t>so </a:t>
            </a:r>
            <a:r>
              <a:rPr kumimoji="0" lang="en-GB" altLang="ja-JP" sz="2400" i="0" u="none" strike="noStrike" kern="1200" cap="none" spc="0" normalizeH="0" baseline="0" noProof="0" dirty="0">
                <a:ln>
                  <a:noFill/>
                </a:ln>
                <a:solidFill>
                  <a:prstClr val="black"/>
                </a:solidFill>
                <a:effectLst/>
                <a:uLnTx/>
                <a:uFillTx/>
                <a:cs typeface="Yu Gothic"/>
              </a:rPr>
              <a:t>reusable that developers can program in an efficient way.</a:t>
            </a:r>
            <a:endParaRPr kumimoji="0" lang="en-GB" altLang="ja-JP" sz="2400" b="1" i="0" u="none" strike="noStrike" kern="1200" cap="none" spc="0" normalizeH="0" baseline="0" noProof="0" dirty="0">
              <a:ln>
                <a:noFill/>
              </a:ln>
              <a:solidFill>
                <a:prstClr val="black"/>
              </a:solidFill>
              <a:effectLst/>
              <a:uLnTx/>
              <a:uFillTx/>
              <a:cs typeface="Yu Gothic"/>
            </a:endParaRPr>
          </a:p>
          <a:p>
            <a:pPr marL="357188" marR="158750" lvl="0" indent="-344488" algn="just" defTabSz="914400" rtl="0" eaLnBrk="1" fontAlgn="auto" latinLnBrk="0" hangingPunct="1">
              <a:lnSpc>
                <a:spcPts val="2590"/>
              </a:lnSpc>
              <a:spcBef>
                <a:spcPts val="1070"/>
              </a:spcBef>
              <a:spcAft>
                <a:spcPts val="0"/>
              </a:spcAft>
              <a:buClrTx/>
              <a:buSzTx/>
              <a:buFont typeface="+mj-lt"/>
              <a:buAutoNum type="arabicPeriod"/>
              <a:tabLst/>
              <a:defRPr/>
            </a:pPr>
            <a:r>
              <a:rPr kumimoji="0" lang="en-GB" altLang="ja-JP" sz="2400" b="1" i="0" u="none" strike="noStrike" kern="1200" cap="none" spc="0" normalizeH="0" baseline="0" noProof="0" dirty="0">
                <a:ln>
                  <a:noFill/>
                </a:ln>
                <a:solidFill>
                  <a:prstClr val="black"/>
                </a:solidFill>
                <a:effectLst/>
                <a:uLnTx/>
                <a:uFillTx/>
                <a:cs typeface="Yu Gothic"/>
              </a:rPr>
              <a:t>Polymorphism</a:t>
            </a:r>
            <a:r>
              <a:rPr kumimoji="0" lang="en-US" altLang="ja-JP" sz="2400" b="1" i="0" u="none" strike="noStrike" kern="1200" cap="none" spc="0" normalizeH="0" baseline="0" noProof="0" dirty="0">
                <a:ln>
                  <a:noFill/>
                </a:ln>
                <a:solidFill>
                  <a:prstClr val="black"/>
                </a:solidFill>
                <a:effectLst/>
                <a:uLnTx/>
                <a:uFillTx/>
                <a:cs typeface="Yu Gothic"/>
              </a:rPr>
              <a:t>:</a:t>
            </a:r>
            <a:r>
              <a:rPr lang="en-GB" altLang="ja-JP" sz="2400" dirty="0">
                <a:solidFill>
                  <a:prstClr val="black"/>
                </a:solidFill>
                <a:cs typeface="Yu Gothic"/>
              </a:rPr>
              <a:t> Behaviour differs from receiver to receiver even if the name of the called method is the same (e.g.,</a:t>
            </a:r>
            <a:r>
              <a:rPr lang="ja-JP" altLang="en-US" sz="2400" dirty="0">
                <a:solidFill>
                  <a:prstClr val="black"/>
                </a:solidFill>
                <a:cs typeface="Yu Gothic"/>
              </a:rPr>
              <a:t> </a:t>
            </a:r>
            <a:r>
              <a:rPr lang="en-GB" altLang="ja-JP" sz="2400" dirty="0">
                <a:solidFill>
                  <a:prstClr val="black"/>
                </a:solidFill>
                <a:cs typeface="Yu Gothic"/>
              </a:rPr>
              <a:t>Doctor#practice means starting a medical business,</a:t>
            </a:r>
            <a:r>
              <a:rPr lang="ja-JP" altLang="en-US" sz="2400" dirty="0">
                <a:solidFill>
                  <a:prstClr val="black"/>
                </a:solidFill>
                <a:cs typeface="Yu Gothic"/>
              </a:rPr>
              <a:t> </a:t>
            </a:r>
            <a:r>
              <a:rPr lang="en-GB" altLang="ja-JP" sz="2400" dirty="0">
                <a:solidFill>
                  <a:prstClr val="black"/>
                </a:solidFill>
                <a:cs typeface="Yu Gothic"/>
              </a:rPr>
              <a:t>whereas</a:t>
            </a:r>
            <a:r>
              <a:rPr lang="ja-JP" altLang="en-US" sz="2400" dirty="0">
                <a:solidFill>
                  <a:prstClr val="black"/>
                </a:solidFill>
                <a:cs typeface="Yu Gothic"/>
              </a:rPr>
              <a:t> </a:t>
            </a:r>
            <a:r>
              <a:rPr lang="en-GB" altLang="ja-JP" sz="2400" dirty="0">
                <a:solidFill>
                  <a:prstClr val="black"/>
                </a:solidFill>
                <a:cs typeface="Yu Gothic"/>
              </a:rPr>
              <a:t>Athlete#practice performing again and again in order to acquire a specific physical skill).</a:t>
            </a:r>
            <a:endParaRPr lang="en-GB" altLang="ja-JP" sz="2400" b="1" dirty="0">
              <a:solidFill>
                <a:prstClr val="black"/>
              </a:solidFill>
              <a:cs typeface="Yu Gothic"/>
            </a:endParaRPr>
          </a:p>
          <a:p>
            <a:pPr marL="357188" marR="158750" lvl="0" indent="-344488" algn="just" defTabSz="914400" rtl="0" eaLnBrk="1" fontAlgn="auto" latinLnBrk="0" hangingPunct="1">
              <a:lnSpc>
                <a:spcPts val="2590"/>
              </a:lnSpc>
              <a:spcBef>
                <a:spcPts val="1070"/>
              </a:spcBef>
              <a:spcAft>
                <a:spcPts val="0"/>
              </a:spcAft>
              <a:buClrTx/>
              <a:buSzTx/>
              <a:buFont typeface="+mj-lt"/>
              <a:buAutoNum type="arabicPeriod"/>
              <a:tabLst/>
              <a:defRPr/>
            </a:pPr>
            <a:r>
              <a:rPr lang="en-GB" altLang="ja-JP" sz="2400" b="1" dirty="0">
                <a:solidFill>
                  <a:prstClr val="black"/>
                </a:solidFill>
                <a:cs typeface="Yu Gothic"/>
              </a:rPr>
              <a:t>Encapsulation:</a:t>
            </a:r>
            <a:r>
              <a:rPr lang="en-GB" altLang="ja-JP" sz="2400" dirty="0">
                <a:solidFill>
                  <a:prstClr val="black"/>
                </a:solidFill>
                <a:cs typeface="Yu Gothic"/>
              </a:rPr>
              <a:t> The design that developers can be concerned only about the outer behaviours by communication of messages between receivers, method calls and accesses to attributes,  with the inner detailed data processing and sustained data hidden. It prevents deep dependencies on the inner processes at the level of requirements, which makes sure of maintainability.</a:t>
            </a:r>
            <a:endParaRPr kumimoji="0" lang="ja-JP" altLang="en-US" sz="2400" b="1" i="0" u="none" strike="noStrike" kern="1200" cap="none" spc="0" normalizeH="0" baseline="0" noProof="0" dirty="0">
              <a:ln>
                <a:noFill/>
              </a:ln>
              <a:solidFill>
                <a:prstClr val="black"/>
              </a:solidFill>
              <a:effectLst/>
              <a:uLnTx/>
              <a:uFillTx/>
              <a:cs typeface="Yu Gothic"/>
            </a:endParaRPr>
          </a:p>
        </p:txBody>
      </p:sp>
    </p:spTree>
    <p:extLst>
      <p:ext uri="{BB962C8B-B14F-4D97-AF65-F5344CB8AC3E}">
        <p14:creationId xmlns:p14="http://schemas.microsoft.com/office/powerpoint/2010/main" val="17612237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kumimoji="0" lang="en-US" altLang="ja-JP"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2. </a:t>
            </a:r>
            <a:r>
              <a:rPr kumimoji="0" lang="en-GB" altLang="ja-JP"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3 Common Features between Ruby and Python</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fontScale="92500" lnSpcReduction="10000"/>
          </a:bodyPr>
          <a:lstStyle/>
          <a:p>
            <a:pPr marL="42545" marR="0" lvl="0" indent="0" defTabSz="914400" eaLnBrk="1" fontAlgn="auto" latinLnBrk="0" hangingPunct="1">
              <a:lnSpc>
                <a:spcPct val="100000"/>
              </a:lnSpc>
              <a:spcBef>
                <a:spcPts val="384"/>
              </a:spcBef>
              <a:spcAft>
                <a:spcPts val="0"/>
              </a:spcAft>
              <a:buClrTx/>
              <a:buSzTx/>
              <a:buFontTx/>
              <a:buNone/>
              <a:tabLst/>
              <a:defRPr/>
            </a:pPr>
            <a:r>
              <a:rPr kumimoji="0" lang="ja-JP" altLang="en-US" sz="2800" b="1" i="0" u="none" strike="noStrike" kern="0" cap="none" spc="-5" normalizeH="0" baseline="0" noProof="0" dirty="0">
                <a:ln>
                  <a:noFill/>
                </a:ln>
                <a:solidFill>
                  <a:prstClr val="black"/>
                </a:solidFill>
                <a:effectLst/>
                <a:uLnTx/>
                <a:uFillTx/>
                <a:ea typeface="+mn-ea"/>
              </a:rPr>
              <a:t>②</a:t>
            </a:r>
            <a:r>
              <a:rPr kumimoji="0" lang="ja-JP" altLang="en-US" sz="2800" b="1" i="0" u="none" strike="noStrike" kern="0" cap="none" spc="-165" normalizeH="0" baseline="0" noProof="0" dirty="0">
                <a:ln>
                  <a:noFill/>
                </a:ln>
                <a:solidFill>
                  <a:prstClr val="black"/>
                </a:solidFill>
                <a:effectLst/>
                <a:uLnTx/>
                <a:uFillTx/>
                <a:ea typeface="+mn-ea"/>
              </a:rPr>
              <a:t> </a:t>
            </a:r>
            <a:r>
              <a:rPr kumimoji="0" lang="en-GB" altLang="ja-JP" sz="2800" b="1" i="0" u="none" strike="noStrike" kern="0" cap="none" spc="-5" normalizeH="0" baseline="0" noProof="0" dirty="0">
                <a:ln>
                  <a:noFill/>
                </a:ln>
                <a:solidFill>
                  <a:prstClr val="black"/>
                </a:solidFill>
                <a:effectLst/>
                <a:uLnTx/>
                <a:uFillTx/>
                <a:ea typeface="+mn-ea"/>
              </a:rPr>
              <a:t>Dynamic Typing</a:t>
            </a:r>
          </a:p>
          <a:p>
            <a:pPr marL="42545" marR="0" lvl="0" indent="0" defTabSz="914400" eaLnBrk="1" fontAlgn="auto" latinLnBrk="0" hangingPunct="1">
              <a:lnSpc>
                <a:spcPct val="100000"/>
              </a:lnSpc>
              <a:spcBef>
                <a:spcPts val="384"/>
              </a:spcBef>
              <a:spcAft>
                <a:spcPts val="0"/>
              </a:spcAft>
              <a:buClrTx/>
              <a:buSzTx/>
              <a:buFontTx/>
              <a:buNone/>
              <a:tabLst/>
              <a:defRPr/>
            </a:pPr>
            <a:r>
              <a:rPr kumimoji="0" lang="en-GB" altLang="ja-JP" sz="2400" i="0" u="none" strike="noStrike" kern="0" cap="none" spc="-5" normalizeH="0" baseline="0" noProof="0" dirty="0">
                <a:ln>
                  <a:noFill/>
                </a:ln>
                <a:solidFill>
                  <a:prstClr val="black"/>
                </a:solidFill>
                <a:effectLst/>
                <a:uLnTx/>
                <a:uFillTx/>
                <a:ea typeface="+mn-ea"/>
              </a:rPr>
              <a:t>If the data type is determined </a:t>
            </a:r>
            <a:r>
              <a:rPr kumimoji="0" lang="en-GB" altLang="ja-JP" sz="2400" b="1" i="0" u="none" strike="noStrike" kern="0" cap="none" spc="-5" normalizeH="0" baseline="0" noProof="0" dirty="0">
                <a:ln>
                  <a:noFill/>
                </a:ln>
                <a:solidFill>
                  <a:prstClr val="black"/>
                </a:solidFill>
                <a:effectLst/>
                <a:uLnTx/>
                <a:uFillTx/>
                <a:ea typeface="+mn-ea"/>
              </a:rPr>
              <a:t>during compilation in static typing</a:t>
            </a:r>
            <a:r>
              <a:rPr kumimoji="0" lang="en-GB" altLang="ja-JP" sz="2400" i="0" u="none" strike="noStrike" kern="0" cap="none" spc="-5" normalizeH="0" baseline="0" noProof="0" dirty="0">
                <a:ln>
                  <a:noFill/>
                </a:ln>
                <a:solidFill>
                  <a:prstClr val="black"/>
                </a:solidFill>
                <a:effectLst/>
                <a:uLnTx/>
                <a:uFillTx/>
                <a:ea typeface="+mn-ea"/>
              </a:rPr>
              <a:t> while </a:t>
            </a:r>
            <a:r>
              <a:rPr lang="en-GB" altLang="ja-JP" sz="2400" kern="0" spc="-5" dirty="0">
                <a:solidFill>
                  <a:prstClr val="black"/>
                </a:solidFill>
              </a:rPr>
              <a:t>it is fixed </a:t>
            </a:r>
            <a:r>
              <a:rPr lang="en-GB" altLang="ja-JP" sz="2400" b="1" kern="0" spc="-5" dirty="0">
                <a:solidFill>
                  <a:prstClr val="black"/>
                </a:solidFill>
              </a:rPr>
              <a:t>at runtime in dynamic typing</a:t>
            </a:r>
            <a:r>
              <a:rPr lang="en-GB" altLang="ja-JP" sz="2400" kern="0" spc="-5" dirty="0">
                <a:solidFill>
                  <a:prstClr val="black"/>
                </a:solidFill>
              </a:rPr>
              <a:t>.</a:t>
            </a:r>
            <a:endParaRPr kumimoji="0" lang="en-GB" altLang="ja-JP" sz="2400" i="0" u="none" strike="noStrike" kern="0" cap="none" spc="-5" normalizeH="0" baseline="0" noProof="0" dirty="0">
              <a:ln>
                <a:noFill/>
              </a:ln>
              <a:solidFill>
                <a:prstClr val="black"/>
              </a:solidFill>
              <a:effectLst/>
              <a:uLnTx/>
              <a:uFillTx/>
              <a:ea typeface="+mn-ea"/>
            </a:endParaRPr>
          </a:p>
          <a:p>
            <a:pPr marL="42545" marR="0" lvl="0" indent="0" defTabSz="914400" eaLnBrk="1" fontAlgn="auto" latinLnBrk="0" hangingPunct="1">
              <a:lnSpc>
                <a:spcPct val="100000"/>
              </a:lnSpc>
              <a:spcBef>
                <a:spcPts val="384"/>
              </a:spcBef>
              <a:spcAft>
                <a:spcPts val="0"/>
              </a:spcAft>
              <a:buClrTx/>
              <a:buSzTx/>
              <a:buFontTx/>
              <a:buNone/>
              <a:tabLst/>
              <a:defRPr/>
            </a:pPr>
            <a:r>
              <a:rPr lang="en-GB" altLang="ja-JP" sz="2400" kern="0" spc="-5" dirty="0">
                <a:solidFill>
                  <a:prstClr val="black"/>
                </a:solidFill>
              </a:rPr>
              <a:t>C, Java and TypeScript belong to the former,</a:t>
            </a:r>
            <a:r>
              <a:rPr lang="ja-JP" altLang="en-US" sz="2400" kern="0" spc="-5" dirty="0">
                <a:solidFill>
                  <a:prstClr val="black"/>
                </a:solidFill>
              </a:rPr>
              <a:t> </a:t>
            </a:r>
            <a:r>
              <a:rPr lang="en-GB" altLang="ja-JP" sz="2400" kern="0" spc="-5" dirty="0">
                <a:solidFill>
                  <a:prstClr val="black"/>
                </a:solidFill>
              </a:rPr>
              <a:t>and Ruby, Python, JavaScript</a:t>
            </a:r>
            <a:r>
              <a:rPr lang="ja-JP" altLang="en-US" sz="2400" kern="0" spc="-5" dirty="0">
                <a:solidFill>
                  <a:prstClr val="black"/>
                </a:solidFill>
              </a:rPr>
              <a:t> </a:t>
            </a:r>
            <a:r>
              <a:rPr lang="en-GB" altLang="ja-JP" sz="2400" kern="0" spc="-5" dirty="0">
                <a:solidFill>
                  <a:prstClr val="black"/>
                </a:solidFill>
              </a:rPr>
              <a:t>and PHP the latter.</a:t>
            </a:r>
          </a:p>
          <a:p>
            <a:pPr marL="42545" marR="0" lvl="0" indent="0" defTabSz="914400" eaLnBrk="1" fontAlgn="auto" latinLnBrk="0" hangingPunct="1">
              <a:lnSpc>
                <a:spcPct val="100000"/>
              </a:lnSpc>
              <a:spcBef>
                <a:spcPts val="384"/>
              </a:spcBef>
              <a:spcAft>
                <a:spcPts val="0"/>
              </a:spcAft>
              <a:buClrTx/>
              <a:buSzTx/>
              <a:buFontTx/>
              <a:buNone/>
              <a:tabLst/>
              <a:defRPr/>
            </a:pPr>
            <a:r>
              <a:rPr lang="en-GB" altLang="ja-JP" sz="2400" kern="0" spc="-5" dirty="0">
                <a:solidFill>
                  <a:prstClr val="black"/>
                </a:solidFill>
                <a:cs typeface="Calibri"/>
              </a:rPr>
              <a:t>In dynamic typing such as Ruby and Python, </a:t>
            </a:r>
            <a:r>
              <a:rPr lang="en-GB" altLang="ja-JP" sz="2400" b="1" kern="0" spc="-5" dirty="0">
                <a:solidFill>
                  <a:prstClr val="black"/>
                </a:solidFill>
                <a:cs typeface="Calibri"/>
              </a:rPr>
              <a:t>developers are not allowed to interfere in typing</a:t>
            </a:r>
            <a:r>
              <a:rPr lang="ja-JP" altLang="en-US" sz="2400" b="1" kern="0" spc="-5" dirty="0">
                <a:solidFill>
                  <a:prstClr val="black"/>
                </a:solidFill>
                <a:cs typeface="Calibri"/>
              </a:rPr>
              <a:t> </a:t>
            </a:r>
            <a:r>
              <a:rPr lang="en-GB" altLang="ja-JP" sz="2400" b="1" kern="0" spc="-5" dirty="0">
                <a:solidFill>
                  <a:prstClr val="black"/>
                </a:solidFill>
                <a:cs typeface="Calibri"/>
              </a:rPr>
              <a:t>so that what data is sustained in the variable stays unknown till the execution</a:t>
            </a:r>
            <a:r>
              <a:rPr lang="en-GB" altLang="ja-JP" sz="2400" kern="0" spc="-5" dirty="0">
                <a:solidFill>
                  <a:prstClr val="black"/>
                </a:solidFill>
                <a:cs typeface="Calibri"/>
              </a:rPr>
              <a:t>.</a:t>
            </a:r>
          </a:p>
          <a:p>
            <a:pPr marL="42545" marR="0" lvl="0" indent="0" defTabSz="914400" eaLnBrk="1" fontAlgn="auto" latinLnBrk="0" hangingPunct="1">
              <a:lnSpc>
                <a:spcPct val="100000"/>
              </a:lnSpc>
              <a:spcBef>
                <a:spcPts val="384"/>
              </a:spcBef>
              <a:spcAft>
                <a:spcPts val="0"/>
              </a:spcAft>
              <a:buClrTx/>
              <a:buSzTx/>
              <a:buFontTx/>
              <a:buNone/>
              <a:tabLst/>
              <a:defRPr/>
            </a:pPr>
            <a:r>
              <a:rPr lang="en-GB" altLang="ja-JP" sz="2400" kern="0" spc="-5" dirty="0">
                <a:solidFill>
                  <a:prstClr val="black"/>
                </a:solidFill>
                <a:cs typeface="Calibri"/>
              </a:rPr>
              <a:t>That is why </a:t>
            </a:r>
            <a:r>
              <a:rPr lang="en-GB" altLang="ja-JP" sz="2400" b="1" kern="0" spc="-5" dirty="0">
                <a:solidFill>
                  <a:prstClr val="black"/>
                </a:solidFill>
                <a:cs typeface="Calibri"/>
              </a:rPr>
              <a:t>understandable naming of variables at the first sight is highly important</a:t>
            </a:r>
            <a:r>
              <a:rPr lang="en-GB" altLang="ja-JP" sz="2400" kern="0" spc="-5" dirty="0">
                <a:solidFill>
                  <a:prstClr val="black"/>
                </a:solidFill>
                <a:cs typeface="Calibri"/>
              </a:rPr>
              <a:t> particularly in those languages.</a:t>
            </a:r>
          </a:p>
          <a:p>
            <a:pPr marL="42545" marR="0" lvl="0" indent="0" defTabSz="914400" eaLnBrk="1" fontAlgn="auto" latinLnBrk="0" hangingPunct="1">
              <a:lnSpc>
                <a:spcPct val="100000"/>
              </a:lnSpc>
              <a:spcBef>
                <a:spcPts val="384"/>
              </a:spcBef>
              <a:spcAft>
                <a:spcPts val="0"/>
              </a:spcAft>
              <a:buClrTx/>
              <a:buSzTx/>
              <a:buFontTx/>
              <a:buNone/>
              <a:tabLst/>
              <a:defRPr/>
            </a:pPr>
            <a:r>
              <a:rPr lang="en-US" altLang="ja-JP" sz="2400" dirty="0">
                <a:solidFill>
                  <a:prstClr val="black"/>
                </a:solidFill>
                <a:cs typeface="Calibri"/>
              </a:rPr>
              <a:t>Mr. Yukihiro Matsumoto, called Matz and the creator of Ruby, mentions the fact that </a:t>
            </a:r>
            <a:r>
              <a:rPr lang="en-US" altLang="ja-JP" sz="2400" b="1" dirty="0">
                <a:solidFill>
                  <a:prstClr val="black"/>
                </a:solidFill>
                <a:cs typeface="Calibri"/>
              </a:rPr>
              <a:t>appropriate naming reflects the corresponding appropriate design</a:t>
            </a:r>
            <a:r>
              <a:rPr lang="en-US" altLang="ja-JP" sz="2400" dirty="0">
                <a:solidFill>
                  <a:prstClr val="black"/>
                </a:solidFill>
                <a:cs typeface="Calibri"/>
              </a:rPr>
              <a:t> in </a:t>
            </a:r>
            <a:r>
              <a:rPr lang="en-GB" altLang="ja-JP" sz="2400" i="1" dirty="0">
                <a:solidFill>
                  <a:prstClr val="black"/>
                </a:solidFill>
                <a:cs typeface="Calibri"/>
                <a:hlinkClick r:id="rId3"/>
              </a:rPr>
              <a:t>97 Things Every Programmer Should Know &gt; 107. The Importance of Naming</a:t>
            </a:r>
            <a:r>
              <a:rPr lang="en-GB" altLang="ja-JP" sz="2400" dirty="0">
                <a:solidFill>
                  <a:prstClr val="black"/>
                </a:solidFill>
                <a:cs typeface="Calibri"/>
              </a:rPr>
              <a:t>, Japanese edition. </a:t>
            </a:r>
            <a:endParaRPr kumimoji="0" lang="en-GB" altLang="ja-JP" sz="2400" i="0" u="none" strike="noStrike" kern="0" cap="none" spc="-5" normalizeH="0" baseline="0" noProof="0" dirty="0">
              <a:ln>
                <a:noFill/>
              </a:ln>
              <a:solidFill>
                <a:prstClr val="black"/>
              </a:solidFill>
              <a:effectLst/>
              <a:uLnTx/>
              <a:uFillTx/>
              <a:ea typeface="+mn-ea"/>
            </a:endParaRPr>
          </a:p>
        </p:txBody>
      </p:sp>
    </p:spTree>
    <p:extLst>
      <p:ext uri="{BB962C8B-B14F-4D97-AF65-F5344CB8AC3E}">
        <p14:creationId xmlns:p14="http://schemas.microsoft.com/office/powerpoint/2010/main" val="6670506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a:extLst>
            <a:ext uri="{FF2B5EF4-FFF2-40B4-BE49-F238E27FC236}">
              <a16:creationId xmlns:a16="http://schemas.microsoft.com/office/drawing/2014/main" id="{58EF8E6E-890D-FE3A-723B-06EE475363D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9526E28-9E6A-A26E-6ADE-4092A4B22F6E}"/>
              </a:ext>
            </a:extLst>
          </p:cNvPr>
          <p:cNvSpPr>
            <a:spLocks noGrp="1"/>
          </p:cNvSpPr>
          <p:nvPr>
            <p:ph type="title"/>
          </p:nvPr>
        </p:nvSpPr>
        <p:spPr/>
        <p:txBody>
          <a:bodyPr>
            <a:normAutofit/>
          </a:bodyPr>
          <a:lstStyle/>
          <a:p>
            <a:pPr algn="ctr"/>
            <a:r>
              <a:rPr kumimoji="0" lang="en-US" altLang="ja-JP"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2. </a:t>
            </a:r>
            <a:r>
              <a:rPr kumimoji="0" lang="en-GB" altLang="ja-JP"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3 Common Features between Ruby and Python</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E40EE857-5A96-42AF-4E99-57BB1CDC3B8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2FB5459-98F6-6ABE-9586-69158A34F831}"/>
              </a:ext>
            </a:extLst>
          </p:cNvPr>
          <p:cNvSpPr>
            <a:spLocks noGrp="1"/>
          </p:cNvSpPr>
          <p:nvPr>
            <p:ph idx="1"/>
          </p:nvPr>
        </p:nvSpPr>
        <p:spPr>
          <a:xfrm>
            <a:off x="838200" y="1825625"/>
            <a:ext cx="10515600" cy="4351338"/>
          </a:xfrm>
        </p:spPr>
        <p:txBody>
          <a:bodyPr>
            <a:normAutofit/>
          </a:bodyPr>
          <a:lstStyle/>
          <a:p>
            <a:pPr marL="42545" marR="0" lvl="0" indent="0" defTabSz="914400" eaLnBrk="1" fontAlgn="auto" latinLnBrk="0" hangingPunct="1">
              <a:lnSpc>
                <a:spcPct val="100000"/>
              </a:lnSpc>
              <a:spcBef>
                <a:spcPts val="384"/>
              </a:spcBef>
              <a:spcAft>
                <a:spcPts val="0"/>
              </a:spcAft>
              <a:buClrTx/>
              <a:buSzTx/>
              <a:buFontTx/>
              <a:buNone/>
              <a:tabLst/>
              <a:defRPr/>
            </a:pPr>
            <a:r>
              <a:rPr lang="ja-JP" altLang="en-US" b="1" kern="0" spc="-5" dirty="0">
                <a:solidFill>
                  <a:prstClr val="black"/>
                </a:solidFill>
              </a:rPr>
              <a:t>③</a:t>
            </a:r>
            <a:r>
              <a:rPr kumimoji="0" lang="ja-JP" altLang="en-US" sz="2800" b="1" i="0" u="none" strike="noStrike" kern="0" cap="none" spc="-165" normalizeH="0" baseline="0" noProof="0" dirty="0">
                <a:ln>
                  <a:noFill/>
                </a:ln>
                <a:solidFill>
                  <a:prstClr val="black"/>
                </a:solidFill>
                <a:effectLst/>
                <a:uLnTx/>
                <a:uFillTx/>
                <a:ea typeface="+mn-ea"/>
              </a:rPr>
              <a:t> </a:t>
            </a:r>
            <a:r>
              <a:rPr kumimoji="0" lang="en-GB" altLang="ja-JP" sz="2800" b="1" i="0" u="none" strike="noStrike" kern="0" cap="none" spc="-5" normalizeH="0" baseline="0" noProof="0" dirty="0">
                <a:ln>
                  <a:noFill/>
                </a:ln>
                <a:solidFill>
                  <a:prstClr val="black"/>
                </a:solidFill>
                <a:effectLst/>
                <a:uLnTx/>
                <a:uFillTx/>
                <a:ea typeface="+mn-ea"/>
              </a:rPr>
              <a:t>Values Developer's Experience</a:t>
            </a:r>
          </a:p>
          <a:p>
            <a:pPr marL="42545" marR="0" lvl="0" indent="0" defTabSz="914400" eaLnBrk="1" fontAlgn="auto" latinLnBrk="0" hangingPunct="1">
              <a:lnSpc>
                <a:spcPct val="100000"/>
              </a:lnSpc>
              <a:spcBef>
                <a:spcPts val="384"/>
              </a:spcBef>
              <a:spcAft>
                <a:spcPts val="0"/>
              </a:spcAft>
              <a:buClrTx/>
              <a:buSzTx/>
              <a:buFontTx/>
              <a:buNone/>
              <a:tabLst/>
              <a:defRPr/>
            </a:pPr>
            <a:r>
              <a:rPr kumimoji="0" lang="en-US" altLang="ja-JP" sz="2400" i="0" u="none" strike="noStrike" kern="0" cap="none" spc="-5" normalizeH="0" baseline="0" noProof="0" dirty="0">
                <a:ln>
                  <a:noFill/>
                </a:ln>
                <a:solidFill>
                  <a:prstClr val="black"/>
                </a:solidFill>
                <a:effectLst/>
                <a:uLnTx/>
                <a:uFillTx/>
                <a:ea typeface="+mn-ea"/>
              </a:rPr>
              <a:t>Ruby</a:t>
            </a:r>
            <a:r>
              <a:rPr lang="en-GB" altLang="ja-JP" sz="2400" kern="0" spc="-5" dirty="0">
                <a:solidFill>
                  <a:prstClr val="black"/>
                </a:solidFill>
              </a:rPr>
              <a:t> and Python provide developers with wonderful coding experiences via ease of execution and dynamic programming(e.g., `eval` and `Module#class_eval`).</a:t>
            </a:r>
          </a:p>
          <a:p>
            <a:pPr marL="42545" marR="0" lvl="0" indent="0" defTabSz="914400" eaLnBrk="1" fontAlgn="auto" latinLnBrk="0" hangingPunct="1">
              <a:lnSpc>
                <a:spcPct val="100000"/>
              </a:lnSpc>
              <a:spcBef>
                <a:spcPts val="384"/>
              </a:spcBef>
              <a:spcAft>
                <a:spcPts val="0"/>
              </a:spcAft>
              <a:buClrTx/>
              <a:buSzTx/>
              <a:buFontTx/>
              <a:buNone/>
              <a:tabLst/>
              <a:defRPr/>
            </a:pPr>
            <a:r>
              <a:rPr lang="en-GB" altLang="ja-JP" sz="2400" kern="0" spc="-5" dirty="0">
                <a:solidFill>
                  <a:prstClr val="black"/>
                </a:solidFill>
              </a:rPr>
              <a:t>Even roughly written program runs most of time, so </a:t>
            </a:r>
            <a:r>
              <a:rPr lang="en-GB" altLang="ja-JP" sz="2400" b="1" kern="0" spc="-5" dirty="0">
                <a:solidFill>
                  <a:prstClr val="black"/>
                </a:solidFill>
              </a:rPr>
              <a:t>the developer who has poor skills, experience and understanding is highly likely to undergo bad readability and hardship of tough debugging, not just by themselves but those concerned</a:t>
            </a:r>
            <a:r>
              <a:rPr lang="en-GB" altLang="ja-JP" sz="2400" kern="0" spc="-5" dirty="0">
                <a:solidFill>
                  <a:prstClr val="black"/>
                </a:solidFill>
              </a:rPr>
              <a:t>.</a:t>
            </a:r>
            <a:endParaRPr kumimoji="0" lang="en-GB" altLang="ja-JP" sz="2400" i="0" u="none" strike="noStrike" kern="0" cap="none" spc="-5" normalizeH="0" baseline="0" noProof="0" dirty="0">
              <a:ln>
                <a:noFill/>
              </a:ln>
              <a:solidFill>
                <a:prstClr val="black"/>
              </a:solidFill>
              <a:effectLst/>
              <a:uLnTx/>
              <a:uFillTx/>
              <a:ea typeface="+mn-ea"/>
            </a:endParaRPr>
          </a:p>
          <a:p>
            <a:pPr marL="42545" marR="0" lvl="0" indent="0" defTabSz="914400" eaLnBrk="1" fontAlgn="auto" latinLnBrk="0" hangingPunct="1">
              <a:lnSpc>
                <a:spcPct val="100000"/>
              </a:lnSpc>
              <a:spcBef>
                <a:spcPts val="384"/>
              </a:spcBef>
              <a:spcAft>
                <a:spcPts val="0"/>
              </a:spcAft>
              <a:buClrTx/>
              <a:buSzTx/>
              <a:buFontTx/>
              <a:buNone/>
              <a:tabLst/>
              <a:defRPr/>
            </a:pPr>
            <a:r>
              <a:rPr kumimoji="0" lang="en-GB" altLang="ja-JP" sz="2400" i="0" u="none" strike="noStrike" kern="0" cap="none" spc="-5" normalizeH="0" baseline="0" noProof="0" dirty="0">
                <a:ln>
                  <a:noFill/>
                </a:ln>
                <a:solidFill>
                  <a:prstClr val="black"/>
                </a:solidFill>
                <a:effectLst/>
                <a:uLnTx/>
                <a:uFillTx/>
                <a:ea typeface="+mn-ea"/>
              </a:rPr>
              <a:t>Carefully design the system based on the requirements, implement necessary classes and methods with the least scope of responsibility.</a:t>
            </a:r>
            <a:endParaRPr lang="en-GB" altLang="ja-JP" sz="2400" dirty="0"/>
          </a:p>
          <a:p>
            <a:pPr marL="42545" marR="0" lvl="0" indent="0" defTabSz="914400" eaLnBrk="1" fontAlgn="auto" latinLnBrk="0" hangingPunct="1">
              <a:lnSpc>
                <a:spcPct val="100000"/>
              </a:lnSpc>
              <a:spcBef>
                <a:spcPts val="384"/>
              </a:spcBef>
              <a:spcAft>
                <a:spcPts val="0"/>
              </a:spcAft>
              <a:buClrTx/>
              <a:buSzTx/>
              <a:buFontTx/>
              <a:buNone/>
              <a:tabLst/>
              <a:defRPr/>
            </a:pPr>
            <a:r>
              <a:rPr lang="en-GB" altLang="ja-JP" sz="2400" kern="0" spc="-5" dirty="0">
                <a:solidFill>
                  <a:prstClr val="black"/>
                </a:solidFill>
              </a:rPr>
              <a:t>You must be sure how important testing codes are if you are following what the state above means.</a:t>
            </a:r>
            <a:endParaRPr kumimoji="0" lang="en-GB" altLang="ja-JP" sz="2400" i="0" u="none" strike="noStrike" kern="0" cap="none" spc="-5" normalizeH="0" baseline="0" noProof="0" dirty="0">
              <a:ln>
                <a:noFill/>
              </a:ln>
              <a:solidFill>
                <a:prstClr val="black"/>
              </a:solidFill>
              <a:effectLst/>
              <a:uLnTx/>
              <a:uFillTx/>
              <a:ea typeface="+mn-ea"/>
            </a:endParaRPr>
          </a:p>
        </p:txBody>
      </p:sp>
    </p:spTree>
    <p:extLst>
      <p:ext uri="{BB962C8B-B14F-4D97-AF65-F5344CB8AC3E}">
        <p14:creationId xmlns:p14="http://schemas.microsoft.com/office/powerpoint/2010/main" val="37415349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normAutofit/>
          </a:bodyPr>
          <a:lstStyle/>
          <a:p>
            <a:pPr algn="ctr"/>
            <a:r>
              <a:rPr lang="en-GB" altLang="ja-JP" sz="3500" b="1" dirty="0">
                <a:latin typeface="+mn-lt"/>
              </a:rPr>
              <a:t>3. 3 Different Features between Ruby and Python</a:t>
            </a:r>
            <a:endParaRPr lang="en-GB" sz="3500" b="1" dirty="0">
              <a:latin typeface="+mn-lt"/>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19341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kumimoji="0" lang="en-GB"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 3 Different Features between Ruby and Python</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12700" marR="5080" lvl="0" indent="0" algn="l" defTabSz="914400" rtl="0" eaLnBrk="1" fontAlgn="auto" latinLnBrk="0" hangingPunct="1">
              <a:lnSpc>
                <a:spcPts val="2590"/>
              </a:lnSpc>
              <a:spcBef>
                <a:spcPts val="425"/>
              </a:spcBef>
              <a:spcAft>
                <a:spcPts val="0"/>
              </a:spcAft>
              <a:buClrTx/>
              <a:buSzTx/>
              <a:buFontTx/>
              <a:buNone/>
              <a:tabLst/>
              <a:defRPr/>
            </a:pPr>
            <a:r>
              <a:rPr kumimoji="0" lang="en-GB" altLang="ja-JP" sz="2400" b="0" i="0" u="none" strike="noStrike" kern="1200" cap="none" spc="0" normalizeH="0" baseline="0" noProof="0" dirty="0">
                <a:ln>
                  <a:noFill/>
                </a:ln>
                <a:solidFill>
                  <a:prstClr val="black"/>
                </a:solidFill>
                <a:effectLst/>
                <a:uLnTx/>
                <a:uFillTx/>
                <a:ea typeface="+mn-ea"/>
                <a:cs typeface="Yu Gothic"/>
              </a:rPr>
              <a:t>Ruby </a:t>
            </a:r>
            <a:r>
              <a:rPr lang="en-GB" altLang="ja-JP" sz="2400" dirty="0">
                <a:solidFill>
                  <a:prstClr val="black"/>
                </a:solidFill>
                <a:cs typeface="Yu Gothic"/>
              </a:rPr>
              <a:t>and</a:t>
            </a:r>
            <a:r>
              <a:rPr kumimoji="0" lang="en-GB" altLang="ja-JP" sz="2400" b="0" i="0" u="none" strike="noStrike" kern="1200" cap="none" spc="0" normalizeH="0" baseline="0" noProof="0" dirty="0">
                <a:ln>
                  <a:noFill/>
                </a:ln>
                <a:solidFill>
                  <a:prstClr val="black"/>
                </a:solidFill>
                <a:effectLst/>
                <a:uLnTx/>
                <a:uFillTx/>
                <a:ea typeface="+mn-ea"/>
                <a:cs typeface="Yu Gothic"/>
              </a:rPr>
              <a:t> Python have the following 3 differences.</a:t>
            </a:r>
            <a:endParaRPr kumimoji="0" lang="ja-JP" altLang="en-US" sz="2400" b="0" i="0" u="none" strike="noStrike" kern="1200" cap="none" spc="0" normalizeH="0" baseline="0" noProof="0" dirty="0">
              <a:ln>
                <a:noFill/>
              </a:ln>
              <a:solidFill>
                <a:prstClr val="black"/>
              </a:solidFill>
              <a:effectLst/>
              <a:uLnTx/>
              <a:uFillTx/>
              <a:ea typeface="+mn-ea"/>
              <a:cs typeface="Yu Gothic"/>
            </a:endParaRPr>
          </a:p>
          <a:p>
            <a:pPr marL="0" marR="0" lvl="0" indent="0" algn="l" defTabSz="914400" rtl="0" eaLnBrk="1" fontAlgn="auto" latinLnBrk="0" hangingPunct="1">
              <a:lnSpc>
                <a:spcPct val="100000"/>
              </a:lnSpc>
              <a:spcBef>
                <a:spcPts val="20"/>
              </a:spcBef>
              <a:spcAft>
                <a:spcPts val="0"/>
              </a:spcAft>
              <a:buClrTx/>
              <a:buSzTx/>
              <a:buFontTx/>
              <a:buNone/>
              <a:tabLst/>
              <a:defRPr/>
            </a:pPr>
            <a:endParaRPr kumimoji="0" lang="ja-JP" altLang="en-US" sz="2250" b="0" i="0" u="none" strike="noStrike" kern="1200" cap="none" spc="0" normalizeH="0" baseline="0" noProof="0" dirty="0">
              <a:ln>
                <a:noFill/>
              </a:ln>
              <a:solidFill>
                <a:prstClr val="black"/>
              </a:solidFill>
              <a:effectLst/>
              <a:uLnTx/>
              <a:uFillTx/>
              <a:ea typeface="+mn-ea"/>
              <a:cs typeface="Yu Gothic"/>
            </a:endParaRPr>
          </a:p>
          <a:p>
            <a:pPr marL="374015" marR="0" lvl="0" indent="-361950" algn="l" defTabSz="914400" rtl="0" eaLnBrk="1" fontAlgn="auto" latinLnBrk="0" hangingPunct="1">
              <a:lnSpc>
                <a:spcPct val="100000"/>
              </a:lnSpc>
              <a:spcBef>
                <a:spcPts val="0"/>
              </a:spcBef>
              <a:spcAft>
                <a:spcPts val="0"/>
              </a:spcAft>
              <a:buClr>
                <a:srgbClr val="000000"/>
              </a:buClr>
              <a:buSzTx/>
              <a:buFont typeface="Calibri"/>
              <a:buAutoNum type="arabicPeriod"/>
              <a:tabLst>
                <a:tab pos="374650" algn="l"/>
              </a:tabLst>
              <a:defRPr/>
            </a:pPr>
            <a:r>
              <a:rPr lang="en-GB" altLang="ja-JP" sz="2400" b="1" dirty="0">
                <a:uFill>
                  <a:solidFill>
                    <a:srgbClr val="0462C1"/>
                  </a:solidFill>
                </a:uFill>
                <a:cs typeface="Yu Gothic"/>
                <a:hlinkClick r:id="rId3" action="ppaction://hlinksldjump"/>
              </a:rPr>
              <a:t>Presence of Concept of Private Field</a:t>
            </a:r>
            <a:endParaRPr kumimoji="0" lang="ja-JP" altLang="en-US" sz="2400" b="0" i="0" strike="noStrike" kern="1200" cap="none" spc="0" normalizeH="0" baseline="0" noProof="0" dirty="0">
              <a:ln>
                <a:noFill/>
              </a:ln>
              <a:effectLst/>
              <a:uLnTx/>
              <a:uFillTx/>
              <a:ea typeface="+mn-ea"/>
              <a:cs typeface="Yu Gothic"/>
            </a:endParaRPr>
          </a:p>
          <a:p>
            <a:pPr marL="374015" marR="0" lvl="0" indent="-361950" algn="l" defTabSz="914400" rtl="0" eaLnBrk="1" fontAlgn="auto" latinLnBrk="0" hangingPunct="1">
              <a:lnSpc>
                <a:spcPct val="100000"/>
              </a:lnSpc>
              <a:spcBef>
                <a:spcPts val="710"/>
              </a:spcBef>
              <a:spcAft>
                <a:spcPts val="0"/>
              </a:spcAft>
              <a:buClr>
                <a:srgbClr val="000000"/>
              </a:buClr>
              <a:buSzTx/>
              <a:buFont typeface="Calibri"/>
              <a:buAutoNum type="arabicPeriod"/>
              <a:tabLst>
                <a:tab pos="374650" algn="l"/>
              </a:tabLst>
              <a:defRPr/>
            </a:pPr>
            <a:r>
              <a:rPr lang="en-GB" altLang="ja-JP" sz="2400" b="1" spc="-5" dirty="0">
                <a:uFill>
                  <a:solidFill>
                    <a:srgbClr val="0462C1"/>
                  </a:solidFill>
                </a:uFill>
                <a:cs typeface="Yu Gothic"/>
                <a:hlinkClick r:id="rId4" action="ppaction://hlinksldjump"/>
              </a:rPr>
              <a:t>The Way to Cache Return Value via Delayed Evaluation</a:t>
            </a:r>
            <a:endParaRPr kumimoji="0" lang="en-GB" altLang="ja-JP" sz="2400" b="1" i="0" strike="noStrike" kern="1200" cap="none" spc="-5" normalizeH="0" baseline="0" noProof="0" dirty="0">
              <a:ln>
                <a:noFill/>
              </a:ln>
              <a:effectLst/>
              <a:uLnTx/>
              <a:uFill>
                <a:solidFill>
                  <a:srgbClr val="0462C1"/>
                </a:solidFill>
              </a:uFill>
              <a:ea typeface="+mn-ea"/>
              <a:cs typeface="Yu Gothic"/>
            </a:endParaRPr>
          </a:p>
          <a:p>
            <a:pPr marL="374015" marR="0" lvl="0" indent="-361950" algn="l" defTabSz="914400" rtl="0" eaLnBrk="1" fontAlgn="auto" latinLnBrk="0" hangingPunct="1">
              <a:lnSpc>
                <a:spcPct val="100000"/>
              </a:lnSpc>
              <a:spcBef>
                <a:spcPts val="710"/>
              </a:spcBef>
              <a:spcAft>
                <a:spcPts val="0"/>
              </a:spcAft>
              <a:buClr>
                <a:srgbClr val="000000"/>
              </a:buClr>
              <a:buSzTx/>
              <a:buFont typeface="Calibri"/>
              <a:buAutoNum type="arabicPeriod"/>
              <a:tabLst>
                <a:tab pos="374650" algn="l"/>
              </a:tabLst>
              <a:defRPr/>
            </a:pPr>
            <a:r>
              <a:rPr kumimoji="0" lang="en-GB" altLang="ja-JP" sz="2400" b="1" i="0" strike="noStrike" kern="1200" cap="none" spc="-5" normalizeH="0" baseline="0" noProof="0" dirty="0">
                <a:ln>
                  <a:noFill/>
                </a:ln>
                <a:effectLst/>
                <a:uLnTx/>
                <a:uFill>
                  <a:solidFill>
                    <a:srgbClr val="0462C1"/>
                  </a:solidFill>
                </a:uFill>
                <a:cs typeface="Yu Gothic"/>
                <a:hlinkClick r:id="rId5" action="ppaction://hlinksldjump"/>
              </a:rPr>
              <a:t>Receiver and Argument</a:t>
            </a:r>
            <a:endParaRPr kumimoji="0" lang="en-GB" altLang="ja-JP" sz="2400" b="1" i="0" strike="noStrike" kern="1200" cap="none" spc="-5" normalizeH="0" baseline="0" noProof="0" dirty="0">
              <a:ln>
                <a:noFill/>
              </a:ln>
              <a:effectLst/>
              <a:uLnTx/>
              <a:uFill>
                <a:solidFill>
                  <a:srgbClr val="0462C1"/>
                </a:solidFill>
              </a:uFill>
              <a:ea typeface="+mn-ea"/>
              <a:cs typeface="Yu Gothic"/>
            </a:endParaRPr>
          </a:p>
          <a:p>
            <a:pPr marL="374015" marR="0" lvl="0" indent="-361950" algn="l" defTabSz="914400" rtl="0" eaLnBrk="1" fontAlgn="auto" latinLnBrk="0" hangingPunct="1">
              <a:lnSpc>
                <a:spcPct val="100000"/>
              </a:lnSpc>
              <a:spcBef>
                <a:spcPts val="710"/>
              </a:spcBef>
              <a:spcAft>
                <a:spcPts val="0"/>
              </a:spcAft>
              <a:buClr>
                <a:srgbClr val="000000"/>
              </a:buClr>
              <a:buSzTx/>
              <a:buFont typeface="Calibri"/>
              <a:buAutoNum type="arabicPeriod"/>
              <a:tabLst>
                <a:tab pos="374650" algn="l"/>
              </a:tabLst>
              <a:defRPr/>
            </a:pPr>
            <a:endParaRPr kumimoji="0" lang="ja-JP" altLang="en-US" sz="2400" b="0" i="0" u="none" strike="noStrike" kern="1200" cap="none" spc="0" normalizeH="0" baseline="0" noProof="0" dirty="0">
              <a:ln>
                <a:noFill/>
              </a:ln>
              <a:solidFill>
                <a:prstClr val="black"/>
              </a:solidFill>
              <a:effectLst/>
              <a:uLnTx/>
              <a:uFillTx/>
              <a:ea typeface="+mn-ea"/>
              <a:cs typeface="Yu Gothic"/>
            </a:endParaRPr>
          </a:p>
        </p:txBody>
      </p:sp>
    </p:spTree>
    <p:extLst>
      <p:ext uri="{BB962C8B-B14F-4D97-AF65-F5344CB8AC3E}">
        <p14:creationId xmlns:p14="http://schemas.microsoft.com/office/powerpoint/2010/main" val="39563307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kumimoji="0" lang="en-GB"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 3 Different Features between Ruby and Python</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12700" marR="0" lvl="0" indent="0" algn="just" defTabSz="914400" rtl="0" eaLnBrk="1" fontAlgn="auto" latinLnBrk="0" hangingPunct="1">
              <a:lnSpc>
                <a:spcPct val="100000"/>
              </a:lnSpc>
              <a:spcBef>
                <a:spcPts val="955"/>
              </a:spcBef>
              <a:spcAft>
                <a:spcPts val="0"/>
              </a:spcAft>
              <a:buClrTx/>
              <a:buSzTx/>
              <a:buFontTx/>
              <a:buNone/>
              <a:tabLst/>
              <a:defRPr/>
            </a:pPr>
            <a:r>
              <a:rPr kumimoji="0" lang="ja-JP" altLang="en-US" b="1" i="0" u="none" strike="noStrike" kern="1200" cap="none" spc="-5" normalizeH="0" baseline="0" noProof="0" dirty="0">
                <a:ln>
                  <a:noFill/>
                </a:ln>
                <a:solidFill>
                  <a:prstClr val="black"/>
                </a:solidFill>
                <a:effectLst/>
                <a:uLnTx/>
                <a:uFillTx/>
                <a:cs typeface="Yu Gothic"/>
              </a:rPr>
              <a:t>①</a:t>
            </a:r>
            <a:r>
              <a:rPr kumimoji="0" lang="ja-JP" altLang="en-US" b="1" i="0" u="none" strike="noStrike" kern="1200" cap="none" spc="-165" normalizeH="0" baseline="0" noProof="0" dirty="0">
                <a:ln>
                  <a:noFill/>
                </a:ln>
                <a:solidFill>
                  <a:prstClr val="black"/>
                </a:solidFill>
                <a:effectLst/>
                <a:uLnTx/>
                <a:uFillTx/>
                <a:cs typeface="Yu Gothic"/>
              </a:rPr>
              <a:t> </a:t>
            </a:r>
            <a:r>
              <a:rPr lang="en-GB" altLang="ja-JP" b="1" dirty="0">
                <a:uFill>
                  <a:solidFill>
                    <a:srgbClr val="0462C1"/>
                  </a:solidFill>
                </a:uFill>
                <a:cs typeface="Yu Gothic"/>
              </a:rPr>
              <a:t>Presence of Concept of Private Field</a:t>
            </a:r>
            <a:endParaRPr kumimoji="0" lang="ja-JP" altLang="en-US" sz="3200" b="1" i="0" u="none" strike="noStrike" kern="1200" cap="none" spc="-5" normalizeH="0" baseline="0" noProof="0" dirty="0">
              <a:ln>
                <a:noFill/>
              </a:ln>
              <a:solidFill>
                <a:prstClr val="black"/>
              </a:solidFill>
              <a:effectLst/>
              <a:uLnTx/>
              <a:uFillTx/>
              <a:cs typeface="Yu Gothic"/>
            </a:endParaRPr>
          </a:p>
          <a:p>
            <a:pPr marL="12700" marR="158750" lvl="0" indent="0" algn="just" defTabSz="914400" rtl="0" eaLnBrk="1" fontAlgn="auto" latinLnBrk="0" hangingPunct="1">
              <a:lnSpc>
                <a:spcPts val="2590"/>
              </a:lnSpc>
              <a:spcBef>
                <a:spcPts val="1070"/>
              </a:spcBef>
              <a:spcAft>
                <a:spcPts val="0"/>
              </a:spcAft>
              <a:buClrTx/>
              <a:buSzTx/>
              <a:buFontTx/>
              <a:buNone/>
              <a:tabLst/>
              <a:defRPr/>
            </a:pPr>
            <a:r>
              <a:rPr lang="en-GB" altLang="ja-JP" sz="2400" dirty="0">
                <a:solidFill>
                  <a:prstClr val="black"/>
                </a:solidFill>
                <a:cs typeface="Yu Gothic"/>
              </a:rPr>
              <a:t>Ruby allows developers to define the private field with `private` keyword.</a:t>
            </a:r>
          </a:p>
          <a:p>
            <a:pPr marL="12700" marR="158750" lvl="0" indent="0" algn="just" defTabSz="914400" rtl="0" eaLnBrk="1" fontAlgn="auto" latinLnBrk="0" hangingPunct="1">
              <a:lnSpc>
                <a:spcPts val="2590"/>
              </a:lnSpc>
              <a:spcBef>
                <a:spcPts val="1070"/>
              </a:spcBef>
              <a:spcAft>
                <a:spcPts val="0"/>
              </a:spcAft>
              <a:buClrTx/>
              <a:buSzTx/>
              <a:buFontTx/>
              <a:buNone/>
              <a:tabLst/>
              <a:defRPr/>
            </a:pPr>
            <a:r>
              <a:rPr lang="en-GB" altLang="ja-JP" sz="2400" dirty="0">
                <a:solidFill>
                  <a:prstClr val="black"/>
                </a:solidFill>
                <a:cs typeface="Yu Gothic"/>
              </a:rPr>
              <a:t>In contrast, Python has</a:t>
            </a:r>
            <a:r>
              <a:rPr lang="ja-JP" altLang="en-US" sz="2400" dirty="0">
                <a:solidFill>
                  <a:prstClr val="black"/>
                </a:solidFill>
                <a:cs typeface="Yu Gothic"/>
              </a:rPr>
              <a:t> </a:t>
            </a:r>
            <a:r>
              <a:rPr lang="en-GB" altLang="ja-JP" sz="2400" dirty="0">
                <a:solidFill>
                  <a:prstClr val="black"/>
                </a:solidFill>
                <a:cs typeface="Yu Gothic"/>
              </a:rPr>
              <a:t>no</a:t>
            </a:r>
            <a:r>
              <a:rPr lang="ja-JP" altLang="en-US" sz="2400" dirty="0">
                <a:solidFill>
                  <a:prstClr val="black"/>
                </a:solidFill>
                <a:cs typeface="Yu Gothic"/>
              </a:rPr>
              <a:t> </a:t>
            </a:r>
            <a:r>
              <a:rPr lang="en-GB" altLang="ja-JP" sz="2400" dirty="0">
                <a:solidFill>
                  <a:prstClr val="black"/>
                </a:solidFill>
                <a:cs typeface="Yu Gothic"/>
              </a:rPr>
              <a:t>concept</a:t>
            </a:r>
            <a:r>
              <a:rPr lang="ja-JP" altLang="en-US" sz="2400" dirty="0">
                <a:solidFill>
                  <a:prstClr val="black"/>
                </a:solidFill>
                <a:cs typeface="Yu Gothic"/>
              </a:rPr>
              <a:t> </a:t>
            </a:r>
            <a:r>
              <a:rPr lang="en-GB" altLang="ja-JP" sz="2400" dirty="0">
                <a:solidFill>
                  <a:prstClr val="black"/>
                </a:solidFill>
                <a:cs typeface="Yu Gothic"/>
              </a:rPr>
              <a:t>of</a:t>
            </a:r>
            <a:r>
              <a:rPr lang="ja-JP" altLang="en-US" sz="2400" dirty="0">
                <a:solidFill>
                  <a:prstClr val="black"/>
                </a:solidFill>
                <a:cs typeface="Yu Gothic"/>
              </a:rPr>
              <a:t> </a:t>
            </a:r>
            <a:r>
              <a:rPr lang="en-GB" altLang="ja-JP" sz="2400" dirty="0">
                <a:solidFill>
                  <a:prstClr val="black"/>
                </a:solidFill>
                <a:cs typeface="Yu Gothic"/>
              </a:rPr>
              <a:t>private field itself.</a:t>
            </a:r>
          </a:p>
        </p:txBody>
      </p:sp>
    </p:spTree>
    <p:extLst>
      <p:ext uri="{BB962C8B-B14F-4D97-AF65-F5344CB8AC3E}">
        <p14:creationId xmlns:p14="http://schemas.microsoft.com/office/powerpoint/2010/main" val="31581053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a:extLst>
            <a:ext uri="{FF2B5EF4-FFF2-40B4-BE49-F238E27FC236}">
              <a16:creationId xmlns:a16="http://schemas.microsoft.com/office/drawing/2014/main" id="{CCBA450D-57F3-BA33-62F0-64BB59A08DE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8111C45-722A-2414-9273-FD0D908C8F20}"/>
              </a:ext>
            </a:extLst>
          </p:cNvPr>
          <p:cNvSpPr>
            <a:spLocks noGrp="1"/>
          </p:cNvSpPr>
          <p:nvPr>
            <p:ph type="title"/>
          </p:nvPr>
        </p:nvSpPr>
        <p:spPr/>
        <p:txBody>
          <a:bodyPr/>
          <a:lstStyle/>
          <a:p>
            <a:pPr algn="ctr"/>
            <a:r>
              <a:rPr kumimoji="0" lang="en-GB"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 3 Different Features between Ruby and Python</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1847FE11-53BA-ECD4-4CE6-AD63ABD3F9E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02FC8D93-B5AC-658C-7D0B-18C7B251FA81}"/>
              </a:ext>
            </a:extLst>
          </p:cNvPr>
          <p:cNvSpPr>
            <a:spLocks noGrp="1"/>
          </p:cNvSpPr>
          <p:nvPr>
            <p:ph idx="1"/>
          </p:nvPr>
        </p:nvSpPr>
        <p:spPr>
          <a:xfrm>
            <a:off x="838200" y="1825625"/>
            <a:ext cx="10515600" cy="4351338"/>
          </a:xfrm>
        </p:spPr>
        <p:txBody>
          <a:bodyPr>
            <a:normAutofit/>
          </a:bodyPr>
          <a:lstStyle/>
          <a:p>
            <a:pPr marL="12700" marR="0" lvl="0" indent="0" algn="just" defTabSz="914400" rtl="0" eaLnBrk="1" fontAlgn="auto" latinLnBrk="0" hangingPunct="1">
              <a:lnSpc>
                <a:spcPct val="100000"/>
              </a:lnSpc>
              <a:spcBef>
                <a:spcPts val="955"/>
              </a:spcBef>
              <a:spcAft>
                <a:spcPts val="0"/>
              </a:spcAft>
              <a:buClrTx/>
              <a:buSzTx/>
              <a:buFontTx/>
              <a:buNone/>
              <a:tabLst/>
              <a:defRPr/>
            </a:pPr>
            <a:r>
              <a:rPr kumimoji="0" lang="ja-JP" altLang="en-US" b="1" i="0" u="none" strike="noStrike" kern="1200" cap="none" spc="-5" normalizeH="0" baseline="0" noProof="0" dirty="0">
                <a:ln>
                  <a:noFill/>
                </a:ln>
                <a:solidFill>
                  <a:prstClr val="black"/>
                </a:solidFill>
                <a:effectLst/>
                <a:uLnTx/>
                <a:uFillTx/>
                <a:latin typeface="Yu Gothic"/>
                <a:cs typeface="Yu Gothic"/>
              </a:rPr>
              <a:t>①</a:t>
            </a:r>
            <a:r>
              <a:rPr kumimoji="0" lang="ja-JP" altLang="en-US" b="1" i="0" u="none" strike="noStrike" kern="1200" cap="none" spc="-165" normalizeH="0" baseline="0" noProof="0" dirty="0">
                <a:ln>
                  <a:noFill/>
                </a:ln>
                <a:solidFill>
                  <a:prstClr val="black"/>
                </a:solidFill>
                <a:effectLst/>
                <a:uLnTx/>
                <a:uFillTx/>
                <a:latin typeface="Yu Gothic"/>
                <a:cs typeface="Yu Gothic"/>
              </a:rPr>
              <a:t> </a:t>
            </a:r>
            <a:r>
              <a:rPr lang="en-GB" altLang="ja-JP" b="1" dirty="0">
                <a:uFill>
                  <a:solidFill>
                    <a:srgbClr val="0462C1"/>
                  </a:solidFill>
                </a:uFill>
                <a:latin typeface="Yu Gothic"/>
                <a:cs typeface="Yu Gothic"/>
              </a:rPr>
              <a:t>Presence of Concept of Private Field</a:t>
            </a:r>
            <a:endParaRPr kumimoji="0" lang="ja-JP" altLang="en-US" sz="3200" b="1" i="0" u="none" strike="noStrike" kern="1200" cap="none" spc="-5" normalizeH="0" baseline="0" noProof="0" dirty="0">
              <a:ln>
                <a:noFill/>
              </a:ln>
              <a:solidFill>
                <a:prstClr val="black"/>
              </a:solidFill>
              <a:effectLst/>
              <a:uLnTx/>
              <a:uFillTx/>
              <a:latin typeface="Yu Gothic"/>
              <a:cs typeface="Yu Gothic"/>
            </a:endParaRPr>
          </a:p>
        </p:txBody>
      </p:sp>
      <p:pic>
        <p:nvPicPr>
          <p:cNvPr id="8" name="Picture 7">
            <a:extLst>
              <a:ext uri="{FF2B5EF4-FFF2-40B4-BE49-F238E27FC236}">
                <a16:creationId xmlns:a16="http://schemas.microsoft.com/office/drawing/2014/main" id="{C779A069-D274-651A-E48B-7FABEC7556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23565" y="2306991"/>
            <a:ext cx="4247066" cy="3873189"/>
          </a:xfrm>
          <a:prstGeom prst="rect">
            <a:avLst/>
          </a:prstGeom>
        </p:spPr>
      </p:pic>
      <p:pic>
        <p:nvPicPr>
          <p:cNvPr id="9" name="Picture 8">
            <a:extLst>
              <a:ext uri="{FF2B5EF4-FFF2-40B4-BE49-F238E27FC236}">
                <a16:creationId xmlns:a16="http://schemas.microsoft.com/office/drawing/2014/main" id="{D0B61481-87D1-954D-3C1A-F47FF2533A6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2306991"/>
            <a:ext cx="6585365" cy="3869971"/>
          </a:xfrm>
          <a:prstGeom prst="rect">
            <a:avLst/>
          </a:prstGeom>
        </p:spPr>
      </p:pic>
      <p:sp>
        <p:nvSpPr>
          <p:cNvPr id="10" name="Rectangle 9">
            <a:extLst>
              <a:ext uri="{FF2B5EF4-FFF2-40B4-BE49-F238E27FC236}">
                <a16:creationId xmlns:a16="http://schemas.microsoft.com/office/drawing/2014/main" id="{6CD26179-BA58-104F-5E14-A9BE03BFBCC8}"/>
              </a:ext>
            </a:extLst>
          </p:cNvPr>
          <p:cNvSpPr/>
          <p:nvPr/>
        </p:nvSpPr>
        <p:spPr>
          <a:xfrm>
            <a:off x="1057136" y="3372129"/>
            <a:ext cx="3840480" cy="1904628"/>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9957289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a:extLst>
            <a:ext uri="{FF2B5EF4-FFF2-40B4-BE49-F238E27FC236}">
              <a16:creationId xmlns:a16="http://schemas.microsoft.com/office/drawing/2014/main" id="{A2D64130-3777-1561-A634-3C4B68C8876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D345A51-34AB-7435-46CD-EA80AD20DE1B}"/>
              </a:ext>
            </a:extLst>
          </p:cNvPr>
          <p:cNvSpPr>
            <a:spLocks noGrp="1"/>
          </p:cNvSpPr>
          <p:nvPr>
            <p:ph type="title"/>
          </p:nvPr>
        </p:nvSpPr>
        <p:spPr/>
        <p:txBody>
          <a:bodyPr/>
          <a:lstStyle/>
          <a:p>
            <a:pPr algn="ctr"/>
            <a:r>
              <a:rPr kumimoji="0" lang="en-GB"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 3 Different Features between Ruby and Python</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323B76A4-B0A0-4F99-5866-E1650924127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7A692F56-DEDB-6A0E-5D87-0C1699CADBDF}"/>
              </a:ext>
            </a:extLst>
          </p:cNvPr>
          <p:cNvSpPr>
            <a:spLocks noGrp="1"/>
          </p:cNvSpPr>
          <p:nvPr>
            <p:ph idx="1"/>
          </p:nvPr>
        </p:nvSpPr>
        <p:spPr>
          <a:xfrm>
            <a:off x="838200" y="1825625"/>
            <a:ext cx="10515600" cy="4351338"/>
          </a:xfrm>
        </p:spPr>
        <p:txBody>
          <a:bodyPr>
            <a:normAutofit fontScale="92500" lnSpcReduction="10000"/>
          </a:bodyPr>
          <a:lstStyle/>
          <a:p>
            <a:pPr marL="12700" marR="0" lvl="0" indent="0" algn="just" defTabSz="914400" rtl="0" eaLnBrk="1" fontAlgn="auto" latinLnBrk="0" hangingPunct="1">
              <a:lnSpc>
                <a:spcPct val="100000"/>
              </a:lnSpc>
              <a:spcBef>
                <a:spcPts val="955"/>
              </a:spcBef>
              <a:spcAft>
                <a:spcPts val="0"/>
              </a:spcAft>
              <a:buClrTx/>
              <a:buSzTx/>
              <a:buFontTx/>
              <a:buNone/>
              <a:tabLst/>
              <a:defRPr/>
            </a:pPr>
            <a:r>
              <a:rPr kumimoji="0" lang="ja-JP" altLang="en-US" b="1" i="0" u="none" strike="noStrike" kern="1200" cap="none" spc="-5" normalizeH="0" baseline="0" noProof="0" dirty="0">
                <a:ln>
                  <a:noFill/>
                </a:ln>
                <a:solidFill>
                  <a:prstClr val="black"/>
                </a:solidFill>
                <a:effectLst/>
                <a:uLnTx/>
                <a:uFillTx/>
                <a:cs typeface="Yu Gothic"/>
              </a:rPr>
              <a:t>①</a:t>
            </a:r>
            <a:r>
              <a:rPr kumimoji="0" lang="ja-JP" altLang="en-US" b="1" i="0" u="none" strike="noStrike" kern="1200" cap="none" spc="-165" normalizeH="0" baseline="0" noProof="0" dirty="0">
                <a:ln>
                  <a:noFill/>
                </a:ln>
                <a:solidFill>
                  <a:prstClr val="black"/>
                </a:solidFill>
                <a:effectLst/>
                <a:uLnTx/>
                <a:uFillTx/>
                <a:cs typeface="Yu Gothic"/>
              </a:rPr>
              <a:t> </a:t>
            </a:r>
            <a:r>
              <a:rPr lang="en-GB" altLang="ja-JP" b="1" dirty="0">
                <a:uFill>
                  <a:solidFill>
                    <a:srgbClr val="0462C1"/>
                  </a:solidFill>
                </a:uFill>
                <a:cs typeface="Yu Gothic"/>
              </a:rPr>
              <a:t>Presence of Concept of Private Field</a:t>
            </a:r>
            <a:endParaRPr kumimoji="0" lang="ja-JP" altLang="en-US" sz="3200" b="1" i="0" u="none" strike="noStrike" kern="1200" cap="none" spc="-5" normalizeH="0" baseline="0" noProof="0" dirty="0">
              <a:ln>
                <a:noFill/>
              </a:ln>
              <a:solidFill>
                <a:prstClr val="black"/>
              </a:solidFill>
              <a:effectLst/>
              <a:uLnTx/>
              <a:uFillTx/>
              <a:cs typeface="Yu Gothic"/>
            </a:endParaRPr>
          </a:p>
          <a:p>
            <a:pPr marL="42545" indent="0">
              <a:lnSpc>
                <a:spcPct val="100000"/>
              </a:lnSpc>
              <a:spcBef>
                <a:spcPts val="384"/>
              </a:spcBef>
              <a:buNone/>
              <a:defRPr/>
            </a:pPr>
            <a:r>
              <a:rPr kumimoji="0" lang="en-GB" altLang="ja-JP" sz="2400" i="0" u="none" strike="noStrike" kern="0" cap="none" spc="-5" normalizeH="0" baseline="0" noProof="0" dirty="0">
                <a:ln>
                  <a:noFill/>
                </a:ln>
                <a:solidFill>
                  <a:prstClr val="black"/>
                </a:solidFill>
                <a:effectLst/>
                <a:uLnTx/>
                <a:uFillTx/>
                <a:ea typeface="+mn-ea"/>
              </a:rPr>
              <a:t>As mentioned in </a:t>
            </a:r>
            <a:r>
              <a:rPr kumimoji="0" lang="en-GB" altLang="ja-JP" sz="2400" i="0" u="none" strike="noStrike" kern="0" cap="none" spc="-5" normalizeH="0" baseline="0" noProof="0" dirty="0">
                <a:ln>
                  <a:noFill/>
                </a:ln>
                <a:solidFill>
                  <a:prstClr val="black"/>
                </a:solidFill>
                <a:effectLst/>
                <a:uLnTx/>
                <a:uFillTx/>
                <a:hlinkClick r:id="rId3" action="ppaction://hlinksldjump"/>
              </a:rPr>
              <a:t>2. 3 Common Features between Ruby and Python &gt; ① Object-Oriented &gt; 3. Encapsulation</a:t>
            </a:r>
            <a:r>
              <a:rPr kumimoji="0" lang="en-GB" altLang="ja-JP" sz="2400" i="0" u="none" strike="noStrike" kern="0" cap="none" spc="-5" normalizeH="0" baseline="0" noProof="0" dirty="0">
                <a:ln>
                  <a:noFill/>
                </a:ln>
                <a:solidFill>
                  <a:prstClr val="black"/>
                </a:solidFill>
                <a:effectLst/>
                <a:uLnTx/>
                <a:uFillTx/>
                <a:ea typeface="+mn-ea"/>
              </a:rPr>
              <a:t>, </a:t>
            </a:r>
            <a:r>
              <a:rPr kumimoji="0" lang="en-GB" altLang="ja-JP" sz="2400" b="1" i="0" u="none" strike="noStrike" kern="0" cap="none" spc="-5" normalizeH="0" baseline="0" noProof="0" dirty="0">
                <a:ln>
                  <a:noFill/>
                </a:ln>
                <a:solidFill>
                  <a:prstClr val="black"/>
                </a:solidFill>
                <a:effectLst/>
                <a:uLnTx/>
                <a:uFillTx/>
                <a:ea typeface="+mn-ea"/>
              </a:rPr>
              <a:t>Object-Oriented programming languages normally have system which conceal </a:t>
            </a:r>
            <a:r>
              <a:rPr lang="en-GB" altLang="ja-JP" sz="2400" b="1" kern="0" spc="-5" dirty="0">
                <a:solidFill>
                  <a:prstClr val="black"/>
                </a:solidFill>
              </a:rPr>
              <a:t>the detailed inner data processing and sustained data, but </a:t>
            </a:r>
            <a:r>
              <a:rPr lang="en-GB" altLang="ja-JP" sz="2400" b="1" dirty="0">
                <a:solidFill>
                  <a:prstClr val="black"/>
                </a:solidFill>
                <a:ea typeface="+mj-ea"/>
                <a:cs typeface="Yu Gothic"/>
              </a:rPr>
              <a:t>Python</a:t>
            </a:r>
            <a:r>
              <a:rPr lang="en-GB" altLang="ja-JP" sz="2400" b="1" dirty="0">
                <a:solidFill>
                  <a:prstClr val="black"/>
                </a:solidFill>
                <a:cs typeface="Yu Gothic"/>
              </a:rPr>
              <a:t> does not</a:t>
            </a:r>
            <a:r>
              <a:rPr lang="en-GB" altLang="ja-JP" sz="2400" dirty="0">
                <a:solidFill>
                  <a:prstClr val="black"/>
                </a:solidFill>
                <a:cs typeface="Yu Gothic"/>
              </a:rPr>
              <a:t>.</a:t>
            </a:r>
          </a:p>
          <a:p>
            <a:pPr marL="42545" indent="0">
              <a:lnSpc>
                <a:spcPct val="100000"/>
              </a:lnSpc>
              <a:spcBef>
                <a:spcPts val="384"/>
              </a:spcBef>
              <a:buNone/>
              <a:defRPr/>
            </a:pPr>
            <a:r>
              <a:rPr kumimoji="0" lang="en-GB" altLang="ja-JP" sz="2400" i="0" u="none" strike="noStrike" kern="0" cap="none" spc="-5" normalizeH="0" baseline="0" noProof="0" dirty="0">
                <a:ln>
                  <a:noFill/>
                </a:ln>
                <a:solidFill>
                  <a:prstClr val="black"/>
                </a:solidFill>
                <a:effectLst/>
                <a:uLnTx/>
                <a:uFillTx/>
                <a:ea typeface="+mn-ea"/>
              </a:rPr>
              <a:t>This allows method calls and override of data even outside of the class with their definition, which is terribly vulnerable to security risks and bugs.</a:t>
            </a:r>
          </a:p>
          <a:p>
            <a:pPr marL="42545" indent="0">
              <a:lnSpc>
                <a:spcPct val="100000"/>
              </a:lnSpc>
              <a:spcBef>
                <a:spcPts val="384"/>
              </a:spcBef>
              <a:buNone/>
              <a:defRPr/>
            </a:pPr>
            <a:r>
              <a:rPr lang="en-GB" altLang="ja-JP" sz="2400" kern="0" spc="-5" dirty="0">
                <a:solidFill>
                  <a:prstClr val="black"/>
                </a:solidFill>
              </a:rPr>
              <a:t>Also, `def _method` and `def __method__` implicitly enables developers to tell public methods from private ones; however, it is not guaranteed by the Python's paradigm, so this means is not safe at all.</a:t>
            </a:r>
          </a:p>
          <a:p>
            <a:pPr marL="42545" indent="0">
              <a:lnSpc>
                <a:spcPct val="100000"/>
              </a:lnSpc>
              <a:spcBef>
                <a:spcPts val="384"/>
              </a:spcBef>
              <a:buNone/>
              <a:defRPr/>
            </a:pPr>
            <a:r>
              <a:rPr kumimoji="0" lang="en-GB" altLang="ja-JP" sz="2400" i="0" u="none" strike="noStrike" kern="0" cap="none" spc="-5" normalizeH="0" baseline="0" noProof="0" dirty="0">
                <a:ln>
                  <a:noFill/>
                </a:ln>
                <a:solidFill>
                  <a:prstClr val="black"/>
                </a:solidFill>
                <a:effectLst/>
                <a:uLnTx/>
                <a:uFillTx/>
                <a:ea typeface="+mn-ea"/>
              </a:rPr>
              <a:t>What is worse, methods provided by libraries often start with `_`, so the way shown above can unexpectedly override the library method.</a:t>
            </a:r>
          </a:p>
          <a:p>
            <a:pPr marL="42545" indent="0">
              <a:lnSpc>
                <a:spcPct val="100000"/>
              </a:lnSpc>
              <a:spcBef>
                <a:spcPts val="384"/>
              </a:spcBef>
              <a:buNone/>
              <a:defRPr/>
            </a:pPr>
            <a:r>
              <a:rPr lang="en-GB" altLang="ja-JP" sz="2400" kern="0" spc="-5" dirty="0">
                <a:solidFill>
                  <a:prstClr val="black"/>
                </a:solidFill>
              </a:rPr>
              <a:t>This is reported on X and Quora as far as I observed.</a:t>
            </a:r>
            <a:endParaRPr kumimoji="0" lang="en-GB" altLang="ja-JP" sz="2400" i="0" u="none" strike="noStrike" kern="0" cap="none" spc="-5" normalizeH="0" baseline="0" noProof="0" dirty="0">
              <a:ln>
                <a:noFill/>
              </a:ln>
              <a:solidFill>
                <a:prstClr val="black"/>
              </a:solidFill>
              <a:effectLst/>
              <a:uLnTx/>
              <a:uFillTx/>
              <a:ea typeface="+mn-ea"/>
            </a:endParaRPr>
          </a:p>
        </p:txBody>
      </p:sp>
    </p:spTree>
    <p:extLst>
      <p:ext uri="{BB962C8B-B14F-4D97-AF65-F5344CB8AC3E}">
        <p14:creationId xmlns:p14="http://schemas.microsoft.com/office/powerpoint/2010/main" val="8802191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kumimoji="0" lang="en-GB"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 3 Different Features between Ruby and Python</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42545" marR="0" lvl="0" indent="0" defTabSz="914400" eaLnBrk="1" fontAlgn="auto" latinLnBrk="0" hangingPunct="1">
              <a:lnSpc>
                <a:spcPct val="100000"/>
              </a:lnSpc>
              <a:spcBef>
                <a:spcPts val="384"/>
              </a:spcBef>
              <a:spcAft>
                <a:spcPts val="0"/>
              </a:spcAft>
              <a:buClrTx/>
              <a:buSzTx/>
              <a:buFontTx/>
              <a:buNone/>
              <a:tabLst/>
              <a:defRPr/>
            </a:pPr>
            <a:r>
              <a:rPr kumimoji="0" lang="ja-JP" altLang="en-US" b="1" i="0" u="none" strike="noStrike" kern="0" cap="none" spc="-5" normalizeH="0" baseline="0" noProof="0" dirty="0">
                <a:ln>
                  <a:noFill/>
                </a:ln>
                <a:solidFill>
                  <a:prstClr val="black"/>
                </a:solidFill>
                <a:effectLst/>
                <a:uLnTx/>
                <a:uFillTx/>
                <a:ea typeface="+mn-ea"/>
              </a:rPr>
              <a:t>② </a:t>
            </a:r>
            <a:r>
              <a:rPr kumimoji="0" lang="en-GB" altLang="ja-JP" b="1" i="0" strike="noStrike" kern="1200" cap="none" spc="-5" normalizeH="0" baseline="0" noProof="0" dirty="0">
                <a:ln>
                  <a:noFill/>
                </a:ln>
                <a:effectLst/>
                <a:uLnTx/>
                <a:uFill>
                  <a:solidFill>
                    <a:srgbClr val="0462C1"/>
                  </a:solidFill>
                </a:uFill>
                <a:ea typeface="+mn-ea"/>
                <a:cs typeface="Yu Gothic"/>
              </a:rPr>
              <a:t>The Way to Cache Return Value via Delayed Evaluation</a:t>
            </a:r>
            <a:endParaRPr lang="en-GB" altLang="ja-JP" b="1" spc="-5" dirty="0">
              <a:uFill>
                <a:solidFill>
                  <a:srgbClr val="0462C1"/>
                </a:solidFill>
              </a:uFill>
              <a:cs typeface="Yu Gothic"/>
            </a:endParaRPr>
          </a:p>
          <a:p>
            <a:pPr marL="42545" marR="0" lvl="0" indent="0" defTabSz="914400" eaLnBrk="1" fontAlgn="auto" latinLnBrk="0" hangingPunct="1">
              <a:lnSpc>
                <a:spcPct val="100000"/>
              </a:lnSpc>
              <a:spcBef>
                <a:spcPts val="384"/>
              </a:spcBef>
              <a:spcAft>
                <a:spcPts val="0"/>
              </a:spcAft>
              <a:buClrTx/>
              <a:buSzTx/>
              <a:buFontTx/>
              <a:buNone/>
              <a:tabLst/>
              <a:defRPr/>
            </a:pPr>
            <a:r>
              <a:rPr lang="en-GB" altLang="ja-JP" sz="2400" kern="0" spc="-5" dirty="0">
                <a:solidFill>
                  <a:prstClr val="black"/>
                </a:solidFill>
              </a:rPr>
              <a:t>What symbols are available totally depends on the programming language.</a:t>
            </a:r>
          </a:p>
          <a:p>
            <a:pPr marL="42545" marR="0" lvl="0" indent="0" defTabSz="914400" eaLnBrk="1" fontAlgn="auto" latinLnBrk="0" hangingPunct="1">
              <a:lnSpc>
                <a:spcPct val="100000"/>
              </a:lnSpc>
              <a:spcBef>
                <a:spcPts val="384"/>
              </a:spcBef>
              <a:spcAft>
                <a:spcPts val="0"/>
              </a:spcAft>
              <a:buClrTx/>
              <a:buSzTx/>
              <a:buFontTx/>
              <a:buNone/>
              <a:tabLst/>
              <a:defRPr/>
            </a:pPr>
            <a:r>
              <a:rPr kumimoji="0" lang="en-GB" altLang="ja-JP" sz="2400" i="0" u="none" strike="noStrike" kern="0" cap="none" spc="-5" normalizeH="0" baseline="0" noProof="0" dirty="0">
                <a:ln>
                  <a:noFill/>
                </a:ln>
                <a:solidFill>
                  <a:prstClr val="black"/>
                </a:solidFill>
                <a:effectLst/>
                <a:uLnTx/>
                <a:uFillTx/>
                <a:ea typeface="+mn-ea"/>
              </a:rPr>
              <a:t>`||` is one of the familiar examples.</a:t>
            </a:r>
          </a:p>
          <a:p>
            <a:pPr marL="42545" marR="0" lvl="0" indent="0" defTabSz="914400" eaLnBrk="1" fontAlgn="auto" latinLnBrk="0" hangingPunct="1">
              <a:lnSpc>
                <a:spcPct val="100000"/>
              </a:lnSpc>
              <a:spcBef>
                <a:spcPts val="384"/>
              </a:spcBef>
              <a:spcAft>
                <a:spcPts val="0"/>
              </a:spcAft>
              <a:buClrTx/>
              <a:buSzTx/>
              <a:buFontTx/>
              <a:buNone/>
              <a:tabLst/>
              <a:defRPr/>
            </a:pPr>
            <a:r>
              <a:rPr kumimoji="0" lang="en-GB" altLang="ja-JP" sz="2400" i="0" u="none" strike="noStrike" kern="0" cap="none" spc="-5" normalizeH="0" baseline="0" noProof="0" dirty="0">
                <a:ln>
                  <a:noFill/>
                </a:ln>
                <a:solidFill>
                  <a:prstClr val="black"/>
                </a:solidFill>
                <a:effectLst/>
                <a:uLnTx/>
                <a:uFillTx/>
                <a:ea typeface="+mn-ea"/>
              </a:rPr>
              <a:t>Ruby utilises this symbol for memoization, caching in other words.</a:t>
            </a:r>
          </a:p>
          <a:p>
            <a:pPr marL="42545" marR="0" lvl="0" indent="0" defTabSz="914400" eaLnBrk="1" fontAlgn="auto" latinLnBrk="0" hangingPunct="1">
              <a:lnSpc>
                <a:spcPct val="100000"/>
              </a:lnSpc>
              <a:spcBef>
                <a:spcPts val="384"/>
              </a:spcBef>
              <a:spcAft>
                <a:spcPts val="0"/>
              </a:spcAft>
              <a:buClrTx/>
              <a:buSzTx/>
              <a:buFontTx/>
              <a:buNone/>
              <a:tabLst/>
              <a:defRPr/>
            </a:pPr>
            <a:endParaRPr kumimoji="0" lang="en-GB" altLang="ja-JP" sz="2400" i="0" u="none" strike="noStrike" kern="0" cap="none" spc="-5" normalizeH="0" baseline="0" noProof="0" dirty="0">
              <a:ln>
                <a:noFill/>
              </a:ln>
              <a:solidFill>
                <a:prstClr val="black"/>
              </a:solidFill>
              <a:effectLst/>
              <a:uLnTx/>
              <a:uFillTx/>
              <a:ea typeface="+mn-ea"/>
            </a:endParaRPr>
          </a:p>
          <a:p>
            <a:pPr marL="42545" marR="0" lvl="0" indent="0" defTabSz="914400" eaLnBrk="1" fontAlgn="auto" latinLnBrk="0" hangingPunct="1">
              <a:lnSpc>
                <a:spcPct val="100000"/>
              </a:lnSpc>
              <a:spcBef>
                <a:spcPts val="384"/>
              </a:spcBef>
              <a:spcAft>
                <a:spcPts val="0"/>
              </a:spcAft>
              <a:buClrTx/>
              <a:buSzTx/>
              <a:buFontTx/>
              <a:buNone/>
              <a:tabLst/>
              <a:defRPr/>
            </a:pPr>
            <a:r>
              <a:rPr lang="en-GB" altLang="ja-JP" sz="2400" kern="0" spc="-5" dirty="0">
                <a:solidFill>
                  <a:prstClr val="black"/>
                </a:solidFill>
              </a:rPr>
              <a:t>On the contrary, `||` is not available in Python, so it does not provide </a:t>
            </a:r>
            <a:r>
              <a:rPr kumimoji="0" lang="en-GB" altLang="ja-JP" sz="2400" i="0" u="none" strike="noStrike" kern="0" cap="none" spc="-5" normalizeH="0" baseline="0" noProof="0" dirty="0">
                <a:ln>
                  <a:noFill/>
                </a:ln>
                <a:solidFill>
                  <a:prstClr val="black"/>
                </a:solidFill>
                <a:effectLst/>
                <a:uLnTx/>
                <a:uFillTx/>
                <a:ea typeface="+mn-ea"/>
              </a:rPr>
              <a:t>memoization in a method definitions via delayed evaluation as</a:t>
            </a:r>
            <a:r>
              <a:rPr lang="en-GB" altLang="ja-JP" sz="2400" kern="0" spc="-5" dirty="0">
                <a:solidFill>
                  <a:prstClr val="black"/>
                </a:solidFill>
              </a:rPr>
              <a:t> Ruby does.</a:t>
            </a:r>
          </a:p>
          <a:p>
            <a:pPr marL="42545" marR="0" lvl="0" indent="0" defTabSz="914400" eaLnBrk="1" fontAlgn="auto" latinLnBrk="0" hangingPunct="1">
              <a:lnSpc>
                <a:spcPct val="100000"/>
              </a:lnSpc>
              <a:spcBef>
                <a:spcPts val="384"/>
              </a:spcBef>
              <a:spcAft>
                <a:spcPts val="0"/>
              </a:spcAft>
              <a:buClrTx/>
              <a:buSzTx/>
              <a:buFontTx/>
              <a:buNone/>
              <a:tabLst/>
              <a:defRPr/>
            </a:pPr>
            <a:r>
              <a:rPr kumimoji="0" lang="en-GB" altLang="ja-JP" sz="2400" i="0" u="none" strike="noStrike" kern="0" cap="none" spc="-5" normalizeH="0" baseline="0" noProof="0" dirty="0">
                <a:ln>
                  <a:noFill/>
                </a:ln>
                <a:solidFill>
                  <a:prstClr val="black"/>
                </a:solidFill>
                <a:effectLst/>
                <a:uLnTx/>
                <a:uFillTx/>
                <a:ea typeface="+mn-ea"/>
              </a:rPr>
              <a:t>Python is </a:t>
            </a:r>
            <a:r>
              <a:rPr kumimoji="0" lang="en-GB" altLang="ja-JP" sz="2400" i="0" u="none" strike="noStrike" kern="0" cap="none" spc="-5" normalizeH="0" baseline="0" noProof="0">
                <a:ln>
                  <a:noFill/>
                </a:ln>
                <a:solidFill>
                  <a:prstClr val="black"/>
                </a:solidFill>
                <a:effectLst/>
                <a:uLnTx/>
                <a:uFillTx/>
                <a:ea typeface="+mn-ea"/>
              </a:rPr>
              <a:t>likely to allow </a:t>
            </a:r>
            <a:r>
              <a:rPr kumimoji="0" lang="en-GB" altLang="ja-JP" sz="2400" i="0" u="none" strike="noStrike" kern="0" cap="none" spc="-5" normalizeH="0" baseline="0" noProof="0" dirty="0">
                <a:ln>
                  <a:noFill/>
                </a:ln>
                <a:solidFill>
                  <a:prstClr val="black"/>
                </a:solidFill>
                <a:effectLst/>
                <a:uLnTx/>
                <a:uFillTx/>
                <a:ea typeface="+mn-ea"/>
              </a:rPr>
              <a:t>us only to cache data by assignment of a return value of a method to a instance variable as show on th</a:t>
            </a:r>
            <a:r>
              <a:rPr lang="en-GB" altLang="ja-JP" sz="2400" kern="0" spc="-5" dirty="0">
                <a:solidFill>
                  <a:prstClr val="black"/>
                </a:solidFill>
              </a:rPr>
              <a:t>e next slide.</a:t>
            </a:r>
            <a:endParaRPr kumimoji="0" lang="en-GB" altLang="ja-JP" sz="2400" i="0" u="none" strike="noStrike" kern="0" cap="none" spc="-5" normalizeH="0" baseline="0" noProof="0" dirty="0">
              <a:ln>
                <a:noFill/>
              </a:ln>
              <a:solidFill>
                <a:prstClr val="black"/>
              </a:solidFill>
              <a:effectLst/>
              <a:uLnTx/>
              <a:uFillTx/>
              <a:ea typeface="+mn-ea"/>
            </a:endParaRPr>
          </a:p>
        </p:txBody>
      </p:sp>
    </p:spTree>
    <p:extLst>
      <p:ext uri="{BB962C8B-B14F-4D97-AF65-F5344CB8AC3E}">
        <p14:creationId xmlns:p14="http://schemas.microsoft.com/office/powerpoint/2010/main" val="20897184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a:extLst>
            <a:ext uri="{FF2B5EF4-FFF2-40B4-BE49-F238E27FC236}">
              <a16:creationId xmlns:a16="http://schemas.microsoft.com/office/drawing/2014/main" id="{25E87B34-4486-7EC9-0D98-9EA3625FE3C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44CAAFA-E46E-F467-2BC0-E5D98C308B4B}"/>
              </a:ext>
            </a:extLst>
          </p:cNvPr>
          <p:cNvSpPr>
            <a:spLocks noGrp="1"/>
          </p:cNvSpPr>
          <p:nvPr>
            <p:ph type="title"/>
          </p:nvPr>
        </p:nvSpPr>
        <p:spPr/>
        <p:txBody>
          <a:bodyPr/>
          <a:lstStyle/>
          <a:p>
            <a:pPr algn="ctr"/>
            <a:r>
              <a:rPr kumimoji="0" lang="en-GB"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 3 Different Features between Ruby and Python</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E886D93F-647C-9261-9751-03F47336555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9A8B4D3D-4E1B-39AE-36DC-DF1E401BF132}"/>
              </a:ext>
            </a:extLst>
          </p:cNvPr>
          <p:cNvSpPr>
            <a:spLocks noGrp="1"/>
          </p:cNvSpPr>
          <p:nvPr>
            <p:ph idx="1"/>
          </p:nvPr>
        </p:nvSpPr>
        <p:spPr>
          <a:xfrm>
            <a:off x="838200" y="1825625"/>
            <a:ext cx="10515600" cy="4351338"/>
          </a:xfrm>
        </p:spPr>
        <p:txBody>
          <a:bodyPr>
            <a:normAutofit/>
          </a:bodyPr>
          <a:lstStyle/>
          <a:p>
            <a:pPr marL="42545" marR="0" lvl="0" indent="0" defTabSz="914400" eaLnBrk="1" fontAlgn="auto" latinLnBrk="0" hangingPunct="1">
              <a:lnSpc>
                <a:spcPct val="100000"/>
              </a:lnSpc>
              <a:spcBef>
                <a:spcPts val="384"/>
              </a:spcBef>
              <a:spcAft>
                <a:spcPts val="0"/>
              </a:spcAft>
              <a:buClrTx/>
              <a:buSzTx/>
              <a:buFontTx/>
              <a:buNone/>
              <a:tabLst/>
              <a:defRPr/>
            </a:pPr>
            <a:r>
              <a:rPr kumimoji="0" lang="ja-JP" altLang="en-US" b="1" i="0" u="none" strike="noStrike" kern="0" cap="none" spc="-5" normalizeH="0" baseline="0" noProof="0" dirty="0">
                <a:ln>
                  <a:noFill/>
                </a:ln>
                <a:solidFill>
                  <a:prstClr val="black"/>
                </a:solidFill>
                <a:effectLst/>
                <a:uLnTx/>
                <a:uFillTx/>
                <a:ea typeface="+mn-ea"/>
              </a:rPr>
              <a:t>② </a:t>
            </a:r>
            <a:r>
              <a:rPr kumimoji="0" lang="en-GB" altLang="ja-JP" b="1" i="0" strike="noStrike" kern="1200" cap="none" spc="-5" normalizeH="0" baseline="0" noProof="0" dirty="0">
                <a:ln>
                  <a:noFill/>
                </a:ln>
                <a:effectLst/>
                <a:uLnTx/>
                <a:uFill>
                  <a:solidFill>
                    <a:srgbClr val="0462C1"/>
                  </a:solidFill>
                </a:uFill>
                <a:ea typeface="+mn-ea"/>
                <a:cs typeface="Yu Gothic"/>
              </a:rPr>
              <a:t>The Way to Cache Return Value via Delayed Evaluation</a:t>
            </a:r>
          </a:p>
        </p:txBody>
      </p:sp>
      <p:pic>
        <p:nvPicPr>
          <p:cNvPr id="8" name="Picture 7">
            <a:extLst>
              <a:ext uri="{FF2B5EF4-FFF2-40B4-BE49-F238E27FC236}">
                <a16:creationId xmlns:a16="http://schemas.microsoft.com/office/drawing/2014/main" id="{2178B35D-1E43-5D96-340A-F9C8DC6AC3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23565" y="2306991"/>
            <a:ext cx="4247066" cy="3873189"/>
          </a:xfrm>
          <a:prstGeom prst="rect">
            <a:avLst/>
          </a:prstGeom>
        </p:spPr>
      </p:pic>
      <p:pic>
        <p:nvPicPr>
          <p:cNvPr id="9" name="Picture 8">
            <a:extLst>
              <a:ext uri="{FF2B5EF4-FFF2-40B4-BE49-F238E27FC236}">
                <a16:creationId xmlns:a16="http://schemas.microsoft.com/office/drawing/2014/main" id="{85DD0991-2634-258A-107C-5360DBFBE8E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2306991"/>
            <a:ext cx="6585365" cy="3869971"/>
          </a:xfrm>
          <a:prstGeom prst="rect">
            <a:avLst/>
          </a:prstGeom>
        </p:spPr>
      </p:pic>
      <p:sp>
        <p:nvSpPr>
          <p:cNvPr id="16" name="Rectangle 15">
            <a:extLst>
              <a:ext uri="{FF2B5EF4-FFF2-40B4-BE49-F238E27FC236}">
                <a16:creationId xmlns:a16="http://schemas.microsoft.com/office/drawing/2014/main" id="{74E6AF50-6556-4415-A18B-1A8778A48A92}"/>
              </a:ext>
            </a:extLst>
          </p:cNvPr>
          <p:cNvSpPr/>
          <p:nvPr/>
        </p:nvSpPr>
        <p:spPr>
          <a:xfrm>
            <a:off x="1101741" y="3716513"/>
            <a:ext cx="3470259" cy="321155"/>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a:extLst>
              <a:ext uri="{FF2B5EF4-FFF2-40B4-BE49-F238E27FC236}">
                <a16:creationId xmlns:a16="http://schemas.microsoft.com/office/drawing/2014/main" id="{20A8EFF9-44AB-35AC-3D04-A428D7C16A3F}"/>
              </a:ext>
            </a:extLst>
          </p:cNvPr>
          <p:cNvSpPr/>
          <p:nvPr/>
        </p:nvSpPr>
        <p:spPr>
          <a:xfrm>
            <a:off x="1200616" y="4264320"/>
            <a:ext cx="1172363" cy="115229"/>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19">
            <a:extLst>
              <a:ext uri="{FF2B5EF4-FFF2-40B4-BE49-F238E27FC236}">
                <a16:creationId xmlns:a16="http://schemas.microsoft.com/office/drawing/2014/main" id="{3383400D-7E68-3851-0AD3-14A02CC144C2}"/>
              </a:ext>
            </a:extLst>
          </p:cNvPr>
          <p:cNvSpPr/>
          <p:nvPr/>
        </p:nvSpPr>
        <p:spPr>
          <a:xfrm>
            <a:off x="1865972" y="4803300"/>
            <a:ext cx="1172363" cy="115229"/>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3AA13309-DFDF-DF41-4665-5D4284C5BE04}"/>
              </a:ext>
            </a:extLst>
          </p:cNvPr>
          <p:cNvSpPr/>
          <p:nvPr/>
        </p:nvSpPr>
        <p:spPr>
          <a:xfrm>
            <a:off x="7687106" y="3630065"/>
            <a:ext cx="1546220" cy="507752"/>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ectangle 21">
            <a:extLst>
              <a:ext uri="{FF2B5EF4-FFF2-40B4-BE49-F238E27FC236}">
                <a16:creationId xmlns:a16="http://schemas.microsoft.com/office/drawing/2014/main" id="{0C99860F-E92E-A6B4-BACE-D576CB7F2DDA}"/>
              </a:ext>
            </a:extLst>
          </p:cNvPr>
          <p:cNvSpPr/>
          <p:nvPr/>
        </p:nvSpPr>
        <p:spPr>
          <a:xfrm>
            <a:off x="7772481" y="2824127"/>
            <a:ext cx="2004907" cy="74531"/>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ectangle 22">
            <a:extLst>
              <a:ext uri="{FF2B5EF4-FFF2-40B4-BE49-F238E27FC236}">
                <a16:creationId xmlns:a16="http://schemas.microsoft.com/office/drawing/2014/main" id="{3BDCFA7A-9C5C-7C56-5664-D437BE0C1C5C}"/>
              </a:ext>
            </a:extLst>
          </p:cNvPr>
          <p:cNvSpPr/>
          <p:nvPr/>
        </p:nvSpPr>
        <p:spPr>
          <a:xfrm>
            <a:off x="8687696" y="4525032"/>
            <a:ext cx="915733" cy="74530"/>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23">
            <a:extLst>
              <a:ext uri="{FF2B5EF4-FFF2-40B4-BE49-F238E27FC236}">
                <a16:creationId xmlns:a16="http://schemas.microsoft.com/office/drawing/2014/main" id="{902134B6-E12B-1B0B-254B-4370CB68A126}"/>
              </a:ext>
            </a:extLst>
          </p:cNvPr>
          <p:cNvSpPr/>
          <p:nvPr/>
        </p:nvSpPr>
        <p:spPr>
          <a:xfrm>
            <a:off x="1865972" y="4995851"/>
            <a:ext cx="1172363" cy="115229"/>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24">
            <a:extLst>
              <a:ext uri="{FF2B5EF4-FFF2-40B4-BE49-F238E27FC236}">
                <a16:creationId xmlns:a16="http://schemas.microsoft.com/office/drawing/2014/main" id="{DEACAE45-B835-8463-2D88-20F6FE8EFFC1}"/>
              </a:ext>
            </a:extLst>
          </p:cNvPr>
          <p:cNvSpPr/>
          <p:nvPr/>
        </p:nvSpPr>
        <p:spPr>
          <a:xfrm>
            <a:off x="8161653" y="5052259"/>
            <a:ext cx="915733" cy="74530"/>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a:extLst>
              <a:ext uri="{FF2B5EF4-FFF2-40B4-BE49-F238E27FC236}">
                <a16:creationId xmlns:a16="http://schemas.microsoft.com/office/drawing/2014/main" id="{018FBD9B-DDE0-71A7-A3D5-CC90A5F71446}"/>
              </a:ext>
            </a:extLst>
          </p:cNvPr>
          <p:cNvSpPr/>
          <p:nvPr/>
        </p:nvSpPr>
        <p:spPr>
          <a:xfrm>
            <a:off x="8169247" y="5346537"/>
            <a:ext cx="915733" cy="74530"/>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977221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kumimoji="0" lang="en-GB"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 3 Different Features between Ruby and Python</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12700" marR="0" lvl="0" indent="0" algn="l" defTabSz="914400" rtl="0" eaLnBrk="1" fontAlgn="auto" latinLnBrk="0" hangingPunct="1">
              <a:lnSpc>
                <a:spcPts val="3329"/>
              </a:lnSpc>
              <a:spcBef>
                <a:spcPts val="95"/>
              </a:spcBef>
              <a:spcAft>
                <a:spcPts val="0"/>
              </a:spcAft>
              <a:buClrTx/>
              <a:buSzTx/>
              <a:buFontTx/>
              <a:buNone/>
              <a:tabLst/>
              <a:defRPr/>
            </a:pPr>
            <a:r>
              <a:rPr kumimoji="0" lang="ja-JP" altLang="en-US" sz="2800" b="1" i="0" u="none" strike="noStrike" kern="1200" cap="none" spc="-5" normalizeH="0" baseline="0" noProof="0" dirty="0">
                <a:ln>
                  <a:noFill/>
                </a:ln>
                <a:solidFill>
                  <a:prstClr val="black"/>
                </a:solidFill>
                <a:effectLst/>
                <a:uLnTx/>
                <a:uFillTx/>
                <a:ea typeface="+mn-ea"/>
                <a:cs typeface="Yu Gothic"/>
              </a:rPr>
              <a:t>③ </a:t>
            </a:r>
            <a:r>
              <a:rPr kumimoji="0" lang="en-GB" altLang="ja-JP" sz="2800" b="1" i="0" strike="noStrike" kern="1200" cap="none" spc="-5" normalizeH="0" baseline="0" noProof="0" dirty="0">
                <a:ln>
                  <a:noFill/>
                </a:ln>
                <a:effectLst/>
                <a:uLnTx/>
                <a:uFill>
                  <a:solidFill>
                    <a:srgbClr val="0462C1"/>
                  </a:solidFill>
                </a:uFill>
                <a:ea typeface="+mn-ea"/>
                <a:cs typeface="Yu Gothic"/>
              </a:rPr>
              <a:t>Receiver and Argument</a:t>
            </a:r>
            <a:endParaRPr kumimoji="0" lang="ja-JP" altLang="en-US" sz="2800" b="0" i="0" u="none" strike="noStrike" kern="1200" cap="none" spc="0" normalizeH="0" baseline="0" noProof="0" dirty="0">
              <a:ln>
                <a:noFill/>
              </a:ln>
              <a:solidFill>
                <a:prstClr val="black"/>
              </a:solidFill>
              <a:effectLst/>
              <a:uLnTx/>
              <a:uFillTx/>
              <a:ea typeface="+mn-ea"/>
              <a:cs typeface="Yu Gothic"/>
            </a:endParaRPr>
          </a:p>
          <a:p>
            <a:pPr marL="12700" marR="0" lvl="0" indent="0" algn="l" defTabSz="914400" rtl="0" eaLnBrk="1" fontAlgn="auto" latinLnBrk="0" hangingPunct="1">
              <a:lnSpc>
                <a:spcPts val="2565"/>
              </a:lnSpc>
              <a:spcBef>
                <a:spcPts val="0"/>
              </a:spcBef>
              <a:spcAft>
                <a:spcPts val="0"/>
              </a:spcAft>
              <a:buClrTx/>
              <a:buSzTx/>
              <a:buFontTx/>
              <a:buNone/>
              <a:tabLst/>
              <a:defRPr/>
            </a:pPr>
            <a:r>
              <a:rPr kumimoji="0" lang="en-GB" altLang="ja-JP" sz="2400" b="0" i="0" u="none" strike="noStrike" kern="1200" cap="none" spc="0" normalizeH="0" baseline="0" noProof="0" dirty="0">
                <a:ln>
                  <a:noFill/>
                </a:ln>
                <a:solidFill>
                  <a:prstClr val="black"/>
                </a:solidFill>
                <a:effectLst/>
                <a:uLnTx/>
                <a:uFillTx/>
                <a:ea typeface="+mn-ea"/>
                <a:cs typeface="Yu Gothic"/>
              </a:rPr>
              <a:t>I </a:t>
            </a:r>
            <a:r>
              <a:rPr lang="en-GB" altLang="ja-JP" sz="2400" dirty="0">
                <a:solidFill>
                  <a:prstClr val="black"/>
                </a:solidFill>
                <a:cs typeface="Yu Gothic"/>
              </a:rPr>
              <a:t>often get confused in which is receiver or argument when I code use some methods which has the same names and purposes in </a:t>
            </a:r>
            <a:r>
              <a:rPr kumimoji="0" lang="en-GB" altLang="ja-JP" sz="2400" b="0" i="0" u="none" strike="noStrike" kern="1200" cap="none" spc="0" normalizeH="0" baseline="0" noProof="0" dirty="0">
                <a:ln>
                  <a:noFill/>
                </a:ln>
                <a:solidFill>
                  <a:prstClr val="black"/>
                </a:solidFill>
                <a:effectLst/>
                <a:uLnTx/>
                <a:uFillTx/>
                <a:ea typeface="+mn-ea"/>
                <a:cs typeface="Yu Gothic"/>
              </a:rPr>
              <a:t>Ruby and</a:t>
            </a:r>
            <a:r>
              <a:rPr lang="en-GB" altLang="ja-JP" sz="2400" dirty="0">
                <a:solidFill>
                  <a:prstClr val="black"/>
                </a:solidFill>
                <a:cs typeface="Yu Gothic"/>
              </a:rPr>
              <a:t> </a:t>
            </a:r>
            <a:r>
              <a:rPr kumimoji="0" lang="en-GB" altLang="ja-JP" sz="2400" b="0" i="0" u="none" strike="noStrike" kern="1200" cap="none" spc="0" normalizeH="0" baseline="0" noProof="0" dirty="0">
                <a:ln>
                  <a:noFill/>
                </a:ln>
                <a:solidFill>
                  <a:prstClr val="black"/>
                </a:solidFill>
                <a:effectLst/>
                <a:uLnTx/>
                <a:uFillTx/>
                <a:ea typeface="+mn-ea"/>
                <a:cs typeface="Yu Gothic"/>
              </a:rPr>
              <a:t>Python in turns.</a:t>
            </a:r>
          </a:p>
          <a:p>
            <a:pPr marL="12700" marR="0" lvl="0" indent="0" algn="l" defTabSz="914400" rtl="0" eaLnBrk="1" fontAlgn="auto" latinLnBrk="0" hangingPunct="1">
              <a:lnSpc>
                <a:spcPts val="2565"/>
              </a:lnSpc>
              <a:spcBef>
                <a:spcPts val="0"/>
              </a:spcBef>
              <a:spcAft>
                <a:spcPts val="0"/>
              </a:spcAft>
              <a:buClrTx/>
              <a:buSzTx/>
              <a:buFontTx/>
              <a:buNone/>
              <a:tabLst/>
              <a:defRPr/>
            </a:pPr>
            <a:r>
              <a:rPr lang="en-GB" altLang="ja-JP" sz="2400" b="1" dirty="0">
                <a:solidFill>
                  <a:prstClr val="black"/>
                </a:solidFill>
                <a:cs typeface="Yu Gothic"/>
              </a:rPr>
              <a:t>Array#join</a:t>
            </a:r>
            <a:r>
              <a:rPr lang="ja-JP" altLang="en-US" sz="2400" dirty="0">
                <a:solidFill>
                  <a:prstClr val="black"/>
                </a:solidFill>
                <a:cs typeface="Yu Gothic"/>
              </a:rPr>
              <a:t> </a:t>
            </a:r>
            <a:r>
              <a:rPr lang="en-GB" altLang="ja-JP" sz="2400" dirty="0">
                <a:solidFill>
                  <a:prstClr val="black"/>
                </a:solidFill>
                <a:cs typeface="Yu Gothic"/>
              </a:rPr>
              <a:t>in Ruby and </a:t>
            </a:r>
            <a:r>
              <a:rPr lang="en-GB" altLang="ja-JP" sz="2400" b="1" dirty="0">
                <a:solidFill>
                  <a:prstClr val="black"/>
                </a:solidFill>
                <a:cs typeface="Yu Gothic"/>
              </a:rPr>
              <a:t>String#join</a:t>
            </a:r>
            <a:r>
              <a:rPr lang="en-GB" altLang="ja-JP" sz="2400" dirty="0">
                <a:solidFill>
                  <a:prstClr val="black"/>
                </a:solidFill>
                <a:cs typeface="Yu Gothic"/>
              </a:rPr>
              <a:t> in Python represent it.</a:t>
            </a:r>
          </a:p>
          <a:p>
            <a:pPr marL="12700" marR="0" lvl="0" indent="0" algn="l" defTabSz="914400" rtl="0" eaLnBrk="1" fontAlgn="auto" latinLnBrk="0" hangingPunct="1">
              <a:lnSpc>
                <a:spcPts val="2565"/>
              </a:lnSpc>
              <a:spcBef>
                <a:spcPts val="0"/>
              </a:spcBef>
              <a:spcAft>
                <a:spcPts val="0"/>
              </a:spcAft>
              <a:buClrTx/>
              <a:buSzTx/>
              <a:buFontTx/>
              <a:buNone/>
              <a:tabLst/>
              <a:defRPr/>
            </a:pPr>
            <a:endParaRPr kumimoji="0" lang="en-GB" altLang="ja-JP" sz="2400" b="0" i="0" u="none" strike="noStrike" kern="1200" cap="none" spc="0" normalizeH="0" baseline="0" noProof="0" dirty="0">
              <a:ln>
                <a:noFill/>
              </a:ln>
              <a:solidFill>
                <a:prstClr val="black"/>
              </a:solidFill>
              <a:effectLst/>
              <a:uLnTx/>
              <a:uFillTx/>
              <a:ea typeface="+mn-ea"/>
              <a:cs typeface="Yu Gothic"/>
            </a:endParaRPr>
          </a:p>
          <a:p>
            <a:pPr marL="268288" indent="-255588">
              <a:lnSpc>
                <a:spcPts val="2565"/>
              </a:lnSpc>
              <a:spcBef>
                <a:spcPts val="0"/>
              </a:spcBef>
              <a:defRPr/>
            </a:pPr>
            <a:r>
              <a:rPr lang="en-GB" altLang="ja-JP" sz="2400" b="1" dirty="0">
                <a:solidFill>
                  <a:prstClr val="black"/>
                </a:solidFill>
                <a:cs typeface="Yu Gothic"/>
              </a:rPr>
              <a:t>Array#join</a:t>
            </a:r>
            <a:r>
              <a:rPr lang="en-GB" altLang="ja-JP" sz="2400" dirty="0">
                <a:solidFill>
                  <a:prstClr val="black"/>
                </a:solidFill>
                <a:cs typeface="Yu Gothic"/>
              </a:rPr>
              <a:t> in Ruby: Receiver is the target elements in an array and argument is the delimiter.</a:t>
            </a:r>
          </a:p>
          <a:p>
            <a:pPr marL="268288" indent="-255588">
              <a:lnSpc>
                <a:spcPts val="2565"/>
              </a:lnSpc>
              <a:spcBef>
                <a:spcPts val="0"/>
              </a:spcBef>
              <a:defRPr/>
            </a:pPr>
            <a:r>
              <a:rPr lang="en-GB" altLang="ja-JP" sz="2400" b="1" dirty="0">
                <a:solidFill>
                  <a:prstClr val="black"/>
                </a:solidFill>
                <a:cs typeface="Yu Gothic"/>
              </a:rPr>
              <a:t>String#join</a:t>
            </a:r>
            <a:r>
              <a:rPr lang="en-GB" altLang="ja-JP" sz="2400" dirty="0">
                <a:solidFill>
                  <a:prstClr val="black"/>
                </a:solidFill>
                <a:cs typeface="Yu Gothic"/>
              </a:rPr>
              <a:t> in Python: Receiver is the delimiter in an array and argument is the target elements.</a:t>
            </a:r>
            <a:endParaRPr kumimoji="0" lang="ja-JP" altLang="en-US" sz="2400" b="0" i="0" u="none" strike="noStrike" kern="1200" cap="none" spc="0" normalizeH="0" baseline="0" noProof="0" dirty="0">
              <a:ln>
                <a:noFill/>
              </a:ln>
              <a:solidFill>
                <a:prstClr val="black"/>
              </a:solidFill>
              <a:effectLst/>
              <a:uLnTx/>
              <a:uFillTx/>
              <a:ea typeface="+mn-ea"/>
              <a:cs typeface="Yu Gothic"/>
            </a:endParaRPr>
          </a:p>
        </p:txBody>
      </p:sp>
    </p:spTree>
    <p:extLst>
      <p:ext uri="{BB962C8B-B14F-4D97-AF65-F5344CB8AC3E}">
        <p14:creationId xmlns:p14="http://schemas.microsoft.com/office/powerpoint/2010/main" val="14664316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a:extLst>
            <a:ext uri="{FF2B5EF4-FFF2-40B4-BE49-F238E27FC236}">
              <a16:creationId xmlns:a16="http://schemas.microsoft.com/office/drawing/2014/main" id="{179769D2-95F9-158B-8120-462FB7D7803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0625E73-D013-3483-6634-DE3817105D64}"/>
              </a:ext>
            </a:extLst>
          </p:cNvPr>
          <p:cNvSpPr>
            <a:spLocks noGrp="1"/>
          </p:cNvSpPr>
          <p:nvPr>
            <p:ph type="title"/>
          </p:nvPr>
        </p:nvSpPr>
        <p:spPr/>
        <p:txBody>
          <a:bodyPr/>
          <a:lstStyle/>
          <a:p>
            <a:pPr algn="ctr"/>
            <a:r>
              <a:rPr kumimoji="0" lang="en-GB"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 3 Different Features between Ruby and Python</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1EF63E7F-0078-304D-7DFD-667B06AE2AD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1911A0E9-F9E9-93EC-50F4-9094F5C2CB2C}"/>
              </a:ext>
            </a:extLst>
          </p:cNvPr>
          <p:cNvSpPr>
            <a:spLocks noGrp="1"/>
          </p:cNvSpPr>
          <p:nvPr>
            <p:ph idx="1"/>
          </p:nvPr>
        </p:nvSpPr>
        <p:spPr>
          <a:xfrm>
            <a:off x="838200" y="1825625"/>
            <a:ext cx="10515600" cy="4351338"/>
          </a:xfrm>
        </p:spPr>
        <p:txBody>
          <a:bodyPr>
            <a:normAutofit/>
          </a:bodyPr>
          <a:lstStyle/>
          <a:p>
            <a:pPr marL="12700" marR="0" lvl="0" indent="0" algn="l" defTabSz="914400" rtl="0" eaLnBrk="1" fontAlgn="auto" latinLnBrk="0" hangingPunct="1">
              <a:lnSpc>
                <a:spcPts val="3329"/>
              </a:lnSpc>
              <a:spcBef>
                <a:spcPts val="95"/>
              </a:spcBef>
              <a:spcAft>
                <a:spcPts val="0"/>
              </a:spcAft>
              <a:buClrTx/>
              <a:buSzTx/>
              <a:buFontTx/>
              <a:buNone/>
              <a:tabLst/>
              <a:defRPr/>
            </a:pPr>
            <a:r>
              <a:rPr kumimoji="0" lang="ja-JP" altLang="en-US" sz="2800" b="1" i="0" u="none" strike="noStrike" kern="1200" cap="none" spc="-5" normalizeH="0" baseline="0" noProof="0" dirty="0">
                <a:ln>
                  <a:noFill/>
                </a:ln>
                <a:solidFill>
                  <a:prstClr val="black"/>
                </a:solidFill>
                <a:effectLst/>
                <a:uLnTx/>
                <a:uFillTx/>
                <a:ea typeface="+mn-ea"/>
                <a:cs typeface="Yu Gothic"/>
              </a:rPr>
              <a:t>③ </a:t>
            </a:r>
            <a:r>
              <a:rPr kumimoji="0" lang="en-GB" altLang="ja-JP" sz="2800" b="1" i="0" strike="noStrike" kern="1200" cap="none" spc="-5" normalizeH="0" baseline="0" noProof="0" dirty="0">
                <a:ln>
                  <a:noFill/>
                </a:ln>
                <a:effectLst/>
                <a:uLnTx/>
                <a:uFill>
                  <a:solidFill>
                    <a:srgbClr val="0462C1"/>
                  </a:solidFill>
                </a:uFill>
                <a:ea typeface="+mn-ea"/>
                <a:cs typeface="Yu Gothic"/>
              </a:rPr>
              <a:t>Receiver and Argument</a:t>
            </a:r>
            <a:endParaRPr kumimoji="0" lang="ja-JP" altLang="en-US" sz="2800" b="0" i="0" u="none" strike="noStrike" kern="1200" cap="none" spc="0" normalizeH="0" baseline="0" noProof="0" dirty="0">
              <a:ln>
                <a:noFill/>
              </a:ln>
              <a:solidFill>
                <a:prstClr val="black"/>
              </a:solidFill>
              <a:effectLst/>
              <a:uLnTx/>
              <a:uFillTx/>
              <a:ea typeface="+mn-ea"/>
              <a:cs typeface="Yu Gothic"/>
            </a:endParaRPr>
          </a:p>
        </p:txBody>
      </p:sp>
      <p:pic>
        <p:nvPicPr>
          <p:cNvPr id="5" name="Picture 4">
            <a:extLst>
              <a:ext uri="{FF2B5EF4-FFF2-40B4-BE49-F238E27FC236}">
                <a16:creationId xmlns:a16="http://schemas.microsoft.com/office/drawing/2014/main" id="{C444FADD-0CCE-B1F8-0AF9-8CF58FC3B8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23565" y="2306991"/>
            <a:ext cx="4247066" cy="3873189"/>
          </a:xfrm>
          <a:prstGeom prst="rect">
            <a:avLst/>
          </a:prstGeom>
        </p:spPr>
      </p:pic>
      <p:pic>
        <p:nvPicPr>
          <p:cNvPr id="10" name="Picture 9">
            <a:extLst>
              <a:ext uri="{FF2B5EF4-FFF2-40B4-BE49-F238E27FC236}">
                <a16:creationId xmlns:a16="http://schemas.microsoft.com/office/drawing/2014/main" id="{A3E71142-BDA2-C234-0F07-44A5E0E9C4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2306991"/>
            <a:ext cx="6585365" cy="3869971"/>
          </a:xfrm>
          <a:prstGeom prst="rect">
            <a:avLst/>
          </a:prstGeom>
        </p:spPr>
      </p:pic>
      <p:sp>
        <p:nvSpPr>
          <p:cNvPr id="11" name="Rectangle 10">
            <a:extLst>
              <a:ext uri="{FF2B5EF4-FFF2-40B4-BE49-F238E27FC236}">
                <a16:creationId xmlns:a16="http://schemas.microsoft.com/office/drawing/2014/main" id="{4BF50CF0-2BBE-D59F-A2E0-467E5BA101C0}"/>
              </a:ext>
            </a:extLst>
          </p:cNvPr>
          <p:cNvSpPr/>
          <p:nvPr/>
        </p:nvSpPr>
        <p:spPr>
          <a:xfrm>
            <a:off x="1181743" y="4273198"/>
            <a:ext cx="3011116" cy="111462"/>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8559D3E3-84CD-8DF9-7B16-0BF844298CB7}"/>
              </a:ext>
            </a:extLst>
          </p:cNvPr>
          <p:cNvSpPr/>
          <p:nvPr/>
        </p:nvSpPr>
        <p:spPr>
          <a:xfrm>
            <a:off x="8529197" y="4745362"/>
            <a:ext cx="1221430" cy="98728"/>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555194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a:extLst>
            <a:ext uri="{FF2B5EF4-FFF2-40B4-BE49-F238E27FC236}">
              <a16:creationId xmlns:a16="http://schemas.microsoft.com/office/drawing/2014/main" id="{17AF484A-A6D6-770E-93E1-0B6497EC5AA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AF02C2B-F5BC-F9DE-386A-6BC624657CEF}"/>
              </a:ext>
            </a:extLst>
          </p:cNvPr>
          <p:cNvSpPr>
            <a:spLocks noGrp="1"/>
          </p:cNvSpPr>
          <p:nvPr>
            <p:ph type="title"/>
          </p:nvPr>
        </p:nvSpPr>
        <p:spPr/>
        <p:txBody>
          <a:bodyPr/>
          <a:lstStyle/>
          <a:p>
            <a:pPr algn="ctr"/>
            <a:r>
              <a:rPr kumimoji="0" lang="en-GB"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 3 Different Features between Ruby and Python</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BD9CE237-1D65-E5D9-0CBF-3023A9BF80B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9CFD91AB-BA06-E214-4D2E-AE16265F6297}"/>
              </a:ext>
            </a:extLst>
          </p:cNvPr>
          <p:cNvSpPr>
            <a:spLocks noGrp="1"/>
          </p:cNvSpPr>
          <p:nvPr>
            <p:ph idx="1"/>
          </p:nvPr>
        </p:nvSpPr>
        <p:spPr>
          <a:xfrm>
            <a:off x="838200" y="1825625"/>
            <a:ext cx="10515600" cy="4351338"/>
          </a:xfrm>
        </p:spPr>
        <p:txBody>
          <a:bodyPr>
            <a:normAutofit/>
          </a:bodyPr>
          <a:lstStyle/>
          <a:p>
            <a:pPr marL="12700" marR="0" lvl="0" indent="0" algn="l" defTabSz="914400" rtl="0" eaLnBrk="1" fontAlgn="auto" latinLnBrk="0" hangingPunct="1">
              <a:lnSpc>
                <a:spcPts val="3329"/>
              </a:lnSpc>
              <a:spcBef>
                <a:spcPts val="95"/>
              </a:spcBef>
              <a:spcAft>
                <a:spcPts val="0"/>
              </a:spcAft>
              <a:buClrTx/>
              <a:buSzTx/>
              <a:buFontTx/>
              <a:buNone/>
              <a:tabLst/>
              <a:defRPr/>
            </a:pPr>
            <a:r>
              <a:rPr kumimoji="0" lang="ja-JP" altLang="en-US" sz="2800" b="1" i="0" u="none" strike="noStrike" kern="1200" cap="none" spc="-5" normalizeH="0" baseline="0" noProof="0" dirty="0">
                <a:ln>
                  <a:noFill/>
                </a:ln>
                <a:solidFill>
                  <a:prstClr val="black"/>
                </a:solidFill>
                <a:effectLst/>
                <a:uLnTx/>
                <a:uFillTx/>
                <a:ea typeface="+mn-ea"/>
                <a:cs typeface="Yu Gothic"/>
              </a:rPr>
              <a:t>③ </a:t>
            </a:r>
            <a:r>
              <a:rPr kumimoji="0" lang="en-GB" altLang="ja-JP" sz="2800" b="1" i="0" strike="noStrike" kern="1200" cap="none" spc="-5" normalizeH="0" baseline="0" noProof="0" dirty="0">
                <a:ln>
                  <a:noFill/>
                </a:ln>
                <a:effectLst/>
                <a:uLnTx/>
                <a:uFill>
                  <a:solidFill>
                    <a:srgbClr val="0462C1"/>
                  </a:solidFill>
                </a:uFill>
                <a:ea typeface="+mn-ea"/>
                <a:cs typeface="Yu Gothic"/>
              </a:rPr>
              <a:t>Receiver and Argument</a:t>
            </a:r>
            <a:endParaRPr kumimoji="0" lang="ja-JP" altLang="en-US" sz="2800" b="0" i="0" u="none" strike="noStrike" kern="1200" cap="none" spc="0" normalizeH="0" baseline="0" noProof="0" dirty="0">
              <a:ln>
                <a:noFill/>
              </a:ln>
              <a:solidFill>
                <a:prstClr val="black"/>
              </a:solidFill>
              <a:effectLst/>
              <a:uLnTx/>
              <a:uFillTx/>
              <a:ea typeface="+mn-ea"/>
              <a:cs typeface="Yu Gothic"/>
            </a:endParaRPr>
          </a:p>
          <a:p>
            <a:pPr marL="12700" marR="0" lvl="0" indent="0" algn="l" defTabSz="914400" rtl="0" eaLnBrk="1" fontAlgn="auto" latinLnBrk="0" hangingPunct="1">
              <a:lnSpc>
                <a:spcPts val="2565"/>
              </a:lnSpc>
              <a:spcBef>
                <a:spcPts val="0"/>
              </a:spcBef>
              <a:spcAft>
                <a:spcPts val="0"/>
              </a:spcAft>
              <a:buClrTx/>
              <a:buSzTx/>
              <a:buFontTx/>
              <a:buNone/>
              <a:tabLst/>
              <a:defRPr/>
            </a:pPr>
            <a:r>
              <a:rPr kumimoji="0" lang="en-GB" altLang="ja-JP" sz="2400" b="0" i="0" u="none" strike="noStrike" kern="1200" cap="none" spc="0" normalizeH="0" baseline="0" noProof="0" dirty="0">
                <a:ln>
                  <a:noFill/>
                </a:ln>
                <a:solidFill>
                  <a:prstClr val="black"/>
                </a:solidFill>
                <a:effectLst/>
                <a:uLnTx/>
                <a:uFillTx/>
                <a:ea typeface="+mn-ea"/>
                <a:cs typeface="Yu Gothic"/>
              </a:rPr>
              <a:t>They are interpreted as follows each.</a:t>
            </a:r>
          </a:p>
          <a:p>
            <a:pPr marL="12700" marR="0" lvl="0" indent="0" algn="l" defTabSz="914400" rtl="0" eaLnBrk="1" fontAlgn="auto" latinLnBrk="0" hangingPunct="1">
              <a:lnSpc>
                <a:spcPts val="2565"/>
              </a:lnSpc>
              <a:spcBef>
                <a:spcPts val="0"/>
              </a:spcBef>
              <a:spcAft>
                <a:spcPts val="0"/>
              </a:spcAft>
              <a:buClrTx/>
              <a:buSzTx/>
              <a:buFontTx/>
              <a:buNone/>
              <a:tabLst/>
              <a:defRPr/>
            </a:pPr>
            <a:endParaRPr lang="en-GB" altLang="ja-JP" sz="2400" dirty="0">
              <a:solidFill>
                <a:prstClr val="black"/>
              </a:solidFill>
              <a:cs typeface="Yu Gothic"/>
            </a:endParaRPr>
          </a:p>
          <a:p>
            <a:pPr marL="268288" indent="-255588">
              <a:lnSpc>
                <a:spcPts val="2565"/>
              </a:lnSpc>
              <a:spcBef>
                <a:spcPts val="0"/>
              </a:spcBef>
              <a:defRPr/>
            </a:pPr>
            <a:r>
              <a:rPr lang="en-GB" altLang="ja-JP" sz="2400" b="1" dirty="0">
                <a:solidFill>
                  <a:prstClr val="black"/>
                </a:solidFill>
                <a:cs typeface="Yu Gothic"/>
              </a:rPr>
              <a:t>`Array#join`</a:t>
            </a:r>
            <a:r>
              <a:rPr lang="en-GB" altLang="ja-JP" sz="2400" dirty="0">
                <a:solidFill>
                  <a:prstClr val="black"/>
                </a:solidFill>
                <a:cs typeface="Yu Gothic"/>
              </a:rPr>
              <a:t> in Ruby: The target elements join together with </a:t>
            </a:r>
            <a:r>
              <a:rPr lang="en-GB" altLang="ja-JP" sz="2400" u="sng" dirty="0">
                <a:solidFill>
                  <a:prstClr val="black"/>
                </a:solidFill>
                <a:cs typeface="Yu Gothic"/>
              </a:rPr>
              <a:t>the delimiter</a:t>
            </a:r>
            <a:r>
              <a:rPr lang="en-GB" altLang="ja-JP" sz="2400" dirty="0">
                <a:solidFill>
                  <a:prstClr val="black"/>
                </a:solidFill>
                <a:cs typeface="Yu Gothic"/>
              </a:rPr>
              <a:t> you provide.</a:t>
            </a:r>
          </a:p>
          <a:p>
            <a:pPr marL="268288" indent="-255588">
              <a:lnSpc>
                <a:spcPts val="2565"/>
              </a:lnSpc>
              <a:spcBef>
                <a:spcPts val="0"/>
              </a:spcBef>
              <a:defRPr/>
            </a:pPr>
            <a:r>
              <a:rPr lang="en-GB" altLang="ja-JP" sz="2400" b="1" dirty="0">
                <a:solidFill>
                  <a:prstClr val="black"/>
                </a:solidFill>
                <a:cs typeface="Yu Gothic"/>
              </a:rPr>
              <a:t>`String#join`</a:t>
            </a:r>
            <a:r>
              <a:rPr lang="en-GB" altLang="ja-JP" sz="2400" dirty="0">
                <a:solidFill>
                  <a:prstClr val="black"/>
                </a:solidFill>
                <a:cs typeface="Yu Gothic"/>
              </a:rPr>
              <a:t> in Python: The delimiter you provide joins </a:t>
            </a:r>
            <a:r>
              <a:rPr lang="en-GB" altLang="ja-JP" sz="2400" u="sng" dirty="0">
                <a:solidFill>
                  <a:prstClr val="black"/>
                </a:solidFill>
                <a:cs typeface="Yu Gothic"/>
              </a:rPr>
              <a:t>the target element</a:t>
            </a:r>
            <a:r>
              <a:rPr lang="en-GB" altLang="ja-JP" sz="2400" dirty="0">
                <a:solidFill>
                  <a:prstClr val="black"/>
                </a:solidFill>
                <a:cs typeface="Yu Gothic"/>
              </a:rPr>
              <a:t> together.</a:t>
            </a:r>
          </a:p>
          <a:p>
            <a:pPr marL="12700" indent="0">
              <a:lnSpc>
                <a:spcPts val="2565"/>
              </a:lnSpc>
              <a:spcBef>
                <a:spcPts val="0"/>
              </a:spcBef>
              <a:buNone/>
              <a:defRPr/>
            </a:pPr>
            <a:endParaRPr kumimoji="0" lang="en-GB" altLang="ja-JP" sz="2400" b="0" i="0" u="none" strike="noStrike" kern="1200" cap="none" spc="0" normalizeH="0" baseline="0" noProof="0" dirty="0">
              <a:ln>
                <a:noFill/>
              </a:ln>
              <a:solidFill>
                <a:prstClr val="black"/>
              </a:solidFill>
              <a:effectLst/>
              <a:uLnTx/>
              <a:uFillTx/>
              <a:ea typeface="+mn-ea"/>
              <a:cs typeface="Yu Gothic"/>
            </a:endParaRPr>
          </a:p>
          <a:p>
            <a:pPr marL="12700" indent="0">
              <a:lnSpc>
                <a:spcPts val="2565"/>
              </a:lnSpc>
              <a:spcBef>
                <a:spcPts val="0"/>
              </a:spcBef>
              <a:buNone/>
              <a:defRPr/>
            </a:pPr>
            <a:r>
              <a:rPr lang="en-GB" altLang="ja-JP" sz="2400" dirty="0">
                <a:solidFill>
                  <a:prstClr val="black"/>
                </a:solidFill>
                <a:cs typeface="Yu Gothic"/>
              </a:rPr>
              <a:t>In English, </a:t>
            </a:r>
            <a:r>
              <a:rPr lang="en-GB" altLang="ja-JP" sz="2400" b="1" dirty="0">
                <a:solidFill>
                  <a:prstClr val="black"/>
                </a:solidFill>
                <a:cs typeface="Yu Gothic"/>
              </a:rPr>
              <a:t>given information already shared between the provider and the receiver is placed forward and new information not shared yet is backward</a:t>
            </a:r>
            <a:r>
              <a:rPr lang="en-GB" altLang="ja-JP" sz="2400" dirty="0">
                <a:solidFill>
                  <a:prstClr val="black"/>
                </a:solidFill>
                <a:cs typeface="Yu Gothic"/>
              </a:rPr>
              <a:t>.</a:t>
            </a:r>
          </a:p>
          <a:p>
            <a:pPr marL="12700" indent="0">
              <a:lnSpc>
                <a:spcPts val="2565"/>
              </a:lnSpc>
              <a:spcBef>
                <a:spcPts val="0"/>
              </a:spcBef>
              <a:buNone/>
              <a:defRPr/>
            </a:pPr>
            <a:r>
              <a:rPr kumimoji="0" lang="en-GB" altLang="ja-JP" sz="2400" b="0" i="0" u="none" strike="noStrike" kern="1200" cap="none" spc="0" normalizeH="0" baseline="0" noProof="0" dirty="0">
                <a:ln>
                  <a:noFill/>
                </a:ln>
                <a:solidFill>
                  <a:prstClr val="black"/>
                </a:solidFill>
                <a:effectLst/>
                <a:uLnTx/>
                <a:uFillTx/>
                <a:ea typeface="+mn-ea"/>
                <a:cs typeface="Yu Gothic"/>
              </a:rPr>
              <a:t>This rule is called </a:t>
            </a:r>
            <a:r>
              <a:rPr kumimoji="0" lang="en-GB" altLang="ja-JP" sz="2400" b="1" i="0" u="none" strike="noStrike" kern="1200" cap="none" spc="0" normalizeH="0" baseline="0" noProof="0" dirty="0">
                <a:ln>
                  <a:noFill/>
                </a:ln>
                <a:solidFill>
                  <a:prstClr val="black"/>
                </a:solidFill>
                <a:effectLst/>
                <a:uLnTx/>
                <a:uFillTx/>
                <a:ea typeface="+mn-ea"/>
                <a:cs typeface="Yu Gothic"/>
              </a:rPr>
              <a:t>the End-Focus principle</a:t>
            </a:r>
            <a:r>
              <a:rPr kumimoji="0" lang="en-GB" altLang="ja-JP" sz="2400" b="0" i="0" u="none" strike="noStrike" kern="1200" cap="none" spc="0" normalizeH="0" baseline="0" noProof="0" dirty="0">
                <a:ln>
                  <a:noFill/>
                </a:ln>
                <a:solidFill>
                  <a:prstClr val="black"/>
                </a:solidFill>
                <a:effectLst/>
                <a:uLnTx/>
                <a:uFillTx/>
                <a:ea typeface="+mn-ea"/>
                <a:cs typeface="Yu Gothic"/>
              </a:rPr>
              <a:t>.</a:t>
            </a:r>
          </a:p>
          <a:p>
            <a:pPr marL="12700" indent="0">
              <a:lnSpc>
                <a:spcPts val="2565"/>
              </a:lnSpc>
              <a:spcBef>
                <a:spcPts val="0"/>
              </a:spcBef>
              <a:buNone/>
              <a:defRPr/>
            </a:pPr>
            <a:r>
              <a:rPr lang="en-GB" altLang="ja-JP" sz="2400" dirty="0">
                <a:solidFill>
                  <a:prstClr val="black"/>
                </a:solidFill>
                <a:cs typeface="Yu Gothic"/>
              </a:rPr>
              <a:t>That it to say, the information to be emphasise is placed at the end of the sentence.</a:t>
            </a:r>
            <a:endParaRPr kumimoji="0" lang="ja-JP" altLang="en-US" sz="2400" b="0" i="0" u="none" strike="noStrike" kern="1200" cap="none" spc="0" normalizeH="0" baseline="0" noProof="0" dirty="0">
              <a:ln>
                <a:noFill/>
              </a:ln>
              <a:solidFill>
                <a:prstClr val="black"/>
              </a:solidFill>
              <a:effectLst/>
              <a:uLnTx/>
              <a:uFillTx/>
              <a:ea typeface="+mn-ea"/>
              <a:cs typeface="Yu Gothic"/>
            </a:endParaRPr>
          </a:p>
        </p:txBody>
      </p:sp>
    </p:spTree>
    <p:extLst>
      <p:ext uri="{BB962C8B-B14F-4D97-AF65-F5344CB8AC3E}">
        <p14:creationId xmlns:p14="http://schemas.microsoft.com/office/powerpoint/2010/main" val="31568351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a:extLst>
            <a:ext uri="{FF2B5EF4-FFF2-40B4-BE49-F238E27FC236}">
              <a16:creationId xmlns:a16="http://schemas.microsoft.com/office/drawing/2014/main" id="{51792726-92BB-E032-491E-28978C29D81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B854B10-0BE6-FFF2-08E3-55E20165AF6C}"/>
              </a:ext>
            </a:extLst>
          </p:cNvPr>
          <p:cNvSpPr>
            <a:spLocks noGrp="1"/>
          </p:cNvSpPr>
          <p:nvPr>
            <p:ph type="title"/>
          </p:nvPr>
        </p:nvSpPr>
        <p:spPr/>
        <p:txBody>
          <a:bodyPr/>
          <a:lstStyle/>
          <a:p>
            <a:pPr algn="ctr"/>
            <a:r>
              <a:rPr kumimoji="0" lang="en-GB"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 3 Different Features between Ruby and Python</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E205404F-FA43-C880-A6D6-C9AE26A2B40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7B1C14F0-8D02-8330-C3A9-3D8585750605}"/>
              </a:ext>
            </a:extLst>
          </p:cNvPr>
          <p:cNvSpPr>
            <a:spLocks noGrp="1"/>
          </p:cNvSpPr>
          <p:nvPr>
            <p:ph idx="1"/>
          </p:nvPr>
        </p:nvSpPr>
        <p:spPr>
          <a:xfrm>
            <a:off x="838200" y="1825625"/>
            <a:ext cx="10515600" cy="4351338"/>
          </a:xfrm>
        </p:spPr>
        <p:txBody>
          <a:bodyPr>
            <a:normAutofit fontScale="92500"/>
          </a:bodyPr>
          <a:lstStyle/>
          <a:p>
            <a:pPr marL="12700" marR="0" lvl="0" indent="0" algn="l" defTabSz="914400" rtl="0" eaLnBrk="1" fontAlgn="auto" latinLnBrk="0" hangingPunct="1">
              <a:lnSpc>
                <a:spcPts val="3329"/>
              </a:lnSpc>
              <a:spcBef>
                <a:spcPts val="95"/>
              </a:spcBef>
              <a:spcAft>
                <a:spcPts val="0"/>
              </a:spcAft>
              <a:buClrTx/>
              <a:buSzTx/>
              <a:buFontTx/>
              <a:buNone/>
              <a:tabLst/>
              <a:defRPr/>
            </a:pPr>
            <a:r>
              <a:rPr kumimoji="0" lang="ja-JP" altLang="en-US" sz="2800" b="1" i="0" u="none" strike="noStrike" kern="1200" cap="none" spc="-5" normalizeH="0" baseline="0" noProof="0" dirty="0">
                <a:ln>
                  <a:noFill/>
                </a:ln>
                <a:solidFill>
                  <a:prstClr val="black"/>
                </a:solidFill>
                <a:effectLst/>
                <a:uLnTx/>
                <a:uFillTx/>
                <a:ea typeface="+mn-ea"/>
                <a:cs typeface="Yu Gothic"/>
              </a:rPr>
              <a:t>③ </a:t>
            </a:r>
            <a:r>
              <a:rPr kumimoji="0" lang="en-GB" altLang="ja-JP" sz="2800" b="1" i="0" strike="noStrike" kern="1200" cap="none" spc="-5" normalizeH="0" baseline="0" noProof="0" dirty="0">
                <a:ln>
                  <a:noFill/>
                </a:ln>
                <a:effectLst/>
                <a:uLnTx/>
                <a:uFill>
                  <a:solidFill>
                    <a:srgbClr val="0462C1"/>
                  </a:solidFill>
                </a:uFill>
                <a:ea typeface="+mn-ea"/>
                <a:cs typeface="Yu Gothic"/>
              </a:rPr>
              <a:t>Receiver and Argument</a:t>
            </a:r>
            <a:endParaRPr kumimoji="0" lang="ja-JP" altLang="en-US" sz="2800" b="0" i="0" u="none" strike="noStrike" kern="1200" cap="none" spc="0" normalizeH="0" baseline="0" noProof="0" dirty="0">
              <a:ln>
                <a:noFill/>
              </a:ln>
              <a:solidFill>
                <a:prstClr val="black"/>
              </a:solidFill>
              <a:effectLst/>
              <a:uLnTx/>
              <a:uFillTx/>
              <a:ea typeface="+mn-ea"/>
              <a:cs typeface="Yu Gothic"/>
            </a:endParaRPr>
          </a:p>
          <a:p>
            <a:pPr marL="12700" indent="0">
              <a:lnSpc>
                <a:spcPts val="2565"/>
              </a:lnSpc>
              <a:spcBef>
                <a:spcPts val="0"/>
              </a:spcBef>
              <a:buNone/>
              <a:defRPr/>
            </a:pPr>
            <a:r>
              <a:rPr kumimoji="0" lang="en-GB" altLang="ja-JP" sz="2400" b="0" i="0" u="none" strike="noStrike" kern="1200" cap="none" spc="0" normalizeH="0" baseline="0" noProof="0" dirty="0">
                <a:ln>
                  <a:noFill/>
                </a:ln>
                <a:solidFill>
                  <a:prstClr val="black"/>
                </a:solidFill>
                <a:effectLst/>
                <a:uLnTx/>
                <a:uFillTx/>
                <a:ea typeface="+mn-ea"/>
                <a:cs typeface="Yu Gothic"/>
              </a:rPr>
              <a:t>In the sense, when generating a string from the elements of an array, </a:t>
            </a:r>
            <a:r>
              <a:rPr kumimoji="0" lang="en-GB" altLang="ja-JP" sz="2400" b="1" i="0" u="none" strike="noStrike" kern="1200" cap="none" spc="0" normalizeH="0" baseline="0" noProof="0" dirty="0">
                <a:ln>
                  <a:noFill/>
                </a:ln>
                <a:solidFill>
                  <a:prstClr val="black"/>
                </a:solidFill>
                <a:effectLst/>
                <a:uLnTx/>
                <a:uFillTx/>
                <a:ea typeface="+mn-ea"/>
                <a:cs typeface="Yu Gothic"/>
              </a:rPr>
              <a:t>Ruby is interested in delimiter and Python is in the elements of an array to join together</a:t>
            </a:r>
            <a:r>
              <a:rPr kumimoji="0" lang="en-GB" altLang="ja-JP" sz="2400" b="0" i="0" u="none" strike="noStrike" kern="1200" cap="none" spc="0" normalizeH="0" baseline="0" noProof="0" dirty="0">
                <a:ln>
                  <a:noFill/>
                </a:ln>
                <a:solidFill>
                  <a:prstClr val="black"/>
                </a:solidFill>
                <a:effectLst/>
                <a:uLnTx/>
                <a:uFillTx/>
                <a:ea typeface="+mn-ea"/>
                <a:cs typeface="Yu Gothic"/>
              </a:rPr>
              <a:t>.</a:t>
            </a:r>
            <a:endParaRPr lang="en-GB" altLang="ja-JP" sz="2400" dirty="0">
              <a:solidFill>
                <a:prstClr val="black"/>
              </a:solidFill>
              <a:cs typeface="Yu Gothic"/>
            </a:endParaRPr>
          </a:p>
          <a:p>
            <a:pPr marL="12700" indent="0">
              <a:lnSpc>
                <a:spcPts val="2565"/>
              </a:lnSpc>
              <a:spcBef>
                <a:spcPts val="0"/>
              </a:spcBef>
              <a:buNone/>
              <a:defRPr/>
            </a:pPr>
            <a:endParaRPr kumimoji="0" lang="en-GB" altLang="ja-JP" sz="2400" b="0" i="0" u="none" strike="noStrike" kern="1200" cap="none" spc="0" normalizeH="0" baseline="0" noProof="0" dirty="0">
              <a:ln>
                <a:noFill/>
              </a:ln>
              <a:solidFill>
                <a:prstClr val="black"/>
              </a:solidFill>
              <a:effectLst/>
              <a:uLnTx/>
              <a:uFillTx/>
              <a:ea typeface="+mn-ea"/>
              <a:cs typeface="Yu Gothic"/>
            </a:endParaRPr>
          </a:p>
          <a:p>
            <a:pPr marL="12700" indent="0">
              <a:lnSpc>
                <a:spcPts val="2565"/>
              </a:lnSpc>
              <a:spcBef>
                <a:spcPts val="0"/>
              </a:spcBef>
              <a:buNone/>
              <a:defRPr/>
            </a:pPr>
            <a:r>
              <a:rPr lang="en-GB" altLang="ja-JP" sz="2400" dirty="0">
                <a:solidFill>
                  <a:prstClr val="black"/>
                </a:solidFill>
                <a:cs typeface="Yu Gothic"/>
              </a:rPr>
              <a:t>In terms of a developer's experience, it is more preferable to put </a:t>
            </a:r>
            <a:r>
              <a:rPr kumimoji="0" lang="en-GB" altLang="ja-JP" sz="2400" i="0" u="none" strike="noStrike" kern="1200" cap="none" spc="0" normalizeH="0" baseline="0" noProof="0" dirty="0">
                <a:ln>
                  <a:noFill/>
                </a:ln>
                <a:solidFill>
                  <a:prstClr val="black"/>
                </a:solidFill>
                <a:effectLst/>
                <a:uLnTx/>
                <a:uFillTx/>
                <a:ea typeface="+mn-ea"/>
                <a:cs typeface="Yu Gothic"/>
              </a:rPr>
              <a:t>the elements of an array first and the delimiter last, which enables us to make sense what joins together </a:t>
            </a:r>
            <a:r>
              <a:rPr kumimoji="0" lang="en-GB" altLang="ja-JP" sz="2400" i="0" u="none" strike="noStrike" kern="1200" cap="none" spc="0" normalizeH="0" baseline="0" noProof="0">
                <a:ln>
                  <a:noFill/>
                </a:ln>
                <a:solidFill>
                  <a:prstClr val="black"/>
                </a:solidFill>
                <a:effectLst/>
                <a:uLnTx/>
                <a:uFillTx/>
                <a:ea typeface="+mn-ea"/>
                <a:cs typeface="Yu Gothic"/>
              </a:rPr>
              <a:t>with what.</a:t>
            </a:r>
            <a:endParaRPr lang="en-GB" altLang="ja-JP" sz="2400" dirty="0">
              <a:solidFill>
                <a:prstClr val="black"/>
              </a:solidFill>
              <a:cs typeface="Yu Gothic"/>
            </a:endParaRPr>
          </a:p>
          <a:p>
            <a:pPr marL="12700" indent="0">
              <a:lnSpc>
                <a:spcPts val="2565"/>
              </a:lnSpc>
              <a:spcBef>
                <a:spcPts val="0"/>
              </a:spcBef>
              <a:buNone/>
              <a:defRPr/>
            </a:pPr>
            <a:endParaRPr kumimoji="0" lang="en-GB" altLang="ja-JP" sz="2400" b="0" i="0" u="none" strike="noStrike" kern="1200" cap="none" spc="0" normalizeH="0" baseline="0" noProof="0" dirty="0">
              <a:ln>
                <a:noFill/>
              </a:ln>
              <a:solidFill>
                <a:prstClr val="black"/>
              </a:solidFill>
              <a:effectLst/>
              <a:uLnTx/>
              <a:uFillTx/>
              <a:ea typeface="+mn-ea"/>
              <a:cs typeface="Yu Gothic"/>
            </a:endParaRPr>
          </a:p>
          <a:p>
            <a:pPr marL="12700" indent="0">
              <a:lnSpc>
                <a:spcPts val="2565"/>
              </a:lnSpc>
              <a:spcBef>
                <a:spcPts val="0"/>
              </a:spcBef>
              <a:buNone/>
              <a:defRPr/>
            </a:pPr>
            <a:r>
              <a:rPr lang="en-GB" altLang="ja-JP" sz="2400" dirty="0">
                <a:solidFill>
                  <a:prstClr val="black"/>
                </a:solidFill>
                <a:cs typeface="Yu Gothic"/>
              </a:rPr>
              <a:t>The difficulty in acquiring the second or a foreign language totally depends on what the mother tongue is just like natural languages, so I expressed it 'personal opinion'.</a:t>
            </a:r>
            <a:endParaRPr kumimoji="0" lang="en-GB" altLang="ja-JP" sz="2400" b="0" i="0" u="none" strike="noStrike" kern="1200" cap="none" spc="0" normalizeH="0" baseline="0" noProof="0" dirty="0">
              <a:ln>
                <a:noFill/>
              </a:ln>
              <a:solidFill>
                <a:prstClr val="black"/>
              </a:solidFill>
              <a:effectLst/>
              <a:uLnTx/>
              <a:uFillTx/>
              <a:ea typeface="+mn-ea"/>
              <a:cs typeface="Yu Gothic"/>
            </a:endParaRPr>
          </a:p>
          <a:p>
            <a:pPr marL="12700" indent="0">
              <a:lnSpc>
                <a:spcPts val="2565"/>
              </a:lnSpc>
              <a:spcBef>
                <a:spcPts val="0"/>
              </a:spcBef>
              <a:buNone/>
              <a:defRPr/>
            </a:pPr>
            <a:r>
              <a:rPr lang="en-GB" altLang="ja-JP" sz="2400" dirty="0">
                <a:solidFill>
                  <a:prstClr val="black"/>
                </a:solidFill>
                <a:cs typeface="Yu Gothic"/>
              </a:rPr>
              <a:t>However, I am quite sure that </a:t>
            </a:r>
            <a:r>
              <a:rPr lang="en-GB" altLang="ja-JP" sz="2400" b="1" dirty="0">
                <a:solidFill>
                  <a:prstClr val="black"/>
                </a:solidFill>
                <a:cs typeface="Yu Gothic"/>
              </a:rPr>
              <a:t>Ruby gives us a lot closer writing experience to English of the natural languages as a person who majored in English linguistics than Python Does</a:t>
            </a:r>
            <a:r>
              <a:rPr lang="en-GB" altLang="ja-JP" sz="2400" dirty="0">
                <a:solidFill>
                  <a:prstClr val="black"/>
                </a:solidFill>
                <a:cs typeface="Yu Gothic"/>
              </a:rPr>
              <a:t>.</a:t>
            </a:r>
            <a:endParaRPr kumimoji="0" lang="en-GB" altLang="ja-JP" sz="2400" b="0" i="0" u="none" strike="noStrike" kern="1200" cap="none" spc="0" normalizeH="0" baseline="0" noProof="0" dirty="0">
              <a:ln>
                <a:noFill/>
              </a:ln>
              <a:solidFill>
                <a:prstClr val="black"/>
              </a:solidFill>
              <a:effectLst/>
              <a:uLnTx/>
              <a:uFillTx/>
              <a:ea typeface="+mn-ea"/>
              <a:cs typeface="Yu Gothic"/>
            </a:endParaRPr>
          </a:p>
        </p:txBody>
      </p:sp>
    </p:spTree>
    <p:extLst>
      <p:ext uri="{BB962C8B-B14F-4D97-AF65-F5344CB8AC3E}">
        <p14:creationId xmlns:p14="http://schemas.microsoft.com/office/powerpoint/2010/main" val="5779903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US" altLang="ja-JP" b="1" dirty="0">
                <a:latin typeface="Calibri (Headings)"/>
              </a:rPr>
              <a:t>5.</a:t>
            </a:r>
            <a:r>
              <a:rPr lang="en-GB" altLang="ja-JP" b="1" dirty="0">
                <a:latin typeface="Calibri (Headings)"/>
              </a:rPr>
              <a:t> </a:t>
            </a:r>
            <a:r>
              <a:rPr lang="en-GB" altLang="ja-JP" b="1" dirty="0">
                <a:latin typeface="Calibri (Headings)"/>
                <a:sym typeface="Arial"/>
              </a:rPr>
              <a:t>Epilogue</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787880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US" altLang="ja-JP" b="1" dirty="0">
                <a:latin typeface="Calibri (Headings)"/>
              </a:rPr>
              <a:t>5.</a:t>
            </a:r>
            <a:r>
              <a:rPr lang="en-GB" altLang="ja-JP" b="1" dirty="0">
                <a:latin typeface="Calibri (Headings)"/>
              </a:rPr>
              <a:t> </a:t>
            </a:r>
            <a:r>
              <a:rPr lang="en-GB" altLang="ja-JP" b="1" dirty="0">
                <a:latin typeface="Calibri (Headings)"/>
                <a:sym typeface="Arial"/>
              </a:rPr>
              <a:t>Epilogue</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92490B7A-6E18-A5F8-262B-EABFCBE9F2CD}"/>
              </a:ext>
            </a:extLst>
          </p:cNvPr>
          <p:cNvSpPr>
            <a:spLocks noGrp="1"/>
          </p:cNvSpPr>
          <p:nvPr>
            <p:ph idx="1"/>
          </p:nvPr>
        </p:nvSpPr>
        <p:spPr>
          <a:xfrm>
            <a:off x="838200" y="1825625"/>
            <a:ext cx="10515600" cy="4351338"/>
          </a:xfrm>
        </p:spPr>
        <p:txBody>
          <a:bodyPr>
            <a:normAutofit fontScale="85000" lnSpcReduction="10000"/>
          </a:bodyPr>
          <a:lstStyle/>
          <a:p>
            <a:pPr marL="12700" marR="310515" lvl="0" indent="0" algn="l" defTabSz="914400" rtl="0" eaLnBrk="1" fontAlgn="auto" latinLnBrk="0" hangingPunct="1">
              <a:lnSpc>
                <a:spcPts val="2590"/>
              </a:lnSpc>
              <a:spcBef>
                <a:spcPts val="425"/>
              </a:spcBef>
              <a:spcAft>
                <a:spcPts val="0"/>
              </a:spcAft>
              <a:buClrTx/>
              <a:buSzTx/>
              <a:buFontTx/>
              <a:buNone/>
              <a:tabLst/>
              <a:defRPr/>
            </a:pPr>
            <a:r>
              <a:rPr kumimoji="0" lang="en-GB" altLang="ja-JP" sz="2400" b="0" u="none" strike="noStrike" kern="1200" cap="none" spc="0" normalizeH="0" baseline="0" noProof="0" dirty="0">
                <a:ln>
                  <a:noFill/>
                </a:ln>
                <a:solidFill>
                  <a:prstClr val="black"/>
                </a:solidFill>
                <a:effectLst/>
                <a:uLnTx/>
                <a:uFillTx/>
                <a:cs typeface="Yu Gothic"/>
              </a:rPr>
              <a:t>Did I succeed in pulling a trigger to make you all aware of what features and natures Ruby, your languages,  has by comparison with Python for the past 5 minutes.</a:t>
            </a:r>
            <a:endParaRPr kumimoji="0" lang="en-GB" altLang="ja-JP" sz="2400" b="0" i="0" u="none" strike="noStrike" kern="1200" cap="none" spc="0" normalizeH="0" baseline="0" noProof="0" dirty="0">
              <a:ln>
                <a:noFill/>
              </a:ln>
              <a:solidFill>
                <a:prstClr val="black"/>
              </a:solidFill>
              <a:effectLst/>
              <a:uLnTx/>
              <a:uFillTx/>
              <a:cs typeface="Yu Gothic"/>
            </a:endParaRPr>
          </a:p>
          <a:p>
            <a:pPr marL="12700" marR="310515" lvl="0" indent="0" algn="l" defTabSz="914400" rtl="0" eaLnBrk="1" fontAlgn="auto" latinLnBrk="0" hangingPunct="1">
              <a:lnSpc>
                <a:spcPts val="2590"/>
              </a:lnSpc>
              <a:spcBef>
                <a:spcPts val="425"/>
              </a:spcBef>
              <a:spcAft>
                <a:spcPts val="0"/>
              </a:spcAft>
              <a:buClrTx/>
              <a:buSzTx/>
              <a:buFontTx/>
              <a:buNone/>
              <a:tabLst/>
              <a:defRPr/>
            </a:pPr>
            <a:endParaRPr lang="en-GB" altLang="ja-JP" sz="2400" dirty="0">
              <a:solidFill>
                <a:prstClr val="black"/>
              </a:solidFill>
              <a:cs typeface="Yu Gothic"/>
            </a:endParaRPr>
          </a:p>
          <a:p>
            <a:pPr marL="12700" marR="310515" lvl="0" indent="0" algn="l" defTabSz="914400" rtl="0" eaLnBrk="1" fontAlgn="auto" latinLnBrk="0" hangingPunct="1">
              <a:lnSpc>
                <a:spcPts val="2590"/>
              </a:lnSpc>
              <a:spcBef>
                <a:spcPts val="425"/>
              </a:spcBef>
              <a:spcAft>
                <a:spcPts val="0"/>
              </a:spcAft>
              <a:buClrTx/>
              <a:buSzTx/>
              <a:buFontTx/>
              <a:buNone/>
              <a:tabLst/>
              <a:defRPr/>
            </a:pPr>
            <a:r>
              <a:rPr lang="en-GB" altLang="ja-JP" sz="2400" i="1" dirty="0">
                <a:solidFill>
                  <a:prstClr val="black"/>
                </a:solidFill>
                <a:cs typeface="Calibri"/>
                <a:hlinkClick r:id="rId3"/>
              </a:rPr>
              <a:t>97 Things Every Programmer Should Know &gt; 43. Know Well More than Two Programming Languages</a:t>
            </a:r>
            <a:r>
              <a:rPr lang="en-US" altLang="ja-JP" sz="2400" dirty="0">
                <a:solidFill>
                  <a:prstClr val="black"/>
                </a:solidFill>
                <a:cs typeface="Calibri"/>
              </a:rPr>
              <a:t> suggests that we should learn other languages which have different paradigms.</a:t>
            </a:r>
            <a:endParaRPr lang="en-GB" altLang="ja-JP" sz="2400" dirty="0">
              <a:solidFill>
                <a:prstClr val="black"/>
              </a:solidFill>
              <a:cs typeface="Calibri"/>
            </a:endParaRPr>
          </a:p>
          <a:p>
            <a:pPr marL="12700" marR="310515" lvl="0" indent="0" algn="l" defTabSz="914400" rtl="0" eaLnBrk="1" fontAlgn="auto" latinLnBrk="0" hangingPunct="1">
              <a:lnSpc>
                <a:spcPts val="2590"/>
              </a:lnSpc>
              <a:spcBef>
                <a:spcPts val="425"/>
              </a:spcBef>
              <a:spcAft>
                <a:spcPts val="0"/>
              </a:spcAft>
              <a:buClrTx/>
              <a:buSzTx/>
              <a:buFontTx/>
              <a:buNone/>
              <a:tabLst/>
              <a:defRPr/>
            </a:pPr>
            <a:r>
              <a:rPr kumimoji="0" lang="en-GB" altLang="ja-JP" sz="2400" b="0" i="0" u="none" strike="noStrike" kern="1200" cap="none" spc="0" normalizeH="0" baseline="0" noProof="0" dirty="0">
                <a:ln>
                  <a:noFill/>
                </a:ln>
                <a:solidFill>
                  <a:prstClr val="black"/>
                </a:solidFill>
                <a:effectLst/>
                <a:uLnTx/>
                <a:uFillTx/>
                <a:cs typeface="Calibri"/>
              </a:rPr>
              <a:t>To compare it to natural languages, it is similar for me, a native Japanese language speaker, to learn English, one of the Germanic languages.  (Refer to </a:t>
            </a:r>
            <a:r>
              <a:rPr kumimoji="0" lang="en-GB" altLang="ja-JP" sz="2400" b="0" i="1" u="none" strike="noStrike" kern="1200" cap="none" spc="0" normalizeH="0" baseline="0" noProof="0" dirty="0">
                <a:ln>
                  <a:noFill/>
                </a:ln>
                <a:solidFill>
                  <a:prstClr val="black"/>
                </a:solidFill>
                <a:effectLst/>
                <a:uLnTx/>
                <a:uFillTx/>
                <a:cs typeface="Calibri"/>
                <a:hlinkClick r:id="rId4"/>
              </a:rPr>
              <a:t>Dive Deeper into Present-Day English Vol.1 -What English Is- &gt; 2. Relation between Language Families and Learning Costs</a:t>
            </a:r>
            <a:r>
              <a:rPr kumimoji="0" lang="ja-JP" altLang="en-US" sz="2400" b="0" i="0" u="none" strike="noStrike" kern="1200" cap="none" spc="0" normalizeH="0" baseline="0" noProof="0" dirty="0">
                <a:ln>
                  <a:noFill/>
                </a:ln>
                <a:solidFill>
                  <a:prstClr val="black"/>
                </a:solidFill>
                <a:effectLst/>
                <a:uLnTx/>
                <a:uFillTx/>
                <a:cs typeface="Calibri"/>
              </a:rPr>
              <a:t> </a:t>
            </a:r>
            <a:r>
              <a:rPr kumimoji="0" lang="en-GB" altLang="ja-JP" sz="2400" b="0" i="0" u="none" strike="noStrike" kern="1200" cap="none" spc="0" normalizeH="0" baseline="0" noProof="0" dirty="0">
                <a:ln>
                  <a:noFill/>
                </a:ln>
                <a:solidFill>
                  <a:prstClr val="black"/>
                </a:solidFill>
                <a:effectLst/>
                <a:uLnTx/>
                <a:uFillTx/>
                <a:cs typeface="Calibri"/>
              </a:rPr>
              <a:t>to make sure what I mean)</a:t>
            </a:r>
            <a:r>
              <a:rPr lang="en-GB" altLang="ja-JP" sz="2400" dirty="0">
                <a:solidFill>
                  <a:prstClr val="black"/>
                </a:solidFill>
                <a:cs typeface="Calibri"/>
              </a:rPr>
              <a:t>.</a:t>
            </a:r>
            <a:endParaRPr kumimoji="0" lang="en-GB" altLang="ja-JP" sz="2400" b="0" i="0" u="none" strike="noStrike" kern="1200" cap="none" spc="0" normalizeH="0" baseline="0" noProof="0" dirty="0">
              <a:ln>
                <a:noFill/>
              </a:ln>
              <a:solidFill>
                <a:prstClr val="black"/>
              </a:solidFill>
              <a:effectLst/>
              <a:uLnTx/>
              <a:uFillTx/>
              <a:cs typeface="Calibri"/>
            </a:endParaRPr>
          </a:p>
          <a:p>
            <a:pPr marL="12700" marR="310515" lvl="0" indent="0" algn="l" defTabSz="914400" rtl="0" eaLnBrk="1" fontAlgn="auto" latinLnBrk="0" hangingPunct="1">
              <a:lnSpc>
                <a:spcPts val="2590"/>
              </a:lnSpc>
              <a:spcBef>
                <a:spcPts val="425"/>
              </a:spcBef>
              <a:spcAft>
                <a:spcPts val="0"/>
              </a:spcAft>
              <a:buClrTx/>
              <a:buSzTx/>
              <a:buFontTx/>
              <a:buNone/>
              <a:tabLst/>
              <a:defRPr/>
            </a:pPr>
            <a:r>
              <a:rPr lang="en-GB" altLang="ja-JP" sz="2400" dirty="0">
                <a:solidFill>
                  <a:prstClr val="black"/>
                </a:solidFill>
                <a:cs typeface="Calibri"/>
              </a:rPr>
              <a:t>There are loads of differences between them in terms of grammar, vocabulary and collocation.</a:t>
            </a:r>
          </a:p>
          <a:p>
            <a:pPr marL="12700" marR="310515" lvl="0" indent="0" algn="l" defTabSz="914400" rtl="0" eaLnBrk="1" fontAlgn="auto" latinLnBrk="0" hangingPunct="1">
              <a:lnSpc>
                <a:spcPts val="2590"/>
              </a:lnSpc>
              <a:spcBef>
                <a:spcPts val="425"/>
              </a:spcBef>
              <a:spcAft>
                <a:spcPts val="0"/>
              </a:spcAft>
              <a:buClrTx/>
              <a:buSzTx/>
              <a:buFontTx/>
              <a:buNone/>
              <a:tabLst/>
              <a:defRPr/>
            </a:pPr>
            <a:r>
              <a:rPr kumimoji="0" lang="en-GB" altLang="ja-JP" sz="2400" b="0" i="0" u="none" strike="noStrike" kern="1200" cap="none" spc="0" normalizeH="0" baseline="0" noProof="0" dirty="0">
                <a:ln>
                  <a:noFill/>
                </a:ln>
                <a:solidFill>
                  <a:prstClr val="black"/>
                </a:solidFill>
                <a:effectLst/>
                <a:uLnTx/>
                <a:uFillTx/>
                <a:cs typeface="Calibri"/>
              </a:rPr>
              <a:t>The same thing applies to programming languages.</a:t>
            </a:r>
            <a:endParaRPr kumimoji="0" lang="ja-JP" altLang="en-US" sz="2400" b="0" i="0" u="none" strike="noStrike" kern="1200" cap="none" spc="0" normalizeH="0" baseline="0" noProof="0" dirty="0">
              <a:ln>
                <a:noFill/>
              </a:ln>
              <a:solidFill>
                <a:prstClr val="black"/>
              </a:solidFill>
              <a:effectLst/>
              <a:uLnTx/>
              <a:uFillTx/>
              <a:cs typeface="Yu Gothic"/>
            </a:endParaRPr>
          </a:p>
        </p:txBody>
      </p:sp>
    </p:spTree>
    <p:extLst>
      <p:ext uri="{BB962C8B-B14F-4D97-AF65-F5344CB8AC3E}">
        <p14:creationId xmlns:p14="http://schemas.microsoft.com/office/powerpoint/2010/main" val="35154773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a:extLst>
            <a:ext uri="{FF2B5EF4-FFF2-40B4-BE49-F238E27FC236}">
              <a16:creationId xmlns:a16="http://schemas.microsoft.com/office/drawing/2014/main" id="{15123827-4E4F-9C8F-B9A2-8D5A68081B2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B633415-2D32-48ED-27D8-CF083C80F7F5}"/>
              </a:ext>
            </a:extLst>
          </p:cNvPr>
          <p:cNvSpPr>
            <a:spLocks noGrp="1"/>
          </p:cNvSpPr>
          <p:nvPr>
            <p:ph type="title"/>
          </p:nvPr>
        </p:nvSpPr>
        <p:spPr/>
        <p:txBody>
          <a:bodyPr/>
          <a:lstStyle/>
          <a:p>
            <a:pPr algn="ctr"/>
            <a:r>
              <a:rPr lang="en-US" altLang="ja-JP" b="1" dirty="0">
                <a:latin typeface="Calibri (Headings)"/>
              </a:rPr>
              <a:t>5.</a:t>
            </a:r>
            <a:r>
              <a:rPr lang="en-GB" altLang="ja-JP" b="1" dirty="0">
                <a:latin typeface="Calibri (Headings)"/>
              </a:rPr>
              <a:t> </a:t>
            </a:r>
            <a:r>
              <a:rPr lang="en-GB" altLang="ja-JP" b="1" dirty="0">
                <a:latin typeface="Calibri (Headings)"/>
                <a:sym typeface="Arial"/>
              </a:rPr>
              <a:t>Epilogue</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4D2D5B05-DF60-9751-16AB-E24C7A82F3A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81453EAC-CE5C-B9B4-C5D4-87D988A87017}"/>
              </a:ext>
            </a:extLst>
          </p:cNvPr>
          <p:cNvSpPr>
            <a:spLocks noGrp="1"/>
          </p:cNvSpPr>
          <p:nvPr>
            <p:ph idx="1"/>
          </p:nvPr>
        </p:nvSpPr>
        <p:spPr>
          <a:xfrm>
            <a:off x="838200" y="1825625"/>
            <a:ext cx="10515600" cy="4351338"/>
          </a:xfrm>
        </p:spPr>
        <p:txBody>
          <a:bodyPr>
            <a:normAutofit/>
          </a:bodyPr>
          <a:lstStyle/>
          <a:p>
            <a:pPr marL="12700" marR="310515" lvl="0" indent="0" algn="l" defTabSz="914400" rtl="0" eaLnBrk="1" fontAlgn="auto" latinLnBrk="0" hangingPunct="1">
              <a:lnSpc>
                <a:spcPts val="2590"/>
              </a:lnSpc>
              <a:spcBef>
                <a:spcPts val="425"/>
              </a:spcBef>
              <a:spcAft>
                <a:spcPts val="0"/>
              </a:spcAft>
              <a:buClrTx/>
              <a:buSzTx/>
              <a:buFontTx/>
              <a:buNone/>
              <a:tabLst/>
              <a:defRPr/>
            </a:pPr>
            <a:r>
              <a:rPr lang="en-GB" altLang="ja-JP" sz="2400" dirty="0">
                <a:solidFill>
                  <a:prstClr val="black"/>
                </a:solidFill>
                <a:cs typeface="Calibri"/>
              </a:rPr>
              <a:t>It may not be a programming language, but I often compose workflows of GitHub Actions in</a:t>
            </a:r>
            <a:r>
              <a:rPr lang="ja-JP" altLang="en-US" sz="2400" dirty="0">
                <a:solidFill>
                  <a:prstClr val="black"/>
                </a:solidFill>
                <a:cs typeface="Calibri"/>
              </a:rPr>
              <a:t> </a:t>
            </a:r>
            <a:r>
              <a:rPr lang="en-GB" altLang="ja-JP" sz="2400" dirty="0">
                <a:solidFill>
                  <a:prstClr val="black"/>
                </a:solidFill>
                <a:cs typeface="Calibri"/>
              </a:rPr>
              <a:t>Shell</a:t>
            </a:r>
            <a:r>
              <a:rPr lang="ja-JP" altLang="en-US" sz="2400" dirty="0">
                <a:solidFill>
                  <a:prstClr val="black"/>
                </a:solidFill>
                <a:cs typeface="Calibri"/>
              </a:rPr>
              <a:t> </a:t>
            </a:r>
            <a:r>
              <a:rPr lang="en-GB" altLang="ja-JP" sz="2400" dirty="0">
                <a:solidFill>
                  <a:prstClr val="black"/>
                </a:solidFill>
                <a:cs typeface="Calibri"/>
              </a:rPr>
              <a:t>Script.</a:t>
            </a:r>
          </a:p>
          <a:p>
            <a:pPr marL="12700" marR="310515" lvl="0" indent="0" algn="l" defTabSz="914400" rtl="0" eaLnBrk="1" fontAlgn="auto" latinLnBrk="0" hangingPunct="1">
              <a:lnSpc>
                <a:spcPts val="2590"/>
              </a:lnSpc>
              <a:spcBef>
                <a:spcPts val="425"/>
              </a:spcBef>
              <a:spcAft>
                <a:spcPts val="0"/>
              </a:spcAft>
              <a:buClrTx/>
              <a:buSzTx/>
              <a:buFontTx/>
              <a:buNone/>
              <a:tabLst/>
              <a:defRPr/>
            </a:pPr>
            <a:r>
              <a:rPr lang="en-GB" altLang="ja-JP" sz="2400" dirty="0">
                <a:solidFill>
                  <a:prstClr val="black"/>
                </a:solidFill>
                <a:cs typeface="Calibri"/>
              </a:rPr>
              <a:t>It always turns out that writing it just like as Ruby is impossible with Object-Oriented philosophy.</a:t>
            </a:r>
          </a:p>
          <a:p>
            <a:pPr marL="12700" marR="310515" lvl="0" indent="0" algn="l" defTabSz="914400" rtl="0" eaLnBrk="1" fontAlgn="auto" latinLnBrk="0" hangingPunct="1">
              <a:lnSpc>
                <a:spcPts val="2590"/>
              </a:lnSpc>
              <a:spcBef>
                <a:spcPts val="425"/>
              </a:spcBef>
              <a:spcAft>
                <a:spcPts val="0"/>
              </a:spcAft>
              <a:buClrTx/>
              <a:buSzTx/>
              <a:buFontTx/>
              <a:buNone/>
              <a:tabLst/>
              <a:defRPr/>
            </a:pPr>
            <a:r>
              <a:rPr lang="en-GB" altLang="ja-JP" sz="2400" dirty="0">
                <a:solidFill>
                  <a:prstClr val="black"/>
                </a:solidFill>
                <a:cs typeface="Calibri"/>
              </a:rPr>
              <a:t>It says, "Don't use array too much and focus on integrate simple procedures."</a:t>
            </a:r>
          </a:p>
          <a:p>
            <a:pPr marL="12700" marR="310515" lvl="0" indent="0" algn="l" defTabSz="914400" rtl="0" eaLnBrk="1" fontAlgn="auto" latinLnBrk="0" hangingPunct="1">
              <a:lnSpc>
                <a:spcPts val="2590"/>
              </a:lnSpc>
              <a:spcBef>
                <a:spcPts val="425"/>
              </a:spcBef>
              <a:spcAft>
                <a:spcPts val="0"/>
              </a:spcAft>
              <a:buClrTx/>
              <a:buSzTx/>
              <a:buFontTx/>
              <a:buNone/>
              <a:tabLst/>
              <a:defRPr/>
            </a:pPr>
            <a:r>
              <a:rPr lang="en-GB" altLang="ja-JP" sz="2400" dirty="0">
                <a:solidFill>
                  <a:prstClr val="black"/>
                </a:solidFill>
                <a:cs typeface="Calibri"/>
              </a:rPr>
              <a:t>This is because of the difference in paradigm.</a:t>
            </a:r>
          </a:p>
          <a:p>
            <a:pPr marL="12700" marR="310515" lvl="0" indent="0" algn="l" defTabSz="914400" rtl="0" eaLnBrk="1" fontAlgn="auto" latinLnBrk="0" hangingPunct="1">
              <a:lnSpc>
                <a:spcPts val="2590"/>
              </a:lnSpc>
              <a:spcBef>
                <a:spcPts val="425"/>
              </a:spcBef>
              <a:spcAft>
                <a:spcPts val="0"/>
              </a:spcAft>
              <a:buClrTx/>
              <a:buSzTx/>
              <a:buFontTx/>
              <a:buNone/>
              <a:tabLst/>
              <a:defRPr/>
            </a:pPr>
            <a:endParaRPr lang="en-GB" altLang="ja-JP" sz="2400" dirty="0">
              <a:solidFill>
                <a:prstClr val="black"/>
              </a:solidFill>
              <a:cs typeface="Calibri"/>
            </a:endParaRPr>
          </a:p>
          <a:p>
            <a:pPr marL="12700" marR="310515" lvl="0" indent="0" algn="l" defTabSz="914400" rtl="0" eaLnBrk="1" fontAlgn="auto" latinLnBrk="0" hangingPunct="1">
              <a:lnSpc>
                <a:spcPts val="2590"/>
              </a:lnSpc>
              <a:spcBef>
                <a:spcPts val="425"/>
              </a:spcBef>
              <a:spcAft>
                <a:spcPts val="0"/>
              </a:spcAft>
              <a:buClrTx/>
              <a:buSzTx/>
              <a:buFontTx/>
              <a:buNone/>
              <a:tabLst/>
              <a:defRPr/>
            </a:pPr>
            <a:r>
              <a:rPr lang="en-GB" altLang="ja-JP" sz="2400" dirty="0">
                <a:solidFill>
                  <a:prstClr val="black"/>
                </a:solidFill>
                <a:cs typeface="Calibri"/>
              </a:rPr>
              <a:t>I have not commanded Data-Oriented languages such as Go Lang and Rust; however, I would pick them up in the same topic once I acquire them.</a:t>
            </a:r>
          </a:p>
          <a:p>
            <a:pPr marL="12700" marR="310515" lvl="0" indent="0" algn="l" defTabSz="914400" rtl="0" eaLnBrk="1" fontAlgn="auto" latinLnBrk="0" hangingPunct="1">
              <a:lnSpc>
                <a:spcPts val="2590"/>
              </a:lnSpc>
              <a:spcBef>
                <a:spcPts val="425"/>
              </a:spcBef>
              <a:spcAft>
                <a:spcPts val="0"/>
              </a:spcAft>
              <a:buClrTx/>
              <a:buSzTx/>
              <a:buFontTx/>
              <a:buNone/>
              <a:tabLst/>
              <a:defRPr/>
            </a:pPr>
            <a:r>
              <a:rPr lang="en-GB" altLang="ja-JP" sz="2400" dirty="0">
                <a:solidFill>
                  <a:prstClr val="black"/>
                </a:solidFill>
                <a:cs typeface="Calibri"/>
              </a:rPr>
              <a:t>If you know much about them, would you please share your thought via comparative linguistics?</a:t>
            </a:r>
          </a:p>
        </p:txBody>
      </p:sp>
    </p:spTree>
    <p:extLst>
      <p:ext uri="{BB962C8B-B14F-4D97-AF65-F5344CB8AC3E}">
        <p14:creationId xmlns:p14="http://schemas.microsoft.com/office/powerpoint/2010/main" val="4661151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lum/>
          </a:blip>
          <a:srcRect/>
          <a:stretch>
            <a:fillRect t="-3000" b="-3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GB" altLang="ja-JP" b="1" dirty="0">
                <a:latin typeface="Calibri (Headings)"/>
              </a:rPr>
              <a:t>6. References</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28957591"/>
      </p:ext>
    </p:extLst>
  </p:cSld>
  <p:clrMapOvr>
    <a:overrideClrMapping bg1="lt1" tx1="dk1" bg2="lt2" tx2="dk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lum/>
          </a:blip>
          <a:srcRect/>
          <a:stretch>
            <a:fillRect t="-3000" b="-3000"/>
          </a:stretch>
        </a:blipFill>
        <a:effectLst/>
      </p:bgPr>
    </p:bg>
    <p:spTree>
      <p:nvGrpSpPr>
        <p:cNvPr id="1" name="">
          <a:extLst>
            <a:ext uri="{FF2B5EF4-FFF2-40B4-BE49-F238E27FC236}">
              <a16:creationId xmlns:a16="http://schemas.microsoft.com/office/drawing/2014/main" id="{76ED1A27-BE41-D4E3-F79E-4DA2E47D7FDD}"/>
            </a:ext>
          </a:extLst>
        </p:cNvPr>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D8F3F560-D10A-DF47-CEEB-AB37CEC64B7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6" name="タイトル 1">
            <a:extLst>
              <a:ext uri="{FF2B5EF4-FFF2-40B4-BE49-F238E27FC236}">
                <a16:creationId xmlns:a16="http://schemas.microsoft.com/office/drawing/2014/main" id="{DFB23CD3-B1DC-535F-639D-A8D052B2BECB}"/>
              </a:ext>
            </a:extLst>
          </p:cNvPr>
          <p:cNvSpPr>
            <a:spLocks noGrp="1"/>
          </p:cNvSpPr>
          <p:nvPr>
            <p:ph type="title"/>
          </p:nvPr>
        </p:nvSpPr>
        <p:spPr>
          <a:xfrm>
            <a:off x="838200" y="365125"/>
            <a:ext cx="10515600" cy="1325563"/>
          </a:xfrm>
        </p:spPr>
        <p:txBody>
          <a:bodyPr/>
          <a:lstStyle/>
          <a:p>
            <a:pPr algn="ctr"/>
            <a:r>
              <a:rPr lang="en-GB" altLang="ja-JP" b="1" dirty="0">
                <a:latin typeface="Calibri (Headings)"/>
              </a:rPr>
              <a:t>6. References</a:t>
            </a:r>
            <a:endParaRPr lang="en-GB" b="1" dirty="0">
              <a:latin typeface="Calibri (Headings)"/>
            </a:endParaRPr>
          </a:p>
        </p:txBody>
      </p:sp>
      <p:sp>
        <p:nvSpPr>
          <p:cNvPr id="7" name="コンテンツ プレースホルダー 6">
            <a:extLst>
              <a:ext uri="{FF2B5EF4-FFF2-40B4-BE49-F238E27FC236}">
                <a16:creationId xmlns:a16="http://schemas.microsoft.com/office/drawing/2014/main" id="{8E70E979-B743-DBD6-47F0-4AB13B2F7C58}"/>
              </a:ext>
            </a:extLst>
          </p:cNvPr>
          <p:cNvSpPr>
            <a:spLocks noGrp="1"/>
          </p:cNvSpPr>
          <p:nvPr>
            <p:ph idx="1"/>
          </p:nvPr>
        </p:nvSpPr>
        <p:spPr>
          <a:xfrm>
            <a:off x="838200" y="1825625"/>
            <a:ext cx="10515600" cy="4351338"/>
          </a:xfrm>
        </p:spPr>
        <p:txBody>
          <a:bodyPr>
            <a:normAutofit/>
          </a:bodyPr>
          <a:lstStyle/>
          <a:p>
            <a:pPr marL="282575" marR="0" lvl="0" indent="-270510" algn="l" defTabSz="914400" rtl="0" eaLnBrk="1" fontAlgn="auto" latinLnBrk="0" hangingPunct="1">
              <a:lnSpc>
                <a:spcPts val="2770"/>
              </a:lnSpc>
              <a:spcBef>
                <a:spcPts val="100"/>
              </a:spcBef>
              <a:spcAft>
                <a:spcPts val="0"/>
              </a:spcAft>
              <a:buClr>
                <a:srgbClr val="000000"/>
              </a:buClr>
              <a:buSzPct val="116666"/>
              <a:buFont typeface="Arial MT"/>
              <a:buChar char="•"/>
              <a:tabLst>
                <a:tab pos="283210" algn="l"/>
              </a:tabLst>
              <a:defRPr/>
            </a:pPr>
            <a:r>
              <a:rPr lang="en-GB" altLang="ja-JP" sz="2400" i="1" dirty="0">
                <a:solidFill>
                  <a:prstClr val="black"/>
                </a:solidFill>
                <a:cs typeface="Calibri"/>
                <a:hlinkClick r:id="rId4"/>
              </a:rPr>
              <a:t>97 Things Every Programmer Should Know</a:t>
            </a:r>
            <a:endParaRPr kumimoji="0" lang="ja-JP" altLang="en-US" sz="2400" b="0" i="0" u="none" strike="noStrike" kern="1200" cap="none" spc="0" normalizeH="0" baseline="0" noProof="0" dirty="0">
              <a:ln>
                <a:noFill/>
              </a:ln>
              <a:solidFill>
                <a:prstClr val="black"/>
              </a:solidFill>
              <a:effectLst/>
              <a:uLnTx/>
              <a:uFillTx/>
              <a:ea typeface="+mn-ea"/>
              <a:cs typeface="Calibri"/>
            </a:endParaRPr>
          </a:p>
          <a:p>
            <a:pPr marL="728980" marR="0" lvl="1" indent="-229235" algn="l" defTabSz="914400" rtl="0" eaLnBrk="1" fontAlgn="auto" latinLnBrk="0" hangingPunct="1">
              <a:lnSpc>
                <a:spcPts val="2135"/>
              </a:lnSpc>
              <a:spcBef>
                <a:spcPts val="0"/>
              </a:spcBef>
              <a:spcAft>
                <a:spcPts val="0"/>
              </a:spcAft>
              <a:buClrTx/>
              <a:buSzPct val="140000"/>
              <a:buFont typeface="Arial MT"/>
              <a:buChar char="•"/>
              <a:tabLst>
                <a:tab pos="729615" algn="l"/>
              </a:tabLst>
              <a:defRPr/>
            </a:pPr>
            <a:r>
              <a:rPr kumimoji="0" lang="en-GB" altLang="ja-JP" sz="2000" b="0" i="0" u="none" strike="noStrike" kern="1200" cap="none" spc="0" normalizeH="0" baseline="0" noProof="0" dirty="0">
                <a:ln>
                  <a:noFill/>
                </a:ln>
                <a:solidFill>
                  <a:prstClr val="black"/>
                </a:solidFill>
                <a:effectLst/>
                <a:uLnTx/>
                <a:uFillTx/>
                <a:ea typeface="+mn-ea"/>
                <a:cs typeface="Yu Gothic"/>
              </a:rPr>
              <a:t>Last Accessed On</a:t>
            </a:r>
            <a:r>
              <a:rPr kumimoji="0" lang="en-US" altLang="ja-JP" sz="2000" b="0" i="0" u="none" strike="noStrike" kern="1200" cap="none" spc="0" normalizeH="0" baseline="0" noProof="0" dirty="0">
                <a:ln>
                  <a:noFill/>
                </a:ln>
                <a:solidFill>
                  <a:prstClr val="black"/>
                </a:solidFill>
                <a:effectLst/>
                <a:uLnTx/>
                <a:uFillTx/>
                <a:ea typeface="+mn-ea"/>
                <a:cs typeface="Calibri"/>
              </a:rPr>
              <a:t>:</a:t>
            </a:r>
            <a:r>
              <a:rPr kumimoji="0" lang="ja-JP" altLang="en-US" sz="2000" b="0" i="0" u="none" strike="noStrike" kern="1200" cap="none" spc="-85" normalizeH="0" baseline="0" noProof="0" dirty="0">
                <a:ln>
                  <a:noFill/>
                </a:ln>
                <a:solidFill>
                  <a:prstClr val="black"/>
                </a:solidFill>
                <a:effectLst/>
                <a:uLnTx/>
                <a:uFillTx/>
                <a:ea typeface="+mn-ea"/>
                <a:cs typeface="Calibri"/>
              </a:rPr>
              <a:t> </a:t>
            </a:r>
            <a:r>
              <a:rPr kumimoji="0" lang="en-US" altLang="ja-JP" sz="2000" b="0" i="0" u="none" strike="noStrike" kern="1200" cap="none" spc="0" normalizeH="0" baseline="0" noProof="0" dirty="0">
                <a:ln>
                  <a:noFill/>
                </a:ln>
                <a:solidFill>
                  <a:prstClr val="black"/>
                </a:solidFill>
                <a:effectLst/>
                <a:uLnTx/>
                <a:uFillTx/>
                <a:ea typeface="+mn-ea"/>
                <a:cs typeface="Calibri"/>
              </a:rPr>
              <a:t>10 February 2025</a:t>
            </a:r>
            <a:endParaRPr kumimoji="0" lang="ja-JP" altLang="en-US" sz="2000" b="0" i="0" u="none" strike="noStrike" kern="1200" cap="none" spc="0" normalizeH="0" baseline="0" noProof="0" dirty="0">
              <a:ln>
                <a:noFill/>
              </a:ln>
              <a:solidFill>
                <a:prstClr val="black"/>
              </a:solidFill>
              <a:effectLst/>
              <a:uLnTx/>
              <a:uFillTx/>
              <a:ea typeface="+mn-ea"/>
              <a:cs typeface="Yu Gothic"/>
            </a:endParaRPr>
          </a:p>
          <a:p>
            <a:pPr marL="282575" marR="0" lvl="0" indent="-270510" algn="l" defTabSz="914400" rtl="0" eaLnBrk="1" fontAlgn="auto" latinLnBrk="0" hangingPunct="1">
              <a:lnSpc>
                <a:spcPts val="2615"/>
              </a:lnSpc>
              <a:spcBef>
                <a:spcPts val="0"/>
              </a:spcBef>
              <a:spcAft>
                <a:spcPts val="0"/>
              </a:spcAft>
              <a:buClr>
                <a:srgbClr val="000000"/>
              </a:buClr>
              <a:buSzPct val="116666"/>
              <a:buFont typeface="Arial MT"/>
              <a:buChar char="•"/>
              <a:tabLst>
                <a:tab pos="283210" algn="l"/>
              </a:tabLst>
              <a:defRPr/>
            </a:pPr>
            <a:r>
              <a:rPr kumimoji="0" lang="en-GB" altLang="ja-JP" sz="2400" b="0" i="0" u="heavy" strike="noStrike" kern="1200" cap="none" spc="-20" normalizeH="0" baseline="0" noProof="0" dirty="0">
                <a:ln>
                  <a:noFill/>
                </a:ln>
                <a:solidFill>
                  <a:srgbClr val="0462C1"/>
                </a:solidFill>
                <a:effectLst/>
                <a:uLnTx/>
                <a:uFill>
                  <a:solidFill>
                    <a:srgbClr val="0462C1"/>
                  </a:solidFill>
                </a:uFill>
                <a:ea typeface="+mn-ea"/>
                <a:cs typeface="Calibri"/>
                <a:hlinkClick r:id="rId5"/>
              </a:rPr>
              <a:t>He who knows no foreign language knows nothing of his mother tongue - La Academia Language School</a:t>
            </a:r>
            <a:endParaRPr kumimoji="0" lang="ja-JP" altLang="en-US" sz="2400" b="0" i="0" u="none" strike="noStrike" kern="1200" cap="none" spc="0" normalizeH="0" baseline="0" noProof="0" dirty="0">
              <a:ln>
                <a:noFill/>
              </a:ln>
              <a:solidFill>
                <a:prstClr val="black"/>
              </a:solidFill>
              <a:effectLst/>
              <a:uLnTx/>
              <a:uFillTx/>
              <a:ea typeface="+mn-ea"/>
              <a:cs typeface="Calibri"/>
            </a:endParaRPr>
          </a:p>
          <a:p>
            <a:pPr marL="728980" marR="0" lvl="1" indent="-229235" algn="l" defTabSz="914400" rtl="0" eaLnBrk="1" fontAlgn="auto" latinLnBrk="0" hangingPunct="1">
              <a:lnSpc>
                <a:spcPts val="2130"/>
              </a:lnSpc>
              <a:spcBef>
                <a:spcPts val="0"/>
              </a:spcBef>
              <a:spcAft>
                <a:spcPts val="0"/>
              </a:spcAft>
              <a:buClrTx/>
              <a:buSzPct val="140000"/>
              <a:buFont typeface="Arial MT"/>
              <a:buChar char="•"/>
              <a:tabLst>
                <a:tab pos="729615" algn="l"/>
              </a:tabLst>
              <a:defRPr/>
            </a:pPr>
            <a:r>
              <a:rPr kumimoji="0" lang="en-GB" altLang="ja-JP" sz="2000" b="0" i="0" u="none" strike="noStrike" kern="1200" cap="none" spc="0" normalizeH="0" baseline="0" noProof="0" dirty="0">
                <a:ln>
                  <a:noFill/>
                </a:ln>
                <a:solidFill>
                  <a:prstClr val="black"/>
                </a:solidFill>
                <a:effectLst/>
                <a:uLnTx/>
                <a:uFillTx/>
                <a:ea typeface="+mn-ea"/>
                <a:cs typeface="Yu Gothic"/>
              </a:rPr>
              <a:t>Last Accessed On</a:t>
            </a:r>
            <a:r>
              <a:rPr kumimoji="0" lang="en-US" altLang="ja-JP" sz="2000" b="0" i="0" u="none" strike="noStrike" kern="1200" cap="none" spc="0" normalizeH="0" baseline="0" noProof="0" dirty="0">
                <a:ln>
                  <a:noFill/>
                </a:ln>
                <a:solidFill>
                  <a:prstClr val="black"/>
                </a:solidFill>
                <a:effectLst/>
                <a:uLnTx/>
                <a:uFillTx/>
                <a:ea typeface="+mn-ea"/>
                <a:cs typeface="Calibri"/>
              </a:rPr>
              <a:t>:</a:t>
            </a:r>
            <a:r>
              <a:rPr kumimoji="0" lang="ja-JP" altLang="en-US" sz="2000" b="0" i="0" u="none" strike="noStrike" kern="1200" cap="none" spc="-85" normalizeH="0" baseline="0" noProof="0" dirty="0">
                <a:ln>
                  <a:noFill/>
                </a:ln>
                <a:solidFill>
                  <a:prstClr val="black"/>
                </a:solidFill>
                <a:effectLst/>
                <a:uLnTx/>
                <a:uFillTx/>
                <a:ea typeface="+mn-ea"/>
                <a:cs typeface="Calibri"/>
              </a:rPr>
              <a:t> </a:t>
            </a:r>
            <a:r>
              <a:rPr kumimoji="0" lang="en-US" altLang="ja-JP" sz="2000" b="0" i="0" u="none" strike="noStrike" kern="1200" cap="none" spc="0" normalizeH="0" baseline="0" noProof="0" dirty="0">
                <a:ln>
                  <a:noFill/>
                </a:ln>
                <a:solidFill>
                  <a:prstClr val="black"/>
                </a:solidFill>
                <a:effectLst/>
                <a:uLnTx/>
                <a:uFillTx/>
                <a:ea typeface="+mn-ea"/>
                <a:cs typeface="Calibri"/>
              </a:rPr>
              <a:t>10 February 2025</a:t>
            </a:r>
            <a:endParaRPr kumimoji="0" lang="ja-JP" altLang="en-US" sz="2000" b="0" i="0" u="none" strike="noStrike" kern="1200" cap="none" spc="0" normalizeH="0" baseline="0" noProof="0" dirty="0">
              <a:ln>
                <a:noFill/>
              </a:ln>
              <a:solidFill>
                <a:prstClr val="black"/>
              </a:solidFill>
              <a:effectLst/>
              <a:uLnTx/>
              <a:uFillTx/>
              <a:ea typeface="+mn-ea"/>
              <a:cs typeface="Yu Gothic"/>
            </a:endParaRPr>
          </a:p>
          <a:p>
            <a:pPr marL="282575" marR="0" lvl="0" indent="-270510" algn="l" defTabSz="914400" rtl="0" eaLnBrk="1" fontAlgn="auto" latinLnBrk="0" hangingPunct="1">
              <a:lnSpc>
                <a:spcPts val="2615"/>
              </a:lnSpc>
              <a:spcBef>
                <a:spcPts val="0"/>
              </a:spcBef>
              <a:spcAft>
                <a:spcPts val="0"/>
              </a:spcAft>
              <a:buClr>
                <a:srgbClr val="000000"/>
              </a:buClr>
              <a:buSzPct val="116666"/>
              <a:buFont typeface="Arial MT"/>
              <a:buChar char="•"/>
              <a:tabLst>
                <a:tab pos="283210" algn="l"/>
              </a:tabLst>
              <a:defRPr/>
            </a:pPr>
            <a:r>
              <a:rPr kumimoji="0" lang="en-GB" altLang="ja-JP" sz="2400" b="0" i="0" u="heavy" strike="noStrike" kern="1200" cap="none" spc="0" normalizeH="0" baseline="0" noProof="0" dirty="0">
                <a:ln>
                  <a:noFill/>
                </a:ln>
                <a:solidFill>
                  <a:srgbClr val="0462C1"/>
                </a:solidFill>
                <a:effectLst/>
                <a:uLnTx/>
                <a:uFill>
                  <a:solidFill>
                    <a:srgbClr val="0462C1"/>
                  </a:solidFill>
                </a:uFill>
                <a:ea typeface="+mn-ea"/>
                <a:cs typeface="Yu Gothic"/>
                <a:hlinkClick r:id="rId6"/>
              </a:rPr>
              <a:t>object-oriented programming (OOP)</a:t>
            </a:r>
            <a:endParaRPr kumimoji="0" lang="ja-JP" altLang="en-US" sz="2400" i="0" u="none" strike="noStrike" kern="1200" cap="none" spc="0" normalizeH="0" baseline="0" noProof="0" dirty="0">
              <a:ln>
                <a:noFill/>
              </a:ln>
              <a:solidFill>
                <a:prstClr val="black"/>
              </a:solidFill>
              <a:effectLst/>
              <a:uLnTx/>
              <a:uFillTx/>
              <a:ea typeface="+mn-ea"/>
              <a:cs typeface="Calibri"/>
            </a:endParaRPr>
          </a:p>
          <a:p>
            <a:pPr marL="728980" marR="0" lvl="1" indent="-229235" algn="l" defTabSz="914400" rtl="0" eaLnBrk="1" fontAlgn="auto" latinLnBrk="0" hangingPunct="1">
              <a:lnSpc>
                <a:spcPts val="2135"/>
              </a:lnSpc>
              <a:spcBef>
                <a:spcPts val="0"/>
              </a:spcBef>
              <a:spcAft>
                <a:spcPts val="0"/>
              </a:spcAft>
              <a:buClrTx/>
              <a:buSzPct val="140000"/>
              <a:buFont typeface="Arial MT"/>
              <a:buChar char="•"/>
              <a:tabLst>
                <a:tab pos="729615" algn="l"/>
              </a:tabLst>
              <a:defRPr/>
            </a:pPr>
            <a:r>
              <a:rPr kumimoji="0" lang="en-GB" altLang="ja-JP" sz="2000" i="0" u="none" strike="noStrike" kern="1200" cap="none" spc="0" normalizeH="0" baseline="0" noProof="0" dirty="0">
                <a:ln>
                  <a:noFill/>
                </a:ln>
                <a:solidFill>
                  <a:prstClr val="black"/>
                </a:solidFill>
                <a:effectLst/>
                <a:uLnTx/>
                <a:uFillTx/>
                <a:ea typeface="+mn-ea"/>
                <a:cs typeface="Yu Gothic"/>
              </a:rPr>
              <a:t>Last Accessed On</a:t>
            </a:r>
            <a:r>
              <a:rPr kumimoji="0" lang="en-US" altLang="ja-JP" sz="2000" i="0" u="none" strike="noStrike" kern="1200" cap="none" spc="0" normalizeH="0" baseline="0" noProof="0" dirty="0">
                <a:ln>
                  <a:noFill/>
                </a:ln>
                <a:solidFill>
                  <a:prstClr val="black"/>
                </a:solidFill>
                <a:effectLst/>
                <a:uLnTx/>
                <a:uFillTx/>
                <a:ea typeface="+mn-ea"/>
                <a:cs typeface="Calibri"/>
              </a:rPr>
              <a:t>:</a:t>
            </a:r>
            <a:r>
              <a:rPr kumimoji="0" lang="ja-JP" altLang="en-US" sz="2000" i="0" u="none" strike="noStrike" kern="1200" cap="none" spc="-85" normalizeH="0" baseline="0" noProof="0" dirty="0">
                <a:ln>
                  <a:noFill/>
                </a:ln>
                <a:solidFill>
                  <a:prstClr val="black"/>
                </a:solidFill>
                <a:effectLst/>
                <a:uLnTx/>
                <a:uFillTx/>
                <a:ea typeface="+mn-ea"/>
                <a:cs typeface="Calibri"/>
              </a:rPr>
              <a:t> </a:t>
            </a:r>
            <a:r>
              <a:rPr kumimoji="0" lang="en-US" altLang="ja-JP" sz="2000" i="0" u="none" strike="noStrike" kern="1200" cap="none" spc="0" normalizeH="0" baseline="0" noProof="0" dirty="0">
                <a:ln>
                  <a:noFill/>
                </a:ln>
                <a:solidFill>
                  <a:prstClr val="black"/>
                </a:solidFill>
                <a:effectLst/>
                <a:uLnTx/>
                <a:uFillTx/>
                <a:ea typeface="+mn-ea"/>
                <a:cs typeface="Calibri"/>
              </a:rPr>
              <a:t>10 February 2025</a:t>
            </a:r>
            <a:endParaRPr kumimoji="0" lang="ja-JP" altLang="en-US" sz="2000" b="0" i="0" u="none" strike="noStrike" kern="1200" cap="none" spc="0" normalizeH="0" baseline="0" noProof="0" dirty="0">
              <a:ln>
                <a:noFill/>
              </a:ln>
              <a:solidFill>
                <a:prstClr val="black"/>
              </a:solidFill>
              <a:effectLst/>
              <a:uLnTx/>
              <a:uFillTx/>
              <a:ea typeface="+mn-ea"/>
              <a:cs typeface="Yu Gothic"/>
            </a:endParaRPr>
          </a:p>
          <a:p>
            <a:pPr marL="282575" marR="0" lvl="0" indent="-270510" algn="l" defTabSz="914400" rtl="0" eaLnBrk="1" fontAlgn="auto" latinLnBrk="0" hangingPunct="1">
              <a:lnSpc>
                <a:spcPts val="2615"/>
              </a:lnSpc>
              <a:spcBef>
                <a:spcPts val="0"/>
              </a:spcBef>
              <a:spcAft>
                <a:spcPts val="0"/>
              </a:spcAft>
              <a:buClr>
                <a:srgbClr val="000000"/>
              </a:buClr>
              <a:buSzPct val="116666"/>
              <a:buFont typeface="Arial MT"/>
              <a:buChar char="•"/>
              <a:tabLst>
                <a:tab pos="283210" algn="l"/>
              </a:tabLst>
              <a:defRPr/>
            </a:pPr>
            <a:r>
              <a:rPr kumimoji="0" lang="en-GB" altLang="ja-JP" sz="2400" b="0" i="0" u="heavy" strike="noStrike" kern="1200" cap="none" spc="0" normalizeH="0" baseline="0" noProof="0" dirty="0">
                <a:ln>
                  <a:noFill/>
                </a:ln>
                <a:solidFill>
                  <a:srgbClr val="0462C1"/>
                </a:solidFill>
                <a:effectLst/>
                <a:uLnTx/>
                <a:uFill>
                  <a:solidFill>
                    <a:srgbClr val="0462C1"/>
                  </a:solidFill>
                </a:uFill>
                <a:ea typeface="+mn-ea"/>
                <a:cs typeface="Yu Gothic"/>
                <a:hlinkClick r:id="rId7"/>
              </a:rPr>
              <a:t>Compiler vs. Interpreter: 12 Critical Differences To Know</a:t>
            </a:r>
            <a:endParaRPr kumimoji="0" lang="ja-JP" altLang="en-US" sz="2400" i="0" u="none" strike="noStrike" kern="1200" cap="none" spc="0" normalizeH="0" baseline="0" noProof="0" dirty="0">
              <a:ln>
                <a:noFill/>
              </a:ln>
              <a:solidFill>
                <a:prstClr val="black"/>
              </a:solidFill>
              <a:effectLst/>
              <a:uLnTx/>
              <a:uFillTx/>
              <a:ea typeface="+mn-ea"/>
              <a:cs typeface="Calibri"/>
            </a:endParaRPr>
          </a:p>
          <a:p>
            <a:pPr marL="728980" marR="0" lvl="1" indent="-229235" algn="l" defTabSz="914400" rtl="0" eaLnBrk="1" fontAlgn="auto" latinLnBrk="0" hangingPunct="1">
              <a:lnSpc>
                <a:spcPts val="2135"/>
              </a:lnSpc>
              <a:spcBef>
                <a:spcPts val="0"/>
              </a:spcBef>
              <a:spcAft>
                <a:spcPts val="0"/>
              </a:spcAft>
              <a:buClrTx/>
              <a:buSzPct val="140000"/>
              <a:buFont typeface="Arial MT"/>
              <a:buChar char="•"/>
              <a:tabLst>
                <a:tab pos="729615" algn="l"/>
              </a:tabLst>
              <a:defRPr/>
            </a:pPr>
            <a:r>
              <a:rPr kumimoji="0" lang="en-GB" altLang="ja-JP" sz="2000" i="0" u="none" strike="noStrike" kern="1200" cap="none" spc="0" normalizeH="0" baseline="0" noProof="0" dirty="0">
                <a:ln>
                  <a:noFill/>
                </a:ln>
                <a:solidFill>
                  <a:prstClr val="black"/>
                </a:solidFill>
                <a:effectLst/>
                <a:uLnTx/>
                <a:uFillTx/>
                <a:ea typeface="+mn-ea"/>
                <a:cs typeface="Yu Gothic"/>
              </a:rPr>
              <a:t>Last Accessed On</a:t>
            </a:r>
            <a:r>
              <a:rPr kumimoji="0" lang="en-US" altLang="ja-JP" sz="2000" i="0" u="none" strike="noStrike" kern="1200" cap="none" spc="0" normalizeH="0" baseline="0" noProof="0" dirty="0">
                <a:ln>
                  <a:noFill/>
                </a:ln>
                <a:solidFill>
                  <a:prstClr val="black"/>
                </a:solidFill>
                <a:effectLst/>
                <a:uLnTx/>
                <a:uFillTx/>
                <a:ea typeface="+mn-ea"/>
                <a:cs typeface="Calibri"/>
              </a:rPr>
              <a:t>:</a:t>
            </a:r>
            <a:r>
              <a:rPr kumimoji="0" lang="ja-JP" altLang="en-US" sz="2000" i="0" u="none" strike="noStrike" kern="1200" cap="none" spc="-85" normalizeH="0" baseline="0" noProof="0" dirty="0">
                <a:ln>
                  <a:noFill/>
                </a:ln>
                <a:solidFill>
                  <a:prstClr val="black"/>
                </a:solidFill>
                <a:effectLst/>
                <a:uLnTx/>
                <a:uFillTx/>
                <a:ea typeface="+mn-ea"/>
                <a:cs typeface="Calibri"/>
              </a:rPr>
              <a:t> </a:t>
            </a:r>
            <a:r>
              <a:rPr kumimoji="0" lang="en-US" altLang="ja-JP" sz="2000" i="0" u="none" strike="noStrike" kern="1200" cap="none" spc="0" normalizeH="0" baseline="0" noProof="0" dirty="0">
                <a:ln>
                  <a:noFill/>
                </a:ln>
                <a:solidFill>
                  <a:prstClr val="black"/>
                </a:solidFill>
                <a:effectLst/>
                <a:uLnTx/>
                <a:uFillTx/>
                <a:ea typeface="+mn-ea"/>
                <a:cs typeface="Calibri"/>
              </a:rPr>
              <a:t>10 February 2025</a:t>
            </a:r>
            <a:endParaRPr lang="en-GB" altLang="ja-JP" sz="2000" dirty="0">
              <a:solidFill>
                <a:prstClr val="black"/>
              </a:solidFill>
              <a:cs typeface="Yu Gothic"/>
            </a:endParaRPr>
          </a:p>
        </p:txBody>
      </p:sp>
    </p:spTree>
    <p:extLst>
      <p:ext uri="{BB962C8B-B14F-4D97-AF65-F5344CB8AC3E}">
        <p14:creationId xmlns:p14="http://schemas.microsoft.com/office/powerpoint/2010/main" val="2869836989"/>
      </p:ext>
    </p:extLst>
  </p:cSld>
  <p:clrMapOvr>
    <a:overrideClrMapping bg1="lt1" tx1="dk1" bg2="lt2" tx2="dk2" accent1="accent1" accent2="accent2" accent3="accent3" accent4="accent4" accent5="accent5" accent6="accent6" hlink="hlink" folHlink="folHlink"/>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5BE6BD63-86C0-4411-B65D-4080E9A95274}"/>
              </a:ext>
            </a:extLst>
          </p:cNvPr>
          <p:cNvSpPr>
            <a:spLocks noGrp="1"/>
          </p:cNvSpPr>
          <p:nvPr>
            <p:ph idx="1"/>
          </p:nvPr>
        </p:nvSpPr>
        <p:spPr/>
        <p:txBody>
          <a:bodyPr>
            <a:normAutofit/>
          </a:bodyPr>
          <a:lstStyle/>
          <a:p>
            <a:pPr marL="0" indent="0" algn="ctr">
              <a:buNone/>
            </a:pPr>
            <a:endParaRPr lang="en-GB" sz="5400" b="1" dirty="0"/>
          </a:p>
          <a:p>
            <a:pPr marL="0" indent="0" algn="ctr">
              <a:buNone/>
            </a:pPr>
            <a:r>
              <a:rPr lang="en-GB" sz="5400" b="1" dirty="0"/>
              <a:t>EOD</a:t>
            </a:r>
          </a:p>
        </p:txBody>
      </p:sp>
      <p:sp>
        <p:nvSpPr>
          <p:cNvPr id="4" name="スライド番号プレースホルダー 3">
            <a:extLst>
              <a:ext uri="{FF2B5EF4-FFF2-40B4-BE49-F238E27FC236}">
                <a16:creationId xmlns:a16="http://schemas.microsoft.com/office/drawing/2014/main" id="{B2458194-12B8-434A-8D6D-E01520C89A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135762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3045</TotalTime>
  <Words>2456</Words>
  <Application>Microsoft Office PowerPoint</Application>
  <PresentationFormat>Widescreen</PresentationFormat>
  <Paragraphs>276</Paragraphs>
  <Slides>35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Arial MT</vt:lpstr>
      <vt:lpstr>Calibri (Headings)</vt:lpstr>
      <vt:lpstr>Yu Gothic</vt:lpstr>
      <vt:lpstr>Arial</vt:lpstr>
      <vt:lpstr>Calibri</vt:lpstr>
      <vt:lpstr>Calibri Light</vt:lpstr>
      <vt:lpstr>Office テーマ</vt:lpstr>
      <vt:lpstr>Recommendation of Comparative Linguistics</vt:lpstr>
      <vt:lpstr>About Me</vt:lpstr>
      <vt:lpstr>Licences / Certifications</vt:lpstr>
      <vt:lpstr>Skill Stack</vt:lpstr>
      <vt:lpstr>Work Histories</vt:lpstr>
      <vt:lpstr>Work Histories</vt:lpstr>
      <vt:lpstr>International-Exchange Activities</vt:lpstr>
      <vt:lpstr>Agenda</vt:lpstr>
      <vt:lpstr>1. The Object of Comparative Linguistics</vt:lpstr>
      <vt:lpstr>1. The Object of Comparative Linguistics</vt:lpstr>
      <vt:lpstr>1. The Object of Comparative Linguistics</vt:lpstr>
      <vt:lpstr>1. The Object of Comparative Linguistics</vt:lpstr>
      <vt:lpstr>1. The Object of Comparative Linguistics</vt:lpstr>
      <vt:lpstr>2. 3 Common Features between Ruby and Python</vt:lpstr>
      <vt:lpstr>2. 3 Common Features between Ruby and Python</vt:lpstr>
      <vt:lpstr>2. 3 Common Features between Ruby and Python</vt:lpstr>
      <vt:lpstr>2. 3 Common Features between Ruby and Python</vt:lpstr>
      <vt:lpstr>2. 3 Common Features between Ruby and Python</vt:lpstr>
      <vt:lpstr>3. 3 Different Features between Ruby and Python</vt:lpstr>
      <vt:lpstr>3. 3 Different Features between Ruby and Python</vt:lpstr>
      <vt:lpstr>3. 3 Different Features between Ruby and Python</vt:lpstr>
      <vt:lpstr>3. 3 Different Features between Ruby and Python</vt:lpstr>
      <vt:lpstr>3. 3 Different Features between Ruby and Python</vt:lpstr>
      <vt:lpstr>3. 3 Different Features between Ruby and Python</vt:lpstr>
      <vt:lpstr>3. 3 Different Features between Ruby and Python</vt:lpstr>
      <vt:lpstr>3. 3 Different Features between Ruby and Python</vt:lpstr>
      <vt:lpstr>3. 3 Different Features between Ruby and Python</vt:lpstr>
      <vt:lpstr>3. 3 Different Features between Ruby and Python</vt:lpstr>
      <vt:lpstr>3. 3 Different Features between Ruby and Python</vt:lpstr>
      <vt:lpstr>5. Epilogue</vt:lpstr>
      <vt:lpstr>5. Epilogue</vt:lpstr>
      <vt:lpstr>5. Epilogue</vt:lpstr>
      <vt:lpstr>6. References</vt:lpstr>
      <vt:lpstr>6. 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Hayato Ishida</dc:creator>
  <cp:lastModifiedBy>Hayato Ishida</cp:lastModifiedBy>
  <cp:revision>53</cp:revision>
  <dcterms:modified xsi:type="dcterms:W3CDTF">2025-08-31T17:47:54Z</dcterms:modified>
</cp:coreProperties>
</file>