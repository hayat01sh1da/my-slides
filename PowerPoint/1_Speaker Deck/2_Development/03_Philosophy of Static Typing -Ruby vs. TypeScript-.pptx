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87" r:id="rId3"/>
    <p:sldId id="407" r:id="rId4"/>
    <p:sldId id="387" r:id="rId5"/>
    <p:sldId id="286" r:id="rId6"/>
    <p:sldId id="434" r:id="rId7"/>
    <p:sldId id="280" r:id="rId8"/>
    <p:sldId id="421" r:id="rId9"/>
    <p:sldId id="259" r:id="rId10"/>
    <p:sldId id="408" r:id="rId11"/>
    <p:sldId id="425" r:id="rId12"/>
    <p:sldId id="325" r:id="rId13"/>
    <p:sldId id="410" r:id="rId14"/>
    <p:sldId id="429" r:id="rId15"/>
    <p:sldId id="430" r:id="rId16"/>
    <p:sldId id="426" r:id="rId17"/>
    <p:sldId id="326" r:id="rId18"/>
    <p:sldId id="427" r:id="rId19"/>
    <p:sldId id="432" r:id="rId20"/>
    <p:sldId id="428" r:id="rId21"/>
    <p:sldId id="433" r:id="rId22"/>
    <p:sldId id="357" r:id="rId23"/>
    <p:sldId id="358" r:id="rId24"/>
    <p:sldId id="328" r:id="rId25"/>
    <p:sldId id="423" r:id="rId26"/>
    <p:sldId id="431" r:id="rId27"/>
    <p:sldId id="424" r:id="rId28"/>
    <p:sldId id="28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56737DEC-A12D-4052-99F9-176D6147A5E3}"/>
    <pc:docChg chg="undo redo custSel addSld modSld">
      <pc:chgData name="Hayato Ishida" userId="585fa0fa6384767c" providerId="LiveId" clId="{56737DEC-A12D-4052-99F9-176D6147A5E3}" dt="2025-05-15T04:00:12.368" v="2398"/>
      <pc:docMkLst>
        <pc:docMk/>
      </pc:docMkLst>
      <pc:sldChg chg="modSp mod">
        <pc:chgData name="Hayato Ishida" userId="585fa0fa6384767c" providerId="LiveId" clId="{56737DEC-A12D-4052-99F9-176D6147A5E3}" dt="2025-05-15T03:59:00.897" v="2350" actId="20577"/>
        <pc:sldMkLst>
          <pc:docMk/>
          <pc:sldMk cId="3878715192" sldId="256"/>
        </pc:sldMkLst>
      </pc:sldChg>
      <pc:sldChg chg="modSp">
        <pc:chgData name="Hayato Ishida" userId="585fa0fa6384767c" providerId="LiveId" clId="{56737DEC-A12D-4052-99F9-176D6147A5E3}" dt="2025-05-09T12:48:27.716" v="369"/>
        <pc:sldMkLst>
          <pc:docMk/>
          <pc:sldMk cId="1611154314" sldId="325"/>
        </pc:sldMkLst>
      </pc:sldChg>
      <pc:sldChg chg="modSp">
        <pc:chgData name="Hayato Ishida" userId="585fa0fa6384767c" providerId="LiveId" clId="{56737DEC-A12D-4052-99F9-176D6147A5E3}" dt="2025-05-06T03:36:01.606" v="20"/>
        <pc:sldMkLst>
          <pc:docMk/>
          <pc:sldMk cId="4021934138" sldId="326"/>
        </pc:sldMkLst>
      </pc:sldChg>
      <pc:sldChg chg="modSp">
        <pc:chgData name="Hayato Ishida" userId="585fa0fa6384767c" providerId="LiveId" clId="{56737DEC-A12D-4052-99F9-176D6147A5E3}" dt="2025-05-06T03:36:01.606" v="20"/>
        <pc:sldMkLst>
          <pc:docMk/>
          <pc:sldMk cId="2302870219" sldId="336"/>
        </pc:sldMkLst>
      </pc:sldChg>
      <pc:sldChg chg="modSp">
        <pc:chgData name="Hayato Ishida" userId="585fa0fa6384767c" providerId="LiveId" clId="{56737DEC-A12D-4052-99F9-176D6147A5E3}" dt="2025-05-09T12:48:27.716" v="369"/>
        <pc:sldMkLst>
          <pc:docMk/>
          <pc:sldMk cId="1235012594" sldId="354"/>
        </pc:sldMkLst>
      </pc:sldChg>
      <pc:sldChg chg="modSp">
        <pc:chgData name="Hayato Ishida" userId="585fa0fa6384767c" providerId="LiveId" clId="{56737DEC-A12D-4052-99F9-176D6147A5E3}" dt="2025-05-09T12:48:27.716" v="369"/>
        <pc:sldMkLst>
          <pc:docMk/>
          <pc:sldMk cId="3349711410" sldId="410"/>
        </pc:sldMkLst>
      </pc:sldChg>
      <pc:sldChg chg="modSp mod">
        <pc:chgData name="Hayato Ishida" userId="585fa0fa6384767c" providerId="LiveId" clId="{56737DEC-A12D-4052-99F9-176D6147A5E3}" dt="2025-05-09T12:48:59.162" v="372"/>
        <pc:sldMkLst>
          <pc:docMk/>
          <pc:sldMk cId="576098997" sldId="411"/>
        </pc:sldMkLst>
      </pc:sldChg>
      <pc:sldChg chg="modSp">
        <pc:chgData name="Hayato Ishida" userId="585fa0fa6384767c" providerId="LiveId" clId="{56737DEC-A12D-4052-99F9-176D6147A5E3}" dt="2025-05-09T12:48:27.716" v="369"/>
        <pc:sldMkLst>
          <pc:docMk/>
          <pc:sldMk cId="3465021867" sldId="412"/>
        </pc:sldMkLst>
      </pc:sldChg>
      <pc:sldChg chg="modSp">
        <pc:chgData name="Hayato Ishida" userId="585fa0fa6384767c" providerId="LiveId" clId="{56737DEC-A12D-4052-99F9-176D6147A5E3}" dt="2025-05-09T12:48:27.716" v="369"/>
        <pc:sldMkLst>
          <pc:docMk/>
          <pc:sldMk cId="3384255611" sldId="413"/>
        </pc:sldMkLst>
      </pc:sldChg>
      <pc:sldChg chg="modSp">
        <pc:chgData name="Hayato Ishida" userId="585fa0fa6384767c" providerId="LiveId" clId="{56737DEC-A12D-4052-99F9-176D6147A5E3}" dt="2025-05-09T12:48:27.716" v="369"/>
        <pc:sldMkLst>
          <pc:docMk/>
          <pc:sldMk cId="2586666217" sldId="414"/>
        </pc:sldMkLst>
      </pc:sldChg>
      <pc:sldChg chg="modSp">
        <pc:chgData name="Hayato Ishida" userId="585fa0fa6384767c" providerId="LiveId" clId="{56737DEC-A12D-4052-99F9-176D6147A5E3}" dt="2025-05-09T12:48:27.716" v="369"/>
        <pc:sldMkLst>
          <pc:docMk/>
          <pc:sldMk cId="3597829660" sldId="415"/>
        </pc:sldMkLst>
      </pc:sldChg>
      <pc:sldChg chg="modSp mod">
        <pc:chgData name="Hayato Ishida" userId="585fa0fa6384767c" providerId="LiveId" clId="{56737DEC-A12D-4052-99F9-176D6147A5E3}" dt="2025-05-09T12:48:48.009" v="371" actId="27636"/>
        <pc:sldMkLst>
          <pc:docMk/>
          <pc:sldMk cId="3320955932" sldId="416"/>
        </pc:sldMkLst>
      </pc:sldChg>
      <pc:sldChg chg="modSp">
        <pc:chgData name="Hayato Ishida" userId="585fa0fa6384767c" providerId="LiveId" clId="{56737DEC-A12D-4052-99F9-176D6147A5E3}" dt="2025-05-06T03:36:01.606" v="20"/>
        <pc:sldMkLst>
          <pc:docMk/>
          <pc:sldMk cId="829368001" sldId="417"/>
        </pc:sldMkLst>
      </pc:sldChg>
      <pc:sldChg chg="modSp">
        <pc:chgData name="Hayato Ishida" userId="585fa0fa6384767c" providerId="LiveId" clId="{56737DEC-A12D-4052-99F9-176D6147A5E3}" dt="2025-05-06T03:36:01.606" v="20"/>
        <pc:sldMkLst>
          <pc:docMk/>
          <pc:sldMk cId="4289303656" sldId="418"/>
        </pc:sldMkLst>
      </pc:sldChg>
      <pc:sldChg chg="modSp mod">
        <pc:chgData name="Hayato Ishida" userId="585fa0fa6384767c" providerId="LiveId" clId="{56737DEC-A12D-4052-99F9-176D6147A5E3}" dt="2025-05-14T05:15:01.109" v="1392" actId="114"/>
        <pc:sldMkLst>
          <pc:docMk/>
          <pc:sldMk cId="3557255328" sldId="419"/>
        </pc:sldMkLst>
      </pc:sldChg>
      <pc:sldChg chg="delSp modSp mod">
        <pc:chgData name="Hayato Ishida" userId="585fa0fa6384767c" providerId="LiveId" clId="{56737DEC-A12D-4052-99F9-176D6147A5E3}" dt="2025-05-15T04:00:12.368" v="2398"/>
        <pc:sldMkLst>
          <pc:docMk/>
          <pc:sldMk cId="3216369774" sldId="420"/>
        </pc:sldMkLst>
      </pc:sldChg>
      <pc:sldChg chg="modSp">
        <pc:chgData name="Hayato Ishida" userId="585fa0fa6384767c" providerId="LiveId" clId="{56737DEC-A12D-4052-99F9-176D6147A5E3}" dt="2025-05-09T12:48:27.716" v="369"/>
        <pc:sldMkLst>
          <pc:docMk/>
          <pc:sldMk cId="2197824765" sldId="421"/>
        </pc:sldMkLst>
      </pc:sldChg>
      <pc:sldChg chg="modSp mod">
        <pc:chgData name="Hayato Ishida" userId="585fa0fa6384767c" providerId="LiveId" clId="{56737DEC-A12D-4052-99F9-176D6147A5E3}" dt="2025-05-05T14:01:14.566" v="15" actId="179"/>
        <pc:sldMkLst>
          <pc:docMk/>
          <pc:sldMk cId="4133839959" sldId="423"/>
        </pc:sldMkLst>
      </pc:sldChg>
      <pc:sldChg chg="addSp delSp modSp mod">
        <pc:chgData name="Hayato Ishida" userId="585fa0fa6384767c" providerId="LiveId" clId="{56737DEC-A12D-4052-99F9-176D6147A5E3}" dt="2025-05-14T05:00:45.221" v="976" actId="1076"/>
        <pc:sldMkLst>
          <pc:docMk/>
          <pc:sldMk cId="2513049136" sldId="425"/>
        </pc:sldMkLst>
      </pc:sldChg>
      <pc:sldChg chg="modSp mod">
        <pc:chgData name="Hayato Ishida" userId="585fa0fa6384767c" providerId="LiveId" clId="{56737DEC-A12D-4052-99F9-176D6147A5E3}" dt="2025-05-05T14:01:43.766" v="16"/>
        <pc:sldMkLst>
          <pc:docMk/>
          <pc:sldMk cId="3696088745" sldId="426"/>
        </pc:sldMkLst>
      </pc:sldChg>
      <pc:sldChg chg="addSp delSp modSp add mod">
        <pc:chgData name="Hayato Ishida" userId="585fa0fa6384767c" providerId="LiveId" clId="{56737DEC-A12D-4052-99F9-176D6147A5E3}" dt="2025-05-09T16:04:48.992" v="764"/>
        <pc:sldMkLst>
          <pc:docMk/>
          <pc:sldMk cId="2358728378" sldId="430"/>
        </pc:sldMkLst>
      </pc:sldChg>
      <pc:sldChg chg="add">
        <pc:chgData name="Hayato Ishida" userId="585fa0fa6384767c" providerId="LiveId" clId="{56737DEC-A12D-4052-99F9-176D6147A5E3}" dt="2025-05-14T05:03:26.416" v="977" actId="2890"/>
        <pc:sldMkLst>
          <pc:docMk/>
          <pc:sldMk cId="995418674" sldId="431"/>
        </pc:sldMkLst>
      </pc:sldChg>
    </pc:docChg>
  </pc:docChgLst>
  <pc:docChgLst>
    <pc:chgData name="Hayato Ishida" userId="585fa0fa6384767c" providerId="LiveId" clId="{81F5E29E-9676-4850-ABEE-530BF5E5F4FB}"/>
    <pc:docChg chg="undo custSel addSld modSld">
      <pc:chgData name="Hayato Ishida" userId="585fa0fa6384767c" providerId="LiveId" clId="{81F5E29E-9676-4850-ABEE-530BF5E5F4FB}" dt="2025-08-31T17:47:14.723" v="18"/>
      <pc:docMkLst>
        <pc:docMk/>
      </pc:docMkLst>
      <pc:sldChg chg="addSp delSp modSp mod">
        <pc:chgData name="Hayato Ishida" userId="585fa0fa6384767c" providerId="LiveId" clId="{81F5E29E-9676-4850-ABEE-530BF5E5F4FB}" dt="2025-08-31T17:47:08.796" v="17"/>
        <pc:sldMkLst>
          <pc:docMk/>
          <pc:sldMk cId="155858466" sldId="286"/>
        </pc:sldMkLst>
        <pc:spChg chg="del">
          <ac:chgData name="Hayato Ishida" userId="585fa0fa6384767c" providerId="LiveId" clId="{81F5E29E-9676-4850-ABEE-530BF5E5F4FB}" dt="2025-08-31T17:44:47.558" v="10" actId="478"/>
          <ac:spMkLst>
            <pc:docMk/>
            <pc:sldMk cId="155858466" sldId="286"/>
            <ac:spMk id="2" creationId="{B319402C-3B63-AA2F-AC12-D48283C725F0}"/>
          </ac:spMkLst>
        </pc:spChg>
        <pc:spChg chg="add del mod">
          <ac:chgData name="Hayato Ishida" userId="585fa0fa6384767c" providerId="LiveId" clId="{81F5E29E-9676-4850-ABEE-530BF5E5F4FB}" dt="2025-08-31T17:44:50.900" v="11" actId="478"/>
          <ac:spMkLst>
            <pc:docMk/>
            <pc:sldMk cId="155858466" sldId="286"/>
            <ac:spMk id="4" creationId="{79BD2BBC-D33F-D098-1729-1BF689ACC844}"/>
          </ac:spMkLst>
        </pc:spChg>
        <pc:spChg chg="add mod">
          <ac:chgData name="Hayato Ishida" userId="585fa0fa6384767c" providerId="LiveId" clId="{81F5E29E-9676-4850-ABEE-530BF5E5F4FB}" dt="2025-08-31T17:47:08.796" v="17"/>
          <ac:spMkLst>
            <pc:docMk/>
            <pc:sldMk cId="155858466" sldId="286"/>
            <ac:spMk id="5" creationId="{DC5AC5EE-FBF1-2303-4B89-C0614DC82192}"/>
          </ac:spMkLst>
        </pc:spChg>
        <pc:spChg chg="add mod">
          <ac:chgData name="Hayato Ishida" userId="585fa0fa6384767c" providerId="LiveId" clId="{81F5E29E-9676-4850-ABEE-530BF5E5F4FB}" dt="2025-08-31T17:47:08.796" v="17"/>
          <ac:spMkLst>
            <pc:docMk/>
            <pc:sldMk cId="155858466" sldId="286"/>
            <ac:spMk id="6" creationId="{DE0F7BD0-3523-0593-2A07-224C7B2F0B52}"/>
          </ac:spMkLst>
        </pc:spChg>
        <pc:spChg chg="del">
          <ac:chgData name="Hayato Ishida" userId="585fa0fa6384767c" providerId="LiveId" clId="{81F5E29E-9676-4850-ABEE-530BF5E5F4FB}" dt="2025-08-31T17:44:47.558" v="10" actId="478"/>
          <ac:spMkLst>
            <pc:docMk/>
            <pc:sldMk cId="155858466" sldId="286"/>
            <ac:spMk id="7" creationId="{F0480CDE-7D98-D4B4-2240-9E21EF2D4983}"/>
          </ac:spMkLst>
        </pc:spChg>
        <pc:spChg chg="del">
          <ac:chgData name="Hayato Ishida" userId="585fa0fa6384767c" providerId="LiveId" clId="{81F5E29E-9676-4850-ABEE-530BF5E5F4FB}" dt="2025-08-31T17:44:47.558" v="10" actId="478"/>
          <ac:spMkLst>
            <pc:docMk/>
            <pc:sldMk cId="155858466" sldId="286"/>
            <ac:spMk id="9" creationId="{F2013041-69BA-E410-FB66-147DFC1C90A7}"/>
          </ac:spMkLst>
        </pc:spChg>
        <pc:graphicFrameChg chg="add mod">
          <ac:chgData name="Hayato Ishida" userId="585fa0fa6384767c" providerId="LiveId" clId="{81F5E29E-9676-4850-ABEE-530BF5E5F4FB}" dt="2025-08-31T17:47:08.796" v="17"/>
          <ac:graphicFrameMkLst>
            <pc:docMk/>
            <pc:sldMk cId="155858466" sldId="286"/>
            <ac:graphicFrameMk id="8" creationId="{435FC80D-707F-0F20-EA93-8324DD32BD90}"/>
          </ac:graphicFrameMkLst>
        </pc:graphicFrameChg>
      </pc:sldChg>
      <pc:sldChg chg="addSp delSp modSp mod">
        <pc:chgData name="Hayato Ishida" userId="585fa0fa6384767c" providerId="LiveId" clId="{81F5E29E-9676-4850-ABEE-530BF5E5F4FB}" dt="2025-08-31T17:46:56.200" v="15"/>
        <pc:sldMkLst>
          <pc:docMk/>
          <pc:sldMk cId="654251065" sldId="287"/>
        </pc:sldMkLst>
        <pc:spChg chg="del">
          <ac:chgData name="Hayato Ishida" userId="585fa0fa6384767c" providerId="LiveId" clId="{81F5E29E-9676-4850-ABEE-530BF5E5F4FB}" dt="2025-08-31T17:44:34.557" v="0" actId="478"/>
          <ac:spMkLst>
            <pc:docMk/>
            <pc:sldMk cId="654251065" sldId="287"/>
            <ac:spMk id="2" creationId="{4D5A0F40-2942-F66D-D1E7-825B72E7FF9A}"/>
          </ac:spMkLst>
        </pc:spChg>
        <pc:spChg chg="add del mod">
          <ac:chgData name="Hayato Ishida" userId="585fa0fa6384767c" providerId="LiveId" clId="{81F5E29E-9676-4850-ABEE-530BF5E5F4FB}" dt="2025-08-31T17:44:34.906" v="1" actId="478"/>
          <ac:spMkLst>
            <pc:docMk/>
            <pc:sldMk cId="654251065" sldId="287"/>
            <ac:spMk id="4" creationId="{3DEDC8FF-5C83-D363-6EDA-090AFD38CB07}"/>
          </ac:spMkLst>
        </pc:spChg>
        <pc:spChg chg="add del mod">
          <ac:chgData name="Hayato Ishida" userId="585fa0fa6384767c" providerId="LiveId" clId="{81F5E29E-9676-4850-ABEE-530BF5E5F4FB}" dt="2025-08-31T17:44:34.906" v="1" actId="478"/>
          <ac:spMkLst>
            <pc:docMk/>
            <pc:sldMk cId="654251065" sldId="287"/>
            <ac:spMk id="6" creationId="{7D9B6669-955A-0E06-E785-4D6DC91D7CEA}"/>
          </ac:spMkLst>
        </pc:spChg>
        <pc:spChg chg="add mod">
          <ac:chgData name="Hayato Ishida" userId="585fa0fa6384767c" providerId="LiveId" clId="{81F5E29E-9676-4850-ABEE-530BF5E5F4FB}" dt="2025-08-31T17:46:56.200" v="15"/>
          <ac:spMkLst>
            <pc:docMk/>
            <pc:sldMk cId="654251065" sldId="287"/>
            <ac:spMk id="8" creationId="{24CBF73E-3ABD-8E5A-A3F3-99ED7A3051F7}"/>
          </ac:spMkLst>
        </pc:spChg>
        <pc:spChg chg="del">
          <ac:chgData name="Hayato Ishida" userId="585fa0fa6384767c" providerId="LiveId" clId="{81F5E29E-9676-4850-ABEE-530BF5E5F4FB}" dt="2025-08-31T17:44:34.557" v="0" actId="478"/>
          <ac:spMkLst>
            <pc:docMk/>
            <pc:sldMk cId="654251065" sldId="287"/>
            <ac:spMk id="9" creationId="{914AF044-695E-2F25-C64A-12A1BE343B72}"/>
          </ac:spMkLst>
        </pc:spChg>
        <pc:spChg chg="del">
          <ac:chgData name="Hayato Ishida" userId="585fa0fa6384767c" providerId="LiveId" clId="{81F5E29E-9676-4850-ABEE-530BF5E5F4FB}" dt="2025-08-31T17:44:34.557" v="0" actId="478"/>
          <ac:spMkLst>
            <pc:docMk/>
            <pc:sldMk cId="654251065" sldId="287"/>
            <ac:spMk id="10" creationId="{2A2059C5-ACDA-1C1B-F5F0-32EECA06B900}"/>
          </ac:spMkLst>
        </pc:spChg>
        <pc:spChg chg="add mod">
          <ac:chgData name="Hayato Ishida" userId="585fa0fa6384767c" providerId="LiveId" clId="{81F5E29E-9676-4850-ABEE-530BF5E5F4FB}" dt="2025-08-31T17:46:56.200" v="15"/>
          <ac:spMkLst>
            <pc:docMk/>
            <pc:sldMk cId="654251065" sldId="287"/>
            <ac:spMk id="11" creationId="{5DB84DEF-5DEE-779D-FD55-DD76FBCD19B6}"/>
          </ac:spMkLst>
        </pc:spChg>
        <pc:spChg chg="add mod">
          <ac:chgData name="Hayato Ishida" userId="585fa0fa6384767c" providerId="LiveId" clId="{81F5E29E-9676-4850-ABEE-530BF5E5F4FB}" dt="2025-08-31T17:46:56.200" v="15"/>
          <ac:spMkLst>
            <pc:docMk/>
            <pc:sldMk cId="654251065" sldId="287"/>
            <ac:spMk id="13" creationId="{DCF9DF43-F688-D7CB-E757-345F27461A8F}"/>
          </ac:spMkLst>
        </pc:spChg>
        <pc:picChg chg="add mod">
          <ac:chgData name="Hayato Ishida" userId="585fa0fa6384767c" providerId="LiveId" clId="{81F5E29E-9676-4850-ABEE-530BF5E5F4FB}" dt="2025-08-31T17:46:56.200" v="15"/>
          <ac:picMkLst>
            <pc:docMk/>
            <pc:sldMk cId="654251065" sldId="287"/>
            <ac:picMk id="7" creationId="{41999921-5310-BBB1-4C59-7FB3B9655D94}"/>
          </ac:picMkLst>
        </pc:picChg>
        <pc:picChg chg="del">
          <ac:chgData name="Hayato Ishida" userId="585fa0fa6384767c" providerId="LiveId" clId="{81F5E29E-9676-4850-ABEE-530BF5E5F4FB}" dt="2025-08-31T17:44:34.557" v="0" actId="478"/>
          <ac:picMkLst>
            <pc:docMk/>
            <pc:sldMk cId="654251065" sldId="287"/>
            <ac:picMk id="12" creationId="{1680E641-79CB-E466-84A4-38DDA76F8BAD}"/>
          </ac:picMkLst>
        </pc:picChg>
      </pc:sldChg>
      <pc:sldChg chg="addSp delSp modSp mod">
        <pc:chgData name="Hayato Ishida" userId="585fa0fa6384767c" providerId="LiveId" clId="{81F5E29E-9676-4850-ABEE-530BF5E5F4FB}" dt="2025-08-31T17:47:02.335" v="16"/>
        <pc:sldMkLst>
          <pc:docMk/>
          <pc:sldMk cId="417452178" sldId="387"/>
        </pc:sldMkLst>
        <pc:spChg chg="add del">
          <ac:chgData name="Hayato Ishida" userId="585fa0fa6384767c" providerId="LiveId" clId="{81F5E29E-9676-4850-ABEE-530BF5E5F4FB}" dt="2025-08-31T17:44:55.304" v="12" actId="478"/>
          <ac:spMkLst>
            <pc:docMk/>
            <pc:sldMk cId="417452178" sldId="387"/>
            <ac:spMk id="2" creationId="{4B19C3D2-B4FD-8C42-DE9D-95510AA53B5C}"/>
          </ac:spMkLst>
        </pc:spChg>
        <pc:spChg chg="add del mod">
          <ac:chgData name="Hayato Ishida" userId="585fa0fa6384767c" providerId="LiveId" clId="{81F5E29E-9676-4850-ABEE-530BF5E5F4FB}" dt="2025-08-31T17:44:43.636" v="7" actId="478"/>
          <ac:spMkLst>
            <pc:docMk/>
            <pc:sldMk cId="417452178" sldId="387"/>
            <ac:spMk id="4" creationId="{F81D5346-7945-8841-109E-297EBA687346}"/>
          </ac:spMkLst>
        </pc:spChg>
        <pc:spChg chg="add del">
          <ac:chgData name="Hayato Ishida" userId="585fa0fa6384767c" providerId="LiveId" clId="{81F5E29E-9676-4850-ABEE-530BF5E5F4FB}" dt="2025-08-31T17:44:55.304" v="12" actId="478"/>
          <ac:spMkLst>
            <pc:docMk/>
            <pc:sldMk cId="417452178" sldId="387"/>
            <ac:spMk id="6" creationId="{4CC4D21A-B798-902A-AD2F-CCEF45BA0CC8}"/>
          </ac:spMkLst>
        </pc:spChg>
        <pc:spChg chg="add del">
          <ac:chgData name="Hayato Ishida" userId="585fa0fa6384767c" providerId="LiveId" clId="{81F5E29E-9676-4850-ABEE-530BF5E5F4FB}" dt="2025-08-31T17:44:55.304" v="12" actId="478"/>
          <ac:spMkLst>
            <pc:docMk/>
            <pc:sldMk cId="417452178" sldId="387"/>
            <ac:spMk id="7" creationId="{F4EECFEB-CDB9-69A5-6CEA-9BCBE6B4DFDF}"/>
          </ac:spMkLst>
        </pc:spChg>
        <pc:spChg chg="add del mod">
          <ac:chgData name="Hayato Ishida" userId="585fa0fa6384767c" providerId="LiveId" clId="{81F5E29E-9676-4850-ABEE-530BF5E5F4FB}" dt="2025-08-31T17:44:43.636" v="7" actId="478"/>
          <ac:spMkLst>
            <pc:docMk/>
            <pc:sldMk cId="417452178" sldId="387"/>
            <ac:spMk id="8" creationId="{B86BB414-E90D-8C2D-F346-1A8331C0A148}"/>
          </ac:spMkLst>
        </pc:spChg>
        <pc:spChg chg="add del mod">
          <ac:chgData name="Hayato Ishida" userId="585fa0fa6384767c" providerId="LiveId" clId="{81F5E29E-9676-4850-ABEE-530BF5E5F4FB}" dt="2025-08-31T17:44:55.790" v="13" actId="478"/>
          <ac:spMkLst>
            <pc:docMk/>
            <pc:sldMk cId="417452178" sldId="387"/>
            <ac:spMk id="10" creationId="{63237758-B9FF-754D-50AD-812A1E6DCBDD}"/>
          </ac:spMkLst>
        </pc:spChg>
        <pc:spChg chg="add del mod">
          <ac:chgData name="Hayato Ishida" userId="585fa0fa6384767c" providerId="LiveId" clId="{81F5E29E-9676-4850-ABEE-530BF5E5F4FB}" dt="2025-08-31T17:44:55.790" v="13" actId="478"/>
          <ac:spMkLst>
            <pc:docMk/>
            <pc:sldMk cId="417452178" sldId="387"/>
            <ac:spMk id="12" creationId="{CB64FD50-B347-7567-D69D-B678F8ABD759}"/>
          </ac:spMkLst>
        </pc:spChg>
        <pc:spChg chg="add mod">
          <ac:chgData name="Hayato Ishida" userId="585fa0fa6384767c" providerId="LiveId" clId="{81F5E29E-9676-4850-ABEE-530BF5E5F4FB}" dt="2025-08-31T17:47:02.335" v="16"/>
          <ac:spMkLst>
            <pc:docMk/>
            <pc:sldMk cId="417452178" sldId="387"/>
            <ac:spMk id="13" creationId="{60E919AE-A3C4-C3ED-2B32-DDD70B828C18}"/>
          </ac:spMkLst>
        </pc:spChg>
        <pc:spChg chg="add mod">
          <ac:chgData name="Hayato Ishida" userId="585fa0fa6384767c" providerId="LiveId" clId="{81F5E29E-9676-4850-ABEE-530BF5E5F4FB}" dt="2025-08-31T17:47:02.335" v="16"/>
          <ac:spMkLst>
            <pc:docMk/>
            <pc:sldMk cId="417452178" sldId="387"/>
            <ac:spMk id="14" creationId="{A015A73A-FA57-CE15-AFDC-CA902E6EC521}"/>
          </ac:spMkLst>
        </pc:spChg>
        <pc:spChg chg="add mod">
          <ac:chgData name="Hayato Ishida" userId="585fa0fa6384767c" providerId="LiveId" clId="{81F5E29E-9676-4850-ABEE-530BF5E5F4FB}" dt="2025-08-31T17:47:02.335" v="16"/>
          <ac:spMkLst>
            <pc:docMk/>
            <pc:sldMk cId="417452178" sldId="387"/>
            <ac:spMk id="15" creationId="{21CA9406-E7B0-2DA1-ED0A-CC440F587A67}"/>
          </ac:spMkLst>
        </pc:spChg>
      </pc:sldChg>
      <pc:sldChg chg="addSp delSp modSp mod">
        <pc:chgData name="Hayato Ishida" userId="585fa0fa6384767c" providerId="LiveId" clId="{81F5E29E-9676-4850-ABEE-530BF5E5F4FB}" dt="2025-08-31T17:44:45.060" v="9" actId="478"/>
        <pc:sldMkLst>
          <pc:docMk/>
          <pc:sldMk cId="2978262175" sldId="407"/>
        </pc:sldMkLst>
        <pc:spChg chg="add del">
          <ac:chgData name="Hayato Ishida" userId="585fa0fa6384767c" providerId="LiveId" clId="{81F5E29E-9676-4850-ABEE-530BF5E5F4FB}" dt="2025-08-31T17:44:45.060" v="9" actId="478"/>
          <ac:spMkLst>
            <pc:docMk/>
            <pc:sldMk cId="2978262175" sldId="407"/>
            <ac:spMk id="2" creationId="{DB2B7907-FB38-A5DA-262F-668198D9B90C}"/>
          </ac:spMkLst>
        </pc:spChg>
        <pc:spChg chg="add del mod">
          <ac:chgData name="Hayato Ishida" userId="585fa0fa6384767c" providerId="LiveId" clId="{81F5E29E-9676-4850-ABEE-530BF5E5F4FB}" dt="2025-08-31T17:44:45.060" v="9" actId="478"/>
          <ac:spMkLst>
            <pc:docMk/>
            <pc:sldMk cId="2978262175" sldId="407"/>
            <ac:spMk id="4" creationId="{49773F7D-836D-050F-BEE5-C8963F03D6C5}"/>
          </ac:spMkLst>
        </pc:spChg>
        <pc:spChg chg="add del mod">
          <ac:chgData name="Hayato Ishida" userId="585fa0fa6384767c" providerId="LiveId" clId="{81F5E29E-9676-4850-ABEE-530BF5E5F4FB}" dt="2025-08-31T17:44:45.060" v="9" actId="478"/>
          <ac:spMkLst>
            <pc:docMk/>
            <pc:sldMk cId="2978262175" sldId="407"/>
            <ac:spMk id="6" creationId="{C536205E-9FDF-9625-F90D-46EE459E3053}"/>
          </ac:spMkLst>
        </pc:spChg>
        <pc:spChg chg="add del">
          <ac:chgData name="Hayato Ishida" userId="585fa0fa6384767c" providerId="LiveId" clId="{81F5E29E-9676-4850-ABEE-530BF5E5F4FB}" dt="2025-08-31T17:44:45.060" v="9" actId="478"/>
          <ac:spMkLst>
            <pc:docMk/>
            <pc:sldMk cId="2978262175" sldId="407"/>
            <ac:spMk id="9" creationId="{1FBE0558-A36D-E216-E2C1-719E223780D5}"/>
          </ac:spMkLst>
        </pc:spChg>
        <pc:spChg chg="add del">
          <ac:chgData name="Hayato Ishida" userId="585fa0fa6384767c" providerId="LiveId" clId="{81F5E29E-9676-4850-ABEE-530BF5E5F4FB}" dt="2025-08-31T17:44:45.060" v="9" actId="478"/>
          <ac:spMkLst>
            <pc:docMk/>
            <pc:sldMk cId="2978262175" sldId="407"/>
            <ac:spMk id="10" creationId="{45885E2A-9A6E-037E-12A8-07D43B0256DF}"/>
          </ac:spMkLst>
        </pc:spChg>
      </pc:sldChg>
      <pc:sldChg chg="addSp modSp add">
        <pc:chgData name="Hayato Ishida" userId="585fa0fa6384767c" providerId="LiveId" clId="{81F5E29E-9676-4850-ABEE-530BF5E5F4FB}" dt="2025-08-31T17:47:14.723" v="18"/>
        <pc:sldMkLst>
          <pc:docMk/>
          <pc:sldMk cId="1753954105" sldId="434"/>
        </pc:sldMkLst>
        <pc:spChg chg="add mod">
          <ac:chgData name="Hayato Ishida" userId="585fa0fa6384767c" providerId="LiveId" clId="{81F5E29E-9676-4850-ABEE-530BF5E5F4FB}" dt="2025-08-31T17:47:14.723" v="18"/>
          <ac:spMkLst>
            <pc:docMk/>
            <pc:sldMk cId="1753954105" sldId="434"/>
            <ac:spMk id="2" creationId="{3A8B7816-399C-5454-174C-A640E4A6270C}"/>
          </ac:spMkLst>
        </pc:spChg>
        <pc:spChg chg="add mod">
          <ac:chgData name="Hayato Ishida" userId="585fa0fa6384767c" providerId="LiveId" clId="{81F5E29E-9676-4850-ABEE-530BF5E5F4FB}" dt="2025-08-31T17:47:14.723" v="18"/>
          <ac:spMkLst>
            <pc:docMk/>
            <pc:sldMk cId="1753954105" sldId="434"/>
            <ac:spMk id="3" creationId="{8E8E9040-D7B0-41DE-156A-3A04557A5E25}"/>
          </ac:spMkLst>
        </pc:spChg>
        <pc:graphicFrameChg chg="add mod">
          <ac:chgData name="Hayato Ishida" userId="585fa0fa6384767c" providerId="LiveId" clId="{81F5E29E-9676-4850-ABEE-530BF5E5F4FB}" dt="2025-08-31T17:47:14.723" v="18"/>
          <ac:graphicFrameMkLst>
            <pc:docMk/>
            <pc:sldMk cId="1753954105" sldId="434"/>
            <ac:graphicFrameMk id="4" creationId="{4CAE4C56-EEF2-60FC-6230-29B7C2F07C0B}"/>
          </ac:graphicFrameMkLst>
        </pc:graphicFrameChg>
      </pc:sldChg>
    </pc:docChg>
  </pc:docChgLst>
  <pc:docChgLst>
    <pc:chgData name="Hayato Ishida" userId="585fa0fa6384767c" providerId="LiveId" clId="{02F1B565-0EE6-49B6-8A4B-0E13D368A9AE}"/>
    <pc:docChg chg="undo redo custSel addSld delSld modSld">
      <pc:chgData name="Hayato Ishida" userId="585fa0fa6384767c" providerId="LiveId" clId="{02F1B565-0EE6-49B6-8A4B-0E13D368A9AE}" dt="2025-06-24T14:31:06.845" v="8923" actId="47"/>
      <pc:docMkLst>
        <pc:docMk/>
      </pc:docMkLst>
      <pc:sldChg chg="addSp modSp mod setBg">
        <pc:chgData name="Hayato Ishida" userId="585fa0fa6384767c" providerId="LiveId" clId="{02F1B565-0EE6-49B6-8A4B-0E13D368A9AE}" dt="2025-06-24T14:30:42.705" v="8922"/>
        <pc:sldMkLst>
          <pc:docMk/>
          <pc:sldMk cId="3878715192" sldId="256"/>
        </pc:sldMkLst>
      </pc:sldChg>
      <pc:sldChg chg="modSp setBg">
        <pc:chgData name="Hayato Ishida" userId="585fa0fa6384767c" providerId="LiveId" clId="{02F1B565-0EE6-49B6-8A4B-0E13D368A9AE}" dt="2025-06-24T14:30:42.705" v="8922"/>
        <pc:sldMkLst>
          <pc:docMk/>
          <pc:sldMk cId="1023418167" sldId="259"/>
        </pc:sldMkLst>
      </pc:sldChg>
      <pc:sldChg chg="setBg">
        <pc:chgData name="Hayato Ishida" userId="585fa0fa6384767c" providerId="LiveId" clId="{02F1B565-0EE6-49B6-8A4B-0E13D368A9AE}" dt="2025-06-24T14:30:42.705" v="8922"/>
        <pc:sldMkLst>
          <pc:docMk/>
          <pc:sldMk cId="2567433019" sldId="280"/>
        </pc:sldMkLst>
      </pc:sldChg>
      <pc:sldChg chg="setBg">
        <pc:chgData name="Hayato Ishida" userId="585fa0fa6384767c" providerId="LiveId" clId="{02F1B565-0EE6-49B6-8A4B-0E13D368A9AE}" dt="2025-06-24T14:30:42.705" v="8922"/>
        <pc:sldMkLst>
          <pc:docMk/>
          <pc:sldMk cId="3831357621" sldId="285"/>
        </pc:sldMkLst>
      </pc:sldChg>
      <pc:sldChg chg="setBg">
        <pc:chgData name="Hayato Ishida" userId="585fa0fa6384767c" providerId="LiveId" clId="{02F1B565-0EE6-49B6-8A4B-0E13D368A9AE}" dt="2025-06-24T14:30:42.705" v="8922"/>
        <pc:sldMkLst>
          <pc:docMk/>
          <pc:sldMk cId="155858466" sldId="286"/>
        </pc:sldMkLst>
      </pc:sldChg>
      <pc:sldChg chg="setBg">
        <pc:chgData name="Hayato Ishida" userId="585fa0fa6384767c" providerId="LiveId" clId="{02F1B565-0EE6-49B6-8A4B-0E13D368A9AE}" dt="2025-06-24T14:30:42.705" v="8922"/>
        <pc:sldMkLst>
          <pc:docMk/>
          <pc:sldMk cId="654251065" sldId="287"/>
        </pc:sldMkLst>
      </pc:sldChg>
      <pc:sldChg chg="del">
        <pc:chgData name="Hayato Ishida" userId="585fa0fa6384767c" providerId="LiveId" clId="{02F1B565-0EE6-49B6-8A4B-0E13D368A9AE}" dt="2025-06-05T15:27:51.254" v="40" actId="47"/>
        <pc:sldMkLst>
          <pc:docMk/>
          <pc:sldMk cId="3041246571" sldId="295"/>
        </pc:sldMkLst>
      </pc:sldChg>
      <pc:sldChg chg="del setBg">
        <pc:chgData name="Hayato Ishida" userId="585fa0fa6384767c" providerId="LiveId" clId="{02F1B565-0EE6-49B6-8A4B-0E13D368A9AE}" dt="2025-06-24T14:31:06.845" v="8923" actId="47"/>
        <pc:sldMkLst>
          <pc:docMk/>
          <pc:sldMk cId="210825285" sldId="311"/>
        </pc:sldMkLst>
      </pc:sldChg>
      <pc:sldChg chg="modSp mod setBg">
        <pc:chgData name="Hayato Ishida" userId="585fa0fa6384767c" providerId="LiveId" clId="{02F1B565-0EE6-49B6-8A4B-0E13D368A9AE}" dt="2025-06-24T14:30:42.705" v="8922"/>
        <pc:sldMkLst>
          <pc:docMk/>
          <pc:sldMk cId="1611154314" sldId="325"/>
        </pc:sldMkLst>
      </pc:sldChg>
      <pc:sldChg chg="modSp mod setBg">
        <pc:chgData name="Hayato Ishida" userId="585fa0fa6384767c" providerId="LiveId" clId="{02F1B565-0EE6-49B6-8A4B-0E13D368A9AE}" dt="2025-06-24T14:30:42.705" v="8922"/>
        <pc:sldMkLst>
          <pc:docMk/>
          <pc:sldMk cId="4021934138" sldId="326"/>
        </pc:sldMkLst>
      </pc:sldChg>
      <pc:sldChg chg="setBg">
        <pc:chgData name="Hayato Ishida" userId="585fa0fa6384767c" providerId="LiveId" clId="{02F1B565-0EE6-49B6-8A4B-0E13D368A9AE}" dt="2025-06-24T14:30:42.705" v="8922"/>
        <pc:sldMkLst>
          <pc:docMk/>
          <pc:sldMk cId="3028957591" sldId="328"/>
        </pc:sldMkLst>
      </pc:sldChg>
      <pc:sldChg chg="modSp del">
        <pc:chgData name="Hayato Ishida" userId="585fa0fa6384767c" providerId="LiveId" clId="{02F1B565-0EE6-49B6-8A4B-0E13D368A9AE}" dt="2025-06-05T15:22:57.478" v="22" actId="47"/>
        <pc:sldMkLst>
          <pc:docMk/>
          <pc:sldMk cId="3715280376" sldId="330"/>
        </pc:sldMkLst>
      </pc:sldChg>
      <pc:sldChg chg="modSp del">
        <pc:chgData name="Hayato Ishida" userId="585fa0fa6384767c" providerId="LiveId" clId="{02F1B565-0EE6-49B6-8A4B-0E13D368A9AE}" dt="2025-06-05T15:27:26.928" v="31" actId="47"/>
        <pc:sldMkLst>
          <pc:docMk/>
          <pc:sldMk cId="2302870219" sldId="336"/>
        </pc:sldMkLst>
      </pc:sldChg>
      <pc:sldChg chg="modSp del">
        <pc:chgData name="Hayato Ishida" userId="585fa0fa6384767c" providerId="LiveId" clId="{02F1B565-0EE6-49B6-8A4B-0E13D368A9AE}" dt="2025-06-05T15:24:29.208" v="26" actId="47"/>
        <pc:sldMkLst>
          <pc:docMk/>
          <pc:sldMk cId="1235012594" sldId="354"/>
        </pc:sldMkLst>
      </pc:sldChg>
      <pc:sldChg chg="modSp setBg">
        <pc:chgData name="Hayato Ishida" userId="585fa0fa6384767c" providerId="LiveId" clId="{02F1B565-0EE6-49B6-8A4B-0E13D368A9AE}" dt="2025-06-24T14:30:42.705" v="8922"/>
        <pc:sldMkLst>
          <pc:docMk/>
          <pc:sldMk cId="1076303486" sldId="357"/>
        </pc:sldMkLst>
      </pc:sldChg>
      <pc:sldChg chg="modSp mod setBg">
        <pc:chgData name="Hayato Ishida" userId="585fa0fa6384767c" providerId="LiveId" clId="{02F1B565-0EE6-49B6-8A4B-0E13D368A9AE}" dt="2025-06-24T14:30:42.705" v="8922"/>
        <pc:sldMkLst>
          <pc:docMk/>
          <pc:sldMk cId="3698040718" sldId="358"/>
        </pc:sldMkLst>
      </pc:sldChg>
      <pc:sldChg chg="setBg">
        <pc:chgData name="Hayato Ishida" userId="585fa0fa6384767c" providerId="LiveId" clId="{02F1B565-0EE6-49B6-8A4B-0E13D368A9AE}" dt="2025-06-24T14:30:42.705" v="8922"/>
        <pc:sldMkLst>
          <pc:docMk/>
          <pc:sldMk cId="417452178" sldId="387"/>
        </pc:sldMkLst>
      </pc:sldChg>
      <pc:sldChg chg="setBg">
        <pc:chgData name="Hayato Ishida" userId="585fa0fa6384767c" providerId="LiveId" clId="{02F1B565-0EE6-49B6-8A4B-0E13D368A9AE}" dt="2025-06-24T14:30:42.705" v="8922"/>
        <pc:sldMkLst>
          <pc:docMk/>
          <pc:sldMk cId="2978262175" sldId="407"/>
        </pc:sldMkLst>
      </pc:sldChg>
      <pc:sldChg chg="modSp mod setBg">
        <pc:chgData name="Hayato Ishida" userId="585fa0fa6384767c" providerId="LiveId" clId="{02F1B565-0EE6-49B6-8A4B-0E13D368A9AE}" dt="2025-06-24T14:30:42.705" v="8922"/>
        <pc:sldMkLst>
          <pc:docMk/>
          <pc:sldMk cId="338585644" sldId="408"/>
        </pc:sldMkLst>
      </pc:sldChg>
      <pc:sldChg chg="modSp del">
        <pc:chgData name="Hayato Ishida" userId="585fa0fa6384767c" providerId="LiveId" clId="{02F1B565-0EE6-49B6-8A4B-0E13D368A9AE}" dt="2025-06-05T15:23:07.275" v="23" actId="47"/>
        <pc:sldMkLst>
          <pc:docMk/>
          <pc:sldMk cId="3745997300" sldId="409"/>
        </pc:sldMkLst>
      </pc:sldChg>
      <pc:sldChg chg="addSp delSp modSp mod setBg">
        <pc:chgData name="Hayato Ishida" userId="585fa0fa6384767c" providerId="LiveId" clId="{02F1B565-0EE6-49B6-8A4B-0E13D368A9AE}" dt="2025-06-24T14:30:42.705" v="8922"/>
        <pc:sldMkLst>
          <pc:docMk/>
          <pc:sldMk cId="3349711410" sldId="410"/>
        </pc:sldMkLst>
      </pc:sldChg>
      <pc:sldChg chg="modSp del">
        <pc:chgData name="Hayato Ishida" userId="585fa0fa6384767c" providerId="LiveId" clId="{02F1B565-0EE6-49B6-8A4B-0E13D368A9AE}" dt="2025-06-05T15:24:40.123" v="27" actId="47"/>
        <pc:sldMkLst>
          <pc:docMk/>
          <pc:sldMk cId="576098997" sldId="411"/>
        </pc:sldMkLst>
      </pc:sldChg>
      <pc:sldChg chg="modSp del">
        <pc:chgData name="Hayato Ishida" userId="585fa0fa6384767c" providerId="LiveId" clId="{02F1B565-0EE6-49B6-8A4B-0E13D368A9AE}" dt="2025-06-05T15:24:40.123" v="27" actId="47"/>
        <pc:sldMkLst>
          <pc:docMk/>
          <pc:sldMk cId="3465021867" sldId="412"/>
        </pc:sldMkLst>
      </pc:sldChg>
      <pc:sldChg chg="modSp del">
        <pc:chgData name="Hayato Ishida" userId="585fa0fa6384767c" providerId="LiveId" clId="{02F1B565-0EE6-49B6-8A4B-0E13D368A9AE}" dt="2025-06-05T15:24:40.123" v="27" actId="47"/>
        <pc:sldMkLst>
          <pc:docMk/>
          <pc:sldMk cId="3384255611" sldId="413"/>
        </pc:sldMkLst>
      </pc:sldChg>
      <pc:sldChg chg="modSp del">
        <pc:chgData name="Hayato Ishida" userId="585fa0fa6384767c" providerId="LiveId" clId="{02F1B565-0EE6-49B6-8A4B-0E13D368A9AE}" dt="2025-06-05T15:24:40.123" v="27" actId="47"/>
        <pc:sldMkLst>
          <pc:docMk/>
          <pc:sldMk cId="2586666217" sldId="414"/>
        </pc:sldMkLst>
      </pc:sldChg>
      <pc:sldChg chg="modSp del">
        <pc:chgData name="Hayato Ishida" userId="585fa0fa6384767c" providerId="LiveId" clId="{02F1B565-0EE6-49B6-8A4B-0E13D368A9AE}" dt="2025-06-05T15:24:40.123" v="27" actId="47"/>
        <pc:sldMkLst>
          <pc:docMk/>
          <pc:sldMk cId="3597829660" sldId="415"/>
        </pc:sldMkLst>
      </pc:sldChg>
      <pc:sldChg chg="modSp del">
        <pc:chgData name="Hayato Ishida" userId="585fa0fa6384767c" providerId="LiveId" clId="{02F1B565-0EE6-49B6-8A4B-0E13D368A9AE}" dt="2025-06-05T15:24:40.123" v="27" actId="47"/>
        <pc:sldMkLst>
          <pc:docMk/>
          <pc:sldMk cId="3320955932" sldId="416"/>
        </pc:sldMkLst>
      </pc:sldChg>
      <pc:sldChg chg="modSp del">
        <pc:chgData name="Hayato Ishida" userId="585fa0fa6384767c" providerId="LiveId" clId="{02F1B565-0EE6-49B6-8A4B-0E13D368A9AE}" dt="2025-06-05T15:27:22.959" v="30" actId="47"/>
        <pc:sldMkLst>
          <pc:docMk/>
          <pc:sldMk cId="829368001" sldId="417"/>
        </pc:sldMkLst>
      </pc:sldChg>
      <pc:sldChg chg="modSp del">
        <pc:chgData name="Hayato Ishida" userId="585fa0fa6384767c" providerId="LiveId" clId="{02F1B565-0EE6-49B6-8A4B-0E13D368A9AE}" dt="2025-06-05T15:27:22.959" v="30" actId="47"/>
        <pc:sldMkLst>
          <pc:docMk/>
          <pc:sldMk cId="4289303656" sldId="418"/>
        </pc:sldMkLst>
      </pc:sldChg>
      <pc:sldChg chg="modSp del">
        <pc:chgData name="Hayato Ishida" userId="585fa0fa6384767c" providerId="LiveId" clId="{02F1B565-0EE6-49B6-8A4B-0E13D368A9AE}" dt="2025-06-05T15:27:22.959" v="30" actId="47"/>
        <pc:sldMkLst>
          <pc:docMk/>
          <pc:sldMk cId="3557255328" sldId="419"/>
        </pc:sldMkLst>
      </pc:sldChg>
      <pc:sldChg chg="modSp del mod">
        <pc:chgData name="Hayato Ishida" userId="585fa0fa6384767c" providerId="LiveId" clId="{02F1B565-0EE6-49B6-8A4B-0E13D368A9AE}" dt="2025-06-05T17:07:48.101" v="1779" actId="47"/>
        <pc:sldMkLst>
          <pc:docMk/>
          <pc:sldMk cId="3216369774" sldId="420"/>
        </pc:sldMkLst>
      </pc:sldChg>
      <pc:sldChg chg="modSp setBg">
        <pc:chgData name="Hayato Ishida" userId="585fa0fa6384767c" providerId="LiveId" clId="{02F1B565-0EE6-49B6-8A4B-0E13D368A9AE}" dt="2025-06-24T14:30:42.705" v="8922"/>
        <pc:sldMkLst>
          <pc:docMk/>
          <pc:sldMk cId="2197824765" sldId="421"/>
        </pc:sldMkLst>
      </pc:sldChg>
      <pc:sldChg chg="modSp mod setBg">
        <pc:chgData name="Hayato Ishida" userId="585fa0fa6384767c" providerId="LiveId" clId="{02F1B565-0EE6-49B6-8A4B-0E13D368A9AE}" dt="2025-06-24T14:30:42.705" v="8922"/>
        <pc:sldMkLst>
          <pc:docMk/>
          <pc:sldMk cId="4133839959" sldId="423"/>
        </pc:sldMkLst>
      </pc:sldChg>
      <pc:sldChg chg="del">
        <pc:chgData name="Hayato Ishida" userId="585fa0fa6384767c" providerId="LiveId" clId="{02F1B565-0EE6-49B6-8A4B-0E13D368A9AE}" dt="2025-06-05T15:27:51.254" v="40" actId="47"/>
        <pc:sldMkLst>
          <pc:docMk/>
          <pc:sldMk cId="3356094221" sldId="424"/>
        </pc:sldMkLst>
      </pc:sldChg>
      <pc:sldChg chg="modSp add mod setBg">
        <pc:chgData name="Hayato Ishida" userId="585fa0fa6384767c" providerId="LiveId" clId="{02F1B565-0EE6-49B6-8A4B-0E13D368A9AE}" dt="2025-06-24T14:30:42.705" v="8922"/>
        <pc:sldMkLst>
          <pc:docMk/>
          <pc:sldMk cId="3767970116" sldId="424"/>
        </pc:sldMkLst>
      </pc:sldChg>
      <pc:sldChg chg="addSp delSp modSp add mod setBg">
        <pc:chgData name="Hayato Ishida" userId="585fa0fa6384767c" providerId="LiveId" clId="{02F1B565-0EE6-49B6-8A4B-0E13D368A9AE}" dt="2025-06-24T14:30:42.705" v="8922"/>
        <pc:sldMkLst>
          <pc:docMk/>
          <pc:sldMk cId="2013124192" sldId="425"/>
        </pc:sldMkLst>
      </pc:sldChg>
      <pc:sldChg chg="modSp del">
        <pc:chgData name="Hayato Ishida" userId="585fa0fa6384767c" providerId="LiveId" clId="{02F1B565-0EE6-49B6-8A4B-0E13D368A9AE}" dt="2025-06-05T15:27:22.959" v="30" actId="47"/>
        <pc:sldMkLst>
          <pc:docMk/>
          <pc:sldMk cId="2513049136" sldId="425"/>
        </pc:sldMkLst>
      </pc:sldChg>
      <pc:sldChg chg="modSp add mod setBg">
        <pc:chgData name="Hayato Ishida" userId="585fa0fa6384767c" providerId="LiveId" clId="{02F1B565-0EE6-49B6-8A4B-0E13D368A9AE}" dt="2025-06-24T14:30:42.705" v="8922"/>
        <pc:sldMkLst>
          <pc:docMk/>
          <pc:sldMk cId="2583363301" sldId="426"/>
        </pc:sldMkLst>
      </pc:sldChg>
      <pc:sldChg chg="del">
        <pc:chgData name="Hayato Ishida" userId="585fa0fa6384767c" providerId="LiveId" clId="{02F1B565-0EE6-49B6-8A4B-0E13D368A9AE}" dt="2025-06-05T15:27:51.254" v="40" actId="47"/>
        <pc:sldMkLst>
          <pc:docMk/>
          <pc:sldMk cId="3696088745" sldId="426"/>
        </pc:sldMkLst>
      </pc:sldChg>
      <pc:sldChg chg="modSp add mod setBg">
        <pc:chgData name="Hayato Ishida" userId="585fa0fa6384767c" providerId="LiveId" clId="{02F1B565-0EE6-49B6-8A4B-0E13D368A9AE}" dt="2025-06-24T14:30:42.705" v="8922"/>
        <pc:sldMkLst>
          <pc:docMk/>
          <pc:sldMk cId="2260340210" sldId="427"/>
        </pc:sldMkLst>
      </pc:sldChg>
      <pc:sldChg chg="addSp modSp add mod setBg">
        <pc:chgData name="Hayato Ishida" userId="585fa0fa6384767c" providerId="LiveId" clId="{02F1B565-0EE6-49B6-8A4B-0E13D368A9AE}" dt="2025-06-24T14:30:42.705" v="8922"/>
        <pc:sldMkLst>
          <pc:docMk/>
          <pc:sldMk cId="2943454733" sldId="428"/>
        </pc:sldMkLst>
      </pc:sldChg>
      <pc:sldChg chg="addSp delSp modSp add mod setBg">
        <pc:chgData name="Hayato Ishida" userId="585fa0fa6384767c" providerId="LiveId" clId="{02F1B565-0EE6-49B6-8A4B-0E13D368A9AE}" dt="2025-06-24T14:30:42.705" v="8922"/>
        <pc:sldMkLst>
          <pc:docMk/>
          <pc:sldMk cId="459301529" sldId="429"/>
        </pc:sldMkLst>
      </pc:sldChg>
      <pc:sldChg chg="modSp del">
        <pc:chgData name="Hayato Ishida" userId="585fa0fa6384767c" providerId="LiveId" clId="{02F1B565-0EE6-49B6-8A4B-0E13D368A9AE}" dt="2025-06-05T15:24:40.123" v="27" actId="47"/>
        <pc:sldMkLst>
          <pc:docMk/>
          <pc:sldMk cId="2358728378" sldId="430"/>
        </pc:sldMkLst>
      </pc:sldChg>
      <pc:sldChg chg="addSp delSp modSp add mod setBg">
        <pc:chgData name="Hayato Ishida" userId="585fa0fa6384767c" providerId="LiveId" clId="{02F1B565-0EE6-49B6-8A4B-0E13D368A9AE}" dt="2025-06-24T14:30:42.705" v="8922"/>
        <pc:sldMkLst>
          <pc:docMk/>
          <pc:sldMk cId="2370692564" sldId="430"/>
        </pc:sldMkLst>
      </pc:sldChg>
      <pc:sldChg chg="modSp add mod setBg">
        <pc:chgData name="Hayato Ishida" userId="585fa0fa6384767c" providerId="LiveId" clId="{02F1B565-0EE6-49B6-8A4B-0E13D368A9AE}" dt="2025-06-24T14:30:42.705" v="8922"/>
        <pc:sldMkLst>
          <pc:docMk/>
          <pc:sldMk cId="398832387" sldId="431"/>
        </pc:sldMkLst>
      </pc:sldChg>
      <pc:sldChg chg="modSp del">
        <pc:chgData name="Hayato Ishida" userId="585fa0fa6384767c" providerId="LiveId" clId="{02F1B565-0EE6-49B6-8A4B-0E13D368A9AE}" dt="2025-06-05T15:27:29.787" v="32" actId="47"/>
        <pc:sldMkLst>
          <pc:docMk/>
          <pc:sldMk cId="995418674" sldId="431"/>
        </pc:sldMkLst>
      </pc:sldChg>
      <pc:sldChg chg="addSp delSp modSp add del mod">
        <pc:chgData name="Hayato Ishida" userId="585fa0fa6384767c" providerId="LiveId" clId="{02F1B565-0EE6-49B6-8A4B-0E13D368A9AE}" dt="2025-06-06T02:29:47.065" v="4011" actId="47"/>
        <pc:sldMkLst>
          <pc:docMk/>
          <pc:sldMk cId="1673667208" sldId="431"/>
        </pc:sldMkLst>
      </pc:sldChg>
      <pc:sldChg chg="modSp add mod setBg">
        <pc:chgData name="Hayato Ishida" userId="585fa0fa6384767c" providerId="LiveId" clId="{02F1B565-0EE6-49B6-8A4B-0E13D368A9AE}" dt="2025-06-24T14:30:42.705" v="8922"/>
        <pc:sldMkLst>
          <pc:docMk/>
          <pc:sldMk cId="1277894446" sldId="432"/>
        </pc:sldMkLst>
      </pc:sldChg>
      <pc:sldChg chg="addSp delSp modSp add del mod">
        <pc:chgData name="Hayato Ishida" userId="585fa0fa6384767c" providerId="LiveId" clId="{02F1B565-0EE6-49B6-8A4B-0E13D368A9AE}" dt="2025-06-06T02:29:47.065" v="4011" actId="47"/>
        <pc:sldMkLst>
          <pc:docMk/>
          <pc:sldMk cId="3681410001" sldId="432"/>
        </pc:sldMkLst>
      </pc:sldChg>
      <pc:sldChg chg="delSp modSp add mod setBg">
        <pc:chgData name="Hayato Ishida" userId="585fa0fa6384767c" providerId="LiveId" clId="{02F1B565-0EE6-49B6-8A4B-0E13D368A9AE}" dt="2025-06-24T14:30:42.705" v="8922"/>
        <pc:sldMkLst>
          <pc:docMk/>
          <pc:sldMk cId="3731261927" sldId="4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4FFC1-860B-4EA5-8C8B-781E6F9B2EB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A0D7-3FB2-4954-8095-6DA3DB894CD8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AC8D-CC31-494B-B60C-3E6028A9BC0E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ADF-6C8A-4D0C-B8CC-3CE243760869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915B-B778-4058-9990-8AFA0ED9C176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A6988-D269-441A-BE09-3A08C8477828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DBC1-9EF1-4EB3-A4AC-EA00817A2212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D8BA1-5EB5-45B6-82F4-04DD7D546641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CE62-5905-4C0B-BD2A-43A35FA06526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E3507-0B7A-4514-B3C2-4E12635F6FF5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95565-C1D1-4947-BBF9-383F6ABBC91D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78774-2810-4490-801D-833D2707ED54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swell.com/s/hayat01sh1da/5DN1G9-philosophy-of-static-typing-ruby-vs-typescrip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swell.com/user/hayat01sh1da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speakerdeck.com/hayat01sh1d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hayat01sh1da/" TargetMode="External"/><Relationship Id="rId5" Type="http://schemas.openxmlformats.org/officeDocument/2006/relationships/hyperlink" Target="https://hackmd.io/@hayat01sh1da" TargetMode="External"/><Relationship Id="rId4" Type="http://schemas.openxmlformats.org/officeDocument/2006/relationships/hyperlink" Target="https://github.com/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2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5" Type="http://schemas.openxmlformats.org/officeDocument/2006/relationships/slide" Target="slide17.xml"/><Relationship Id="rId4" Type="http://schemas.openxmlformats.org/officeDocument/2006/relationships/slide" Target="slide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hopify/rbi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github.com/soutaro/rbs-inline" TargetMode="Externa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hyperlink" Target="https://github.com/ruby/typeprof" TargetMode="External"/><Relationship Id="rId5" Type="http://schemas.openxmlformats.org/officeDocument/2006/relationships/hyperlink" Target="https://github.com/soutaro/steep" TargetMode="External"/><Relationship Id="rId10" Type="http://schemas.openxmlformats.org/officeDocument/2006/relationships/hyperlink" Target="https://github.com/Shopify/tapioca" TargetMode="External"/><Relationship Id="rId4" Type="http://schemas.openxmlformats.org/officeDocument/2006/relationships/hyperlink" Target="https://github.com/ruby/rbs" TargetMode="External"/><Relationship Id="rId9" Type="http://schemas.openxmlformats.org/officeDocument/2006/relationships/hyperlink" Target="https://github.com/sorbet/sorbet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findy-code.io/engineer-lab/soutaro#TypeScript&#12398;&#25104;&#21151;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x.com/soutaro" TargetMode="Externa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6" Type="http://schemas.openxmlformats.org/officeDocument/2006/relationships/hyperlink" Target="https://www.typescriptlang.org/docs/handbook/interfaces.html" TargetMode="External"/><Relationship Id="rId5" Type="http://schemas.openxmlformats.org/officeDocument/2006/relationships/hyperlink" Target="https://www.typescriptlang.org/docs/handbook/2/objects.html" TargetMode="External"/><Relationship Id="rId4" Type="http://schemas.openxmlformats.org/officeDocument/2006/relationships/hyperlink" Target="http://typescriptlang.org/docs/handbook/2/generics.html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5" Type="http://schemas.openxmlformats.org/officeDocument/2006/relationships/hyperlink" Target="https://www.heroku.com/blog/author/jonan-scheffler/" TargetMode="External"/><Relationship Id="rId4" Type="http://schemas.openxmlformats.org/officeDocument/2006/relationships/hyperlink" Target="https://www.heroku.com/blog/ruby-3-by-3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5" Type="http://schemas.openxmlformats.org/officeDocument/2006/relationships/hyperlink" Target="https://github.com/soutaro/rbs-inline" TargetMode="External"/><Relationship Id="rId4" Type="http://schemas.openxmlformats.org/officeDocument/2006/relationships/hyperlink" Target="https://github.com/ruby/rbs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typescriptlang.org/docs/handbook/2/generics.html" TargetMode="External"/><Relationship Id="rId7" Type="http://schemas.openxmlformats.org/officeDocument/2006/relationships/hyperlink" Target="https://github.com/Shopify/rbi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ruby/rbs" TargetMode="External"/><Relationship Id="rId5" Type="http://schemas.openxmlformats.org/officeDocument/2006/relationships/hyperlink" Target="https://www.typescriptlang.org/docs/handbook/interfaces.html" TargetMode="External"/><Relationship Id="rId4" Type="http://schemas.openxmlformats.org/officeDocument/2006/relationships/hyperlink" Target="https://www.typescriptlang.org/docs/handbook/2/objects.html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dev.to/aeremin/static-typing-in-ruby-its-not-a-cult-its-a-choice-you-should-probably-make-23hk" TargetMode="External"/><Relationship Id="rId3" Type="http://schemas.openxmlformats.org/officeDocument/2006/relationships/hyperlink" Target="https://findy-code.io/engineer-lab/soutaro" TargetMode="External"/><Relationship Id="rId7" Type="http://schemas.openxmlformats.org/officeDocument/2006/relationships/hyperlink" Target="https://dev.to/aeremin/why-static-typing-is-essential-for-efficient-ruby-and-rails-development-3n0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.to/aeremin/the-state-of-static-typing-in-ruby-in-2025-3o4b" TargetMode="External"/><Relationship Id="rId5" Type="http://schemas.openxmlformats.org/officeDocument/2006/relationships/hyperlink" Target="https://techblog.raksul.com/entry/2025/04/09/145226" TargetMode="External"/><Relationship Id="rId4" Type="http://schemas.openxmlformats.org/officeDocument/2006/relationships/hyperlink" Target="https://llvm.org/docs/LangRef.html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outaro/rbs-inline" TargetMode="External"/><Relationship Id="rId3" Type="http://schemas.openxmlformats.org/officeDocument/2006/relationships/hyperlink" Target="https://www.heroku.com/blog/ruby-3-by-3/" TargetMode="External"/><Relationship Id="rId7" Type="http://schemas.openxmlformats.org/officeDocument/2006/relationships/hyperlink" Target="https://github.com/ruby/typepro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outaro/steep" TargetMode="External"/><Relationship Id="rId5" Type="http://schemas.openxmlformats.org/officeDocument/2006/relationships/hyperlink" Target="https://llvm.org/docs/LangRef.html" TargetMode="External"/><Relationship Id="rId4" Type="http://schemas.openxmlformats.org/officeDocument/2006/relationships/hyperlink" Target="https://github.com/ruby/rbs" TargetMode="External"/><Relationship Id="rId9" Type="http://schemas.openxmlformats.org/officeDocument/2006/relationships/hyperlink" Target="https://github.com/Shopify/rbi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rbet/sorbet" TargetMode="External"/><Relationship Id="rId7" Type="http://schemas.openxmlformats.org/officeDocument/2006/relationships/hyperlink" Target="https://dev.to/aeremin/static-typing-in-ruby-its-not-a-cult-its-a-choice-you-should-probably-make-23h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.to/hkp22/10-must-know-typescript-features-to-improve-your-coding-efficiency-396m" TargetMode="External"/><Relationship Id="rId5" Type="http://schemas.openxmlformats.org/officeDocument/2006/relationships/hyperlink" Target="https://www.typescriptlang.org/docs/" TargetMode="External"/><Relationship Id="rId4" Type="http://schemas.openxmlformats.org/officeDocument/2006/relationships/hyperlink" Target="https://github.com/Shopify/tapioca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Philosophy of Static Typing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9337A176-5377-6F93-8925-178F6FF51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en-US" sz="3200" b="1" dirty="0"/>
              <a:t>Composed By: Hayato Ishida</a:t>
            </a:r>
            <a:endParaRPr lang="en-GB" sz="3200" b="1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8C64EA4D-6C48-3445-A5F5-B43711FB5137}"/>
              </a:ext>
            </a:extLst>
          </p:cNvPr>
          <p:cNvSpPr txBox="1">
            <a:spLocks/>
          </p:cNvSpPr>
          <p:nvPr/>
        </p:nvSpPr>
        <p:spPr>
          <a:xfrm>
            <a:off x="6976843" y="5445970"/>
            <a:ext cx="3638027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altLang="ja-JP" sz="2000" b="1" dirty="0"/>
              <a:t>Updated</a:t>
            </a:r>
            <a:r>
              <a:rPr lang="ja-JP" altLang="en-US" sz="2000" b="1" dirty="0"/>
              <a:t> </a:t>
            </a:r>
            <a:r>
              <a:rPr lang="en-GB" altLang="ja-JP" sz="2000" b="1" dirty="0"/>
              <a:t>On: 24 June 2025</a:t>
            </a:r>
            <a:endParaRPr lang="en-GB" sz="2000" b="1" dirty="0"/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A8D39094-BFD9-D223-966F-5E3F039BCE75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3457662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ja-JP" sz="2000" dirty="0"/>
              <a:t>For Japanese version, click </a:t>
            </a:r>
            <a:r>
              <a:rPr lang="en-GB" altLang="ja-JP" sz="2000" dirty="0">
                <a:hlinkClick r:id="rId3"/>
              </a:rPr>
              <a:t>here</a:t>
            </a:r>
            <a:endParaRPr lang="en-GB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0E1BB4-0193-0ECB-AE9C-02D0B937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</a:t>
            </a:fld>
            <a:endParaRPr lang="en-GB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99CDFC53-1D1B-1AC0-5E92-8800E64F65CA}"/>
              </a:ext>
            </a:extLst>
          </p:cNvPr>
          <p:cNvSpPr txBox="1">
            <a:spLocks/>
          </p:cNvSpPr>
          <p:nvPr/>
        </p:nvSpPr>
        <p:spPr>
          <a:xfrm>
            <a:off x="1470870" y="3514157"/>
            <a:ext cx="9144000" cy="5557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ja-JP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-Ruby vs. TypeScript-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1999921-5310-BBB1-4C59-7FB3B9655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  <p:sp>
        <p:nvSpPr>
          <p:cNvPr id="8" name="タイトル 1">
            <a:extLst>
              <a:ext uri="{FF2B5EF4-FFF2-40B4-BE49-F238E27FC236}">
                <a16:creationId xmlns:a16="http://schemas.microsoft.com/office/drawing/2014/main" id="{24CBF73E-3ABD-8E5A-A3F3-99ED7A305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About Me</a:t>
            </a:r>
            <a:endParaRPr lang="en-GB" b="1" dirty="0">
              <a:latin typeface="Calibri (Headings)"/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5DB84DEF-5DEE-779D-FD55-DD76FBCD1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en-GB" altLang="ja-JP" sz="2400" dirty="0"/>
              <a:t>Accounts</a:t>
            </a:r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4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5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8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en-GB" altLang="ja-JP" sz="2400" dirty="0"/>
              <a:t>Occupation: Software Engineer</a:t>
            </a:r>
          </a:p>
          <a:p>
            <a:pPr marL="268288" indent="-268288"/>
            <a:r>
              <a:rPr lang="en-GB" altLang="ja-JP" sz="2400" dirty="0"/>
              <a:t>Things I Am Into</a:t>
            </a:r>
          </a:p>
          <a:p>
            <a:pPr marL="725488" lvl="1" indent="-268288"/>
            <a:r>
              <a:rPr lang="en-GB" altLang="ja-JP" sz="2000" dirty="0"/>
              <a:t>Linguistics</a:t>
            </a:r>
          </a:p>
          <a:p>
            <a:pPr marL="725488" lvl="1" indent="-268288"/>
            <a:r>
              <a:rPr lang="en-GB" altLang="ja-JP" sz="2000" dirty="0"/>
              <a:t>Singing at Karaoke</a:t>
            </a:r>
          </a:p>
          <a:p>
            <a:pPr marL="725488" lvl="1" indent="-268288"/>
            <a:r>
              <a:rPr lang="en-GB" altLang="ja-JP" sz="2000" dirty="0"/>
              <a:t>Listening to Music</a:t>
            </a:r>
          </a:p>
          <a:p>
            <a:pPr marL="725488" lvl="1" indent="-268288"/>
            <a:r>
              <a:rPr lang="en-GB" altLang="ja-JP" sz="2000" dirty="0"/>
              <a:t>Watching Movies</a:t>
            </a:r>
          </a:p>
          <a:p>
            <a:pPr marL="725488" lvl="1" indent="-268288"/>
            <a:r>
              <a:rPr lang="en-GB" altLang="ja-JP" sz="2000" dirty="0"/>
              <a:t>Cat Feeding</a:t>
            </a:r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DCF9DF43-F688-D7CB-E757-345F27461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FBE0558-A36D-E216-E2C1-719E223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/>
              <a:t>Licences / Certifications</a:t>
            </a:r>
            <a:endParaRPr lang="en-GB" b="1" dirty="0"/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885E2A-9A6E-037E-12A8-07D43B0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en-US" altLang="ja-JP" dirty="0"/>
              <a:t>English</a:t>
            </a:r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en-GB" altLang="ja-JP" dirty="0"/>
              <a:t>: Certified on December 2019</a:t>
            </a:r>
            <a:endParaRPr lang="ja-JP" altLang="en-US" dirty="0"/>
          </a:p>
          <a:p>
            <a:pPr marL="268288" lvl="1" indent="-268288"/>
            <a:r>
              <a:rPr lang="en-GB" altLang="ja-JP" dirty="0"/>
              <a:t>Engineering</a:t>
            </a:r>
          </a:p>
          <a:p>
            <a:pPr marL="725488" lvl="2" indent="-268288"/>
            <a:r>
              <a:rPr lang="en-GB" altLang="ja-JP" dirty="0"/>
              <a:t>Information Security Management: Certified on November 2017</a:t>
            </a:r>
          </a:p>
          <a:p>
            <a:pPr marL="725488" lvl="2" indent="-268288"/>
            <a:r>
              <a:rPr lang="en-GB" altLang="ja-JP" dirty="0"/>
              <a:t>Applied Information Technology Engineer: Certified on June 2017</a:t>
            </a:r>
          </a:p>
          <a:p>
            <a:pPr marL="725488" lvl="2" indent="-268288"/>
            <a:r>
              <a:rPr lang="en-GB" altLang="ja-JP" dirty="0"/>
              <a:t>Fundamental Information Technology Engineer: Certified on November 2016</a:t>
            </a:r>
            <a:endParaRPr lang="ja-JP" altLang="en-US" dirty="0"/>
          </a:p>
          <a:p>
            <a:pPr marL="725488" lvl="2" indent="-268288"/>
            <a:r>
              <a:rPr lang="en-US" altLang="ja-JP" dirty="0"/>
              <a:t>IT Passport</a:t>
            </a:r>
            <a:r>
              <a:rPr lang="en-GB" altLang="ja-JP" dirty="0"/>
              <a:t>: Certified on April 2016</a:t>
            </a:r>
            <a:endParaRPr lang="en-GB" altLang="ja-JP" b="0" i="0" dirty="0">
              <a:solidFill>
                <a:srgbClr val="333333"/>
              </a:solidFill>
              <a:effectLst/>
            </a:endParaRPr>
          </a:p>
          <a:p>
            <a:pPr marL="268288" lvl="1" indent="-268288"/>
            <a:r>
              <a:rPr lang="en-GB" altLang="ja-JP" dirty="0">
                <a:solidFill>
                  <a:srgbClr val="333333"/>
                </a:solidFill>
              </a:rPr>
              <a:t>Others</a:t>
            </a:r>
          </a:p>
          <a:p>
            <a:pPr marL="725488" lvl="2" indent="-268288"/>
            <a:r>
              <a:rPr lang="en-GB" altLang="ja-JP" dirty="0">
                <a:solidFill>
                  <a:srgbClr val="333333"/>
                </a:solidFill>
              </a:rPr>
              <a:t>Abacus 2nd Class: </a:t>
            </a:r>
            <a:r>
              <a:rPr lang="en-GB" altLang="ja-JP" dirty="0"/>
              <a:t>Certified on June 2002</a:t>
            </a:r>
          </a:p>
          <a:p>
            <a:pPr marL="725488" lvl="2" indent="-268288"/>
            <a:r>
              <a:rPr lang="en-GB" altLang="ja-JP" b="0" i="0" dirty="0">
                <a:solidFill>
                  <a:srgbClr val="333333"/>
                </a:solidFill>
                <a:effectLst/>
              </a:rPr>
              <a:t>Mental Arithmetic 3rd Class: </a:t>
            </a:r>
            <a:r>
              <a:rPr lang="en-GB" altLang="ja-JP" dirty="0"/>
              <a:t>Certified on February 2001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2B7907-FB38-A5DA-262F-668198D9B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6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">
            <a:extLst>
              <a:ext uri="{FF2B5EF4-FFF2-40B4-BE49-F238E27FC236}">
                <a16:creationId xmlns:a16="http://schemas.microsoft.com/office/drawing/2014/main" id="{60E919AE-A3C4-C3ED-2B32-DDD70B828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Skill Stack</a:t>
            </a:r>
            <a:endParaRPr lang="en-GB" b="1" dirty="0">
              <a:latin typeface="Calibri (Headings)"/>
            </a:endParaRP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A015A73A-FA57-CE15-AFDC-CA902E6EC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2400" dirty="0"/>
              <a:t>Languages</a:t>
            </a:r>
            <a:endParaRPr lang="ja-JP" altLang="en-US" sz="2400" dirty="0"/>
          </a:p>
          <a:p>
            <a:pPr marL="717550" lvl="1" indent="-260350"/>
            <a:r>
              <a:rPr lang="en-GB" altLang="ja-JP" sz="2000" dirty="0"/>
              <a:t>Japanese: Native Proficiency</a:t>
            </a:r>
          </a:p>
          <a:p>
            <a:pPr marL="717550" lvl="1" indent="-260350"/>
            <a:r>
              <a:rPr lang="en-GB" altLang="ja-JP" sz="2000" dirty="0"/>
              <a:t>English: Full professional Proficiency</a:t>
            </a:r>
          </a:p>
          <a:p>
            <a:pPr marL="268288" indent="-268288"/>
            <a:r>
              <a:rPr lang="en-GB" altLang="ja-JP" sz="2400" dirty="0"/>
              <a:t>Development</a:t>
            </a:r>
          </a:p>
          <a:p>
            <a:pPr marL="717550" lvl="1" indent="-260350"/>
            <a:r>
              <a:rPr lang="en-GB" altLang="ja-JP" sz="2000" b="1" dirty="0"/>
              <a:t>Backend: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en-GB" altLang="ja-JP" sz="2000" dirty="0"/>
              <a:t>Frontend: TypeScript + React.js, TypeScript +Vue.js</a:t>
            </a:r>
          </a:p>
          <a:p>
            <a:pPr marL="717550" lvl="1" indent="-260350"/>
            <a:r>
              <a:rPr lang="en-GB" altLang="ja-JP" sz="2000" b="1" dirty="0"/>
              <a:t>Database: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en-GB" altLang="ja-JP" sz="2000" b="1" dirty="0"/>
              <a:t>Architecture: Monolith, Modular Monolith</a:t>
            </a:r>
          </a:p>
          <a:p>
            <a:pPr marL="717550" lvl="1" indent="-260350"/>
            <a:r>
              <a:rPr lang="en-GB" altLang="ja-JP" sz="2000" dirty="0"/>
              <a:t>Hosting: AWS ESK</a:t>
            </a:r>
          </a:p>
          <a:p>
            <a:pPr marL="717550" lvl="1" indent="-260350"/>
            <a:r>
              <a:rPr lang="en-GB" altLang="ja-JP" sz="2000" dirty="0"/>
              <a:t>Versioning: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en-GB" altLang="ja-JP" sz="2000" dirty="0"/>
              <a:t>Monitoring: Datadog, Sentry</a:t>
            </a:r>
            <a:endParaRPr lang="en-GB" altLang="ja-JP" dirty="0"/>
          </a:p>
        </p:txBody>
      </p:sp>
      <p:sp>
        <p:nvSpPr>
          <p:cNvPr id="15" name="スライド番号プレースホルダー 3">
            <a:extLst>
              <a:ext uri="{FF2B5EF4-FFF2-40B4-BE49-F238E27FC236}">
                <a16:creationId xmlns:a16="http://schemas.microsoft.com/office/drawing/2014/main" id="{21CA9406-E7B0-2DA1-ED0A-CC440F587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5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DC5AC5EE-FBF1-2303-4B89-C0614DC82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sp>
        <p:nvSpPr>
          <p:cNvPr id="6" name="スライド番号プレースホルダー 3">
            <a:extLst>
              <a:ext uri="{FF2B5EF4-FFF2-40B4-BE49-F238E27FC236}">
                <a16:creationId xmlns:a16="http://schemas.microsoft.com/office/drawing/2014/main" id="{DE0F7BD0-3523-0593-2A07-224C7B2F0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35FC80D-707F-0F20-EA93-8324DD32B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137308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Aug 2021 -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Saas(Educational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Weekly Release Manager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Speaker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Feb 2020 - Dec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SaaS(Chatbot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Inspection of Alternative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323D4-7BB9-F335-33DE-DC25A4D07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8B7816-399C-5454-174C-A640E4A62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sp>
        <p:nvSpPr>
          <p:cNvPr id="3" name="スライド番号プレースホルダー 3">
            <a:extLst>
              <a:ext uri="{FF2B5EF4-FFF2-40B4-BE49-F238E27FC236}">
                <a16:creationId xmlns:a16="http://schemas.microsoft.com/office/drawing/2014/main" id="{8E8E9040-D7B0-41DE-156A-3A04557A5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AE4C56-EEF2-60FC-6230-29B7C2F07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326616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Jun 2018 - Jan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Contract-basis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Quality Assurance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Apr 2016 - Jan 2018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Engineering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Corporate Account Admin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Security Admin Assistant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Internationalisation / Localisation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954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F79E73D7-F5DF-D646-391D-57CC3FE10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International-Exchange Activities</a:t>
            </a:r>
            <a:endParaRPr lang="en-GB" b="1" dirty="0">
              <a:latin typeface="Calibri (Headings)"/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A3F1CF92-0431-6ADB-6DB2-769E5A44B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1600" dirty="0"/>
              <a:t>Activities in University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English Linguistics Seminar</a:t>
            </a:r>
            <a:r>
              <a:rPr lang="en-US" altLang="ja-JP" sz="1400" dirty="0"/>
              <a:t>(</a:t>
            </a:r>
            <a:r>
              <a:rPr lang="en-GB" altLang="ja-JP" sz="1400" dirty="0"/>
              <a:t>Focusing on Mass Media English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/>
              <a:t>International-Exchange Clubs</a:t>
            </a:r>
            <a:r>
              <a:rPr lang="en-US" altLang="ja-JP" sz="1400" dirty="0"/>
              <a:t>(</a:t>
            </a:r>
            <a:r>
              <a:rPr lang="en-GB" altLang="ja-JP" sz="1400" dirty="0"/>
              <a:t>The 2nd Year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>
                <a:hlinkClick r:id="rId3"/>
              </a:rPr>
              <a:t>International-Exchange Programmes conducted by Japan Cabinet Office</a:t>
            </a:r>
            <a:r>
              <a:rPr lang="en-US" altLang="ja-JP" sz="1400" dirty="0"/>
              <a:t>(2013</a:t>
            </a:r>
            <a:r>
              <a:rPr lang="ja-JP" altLang="en-US" sz="1400" dirty="0"/>
              <a:t> </a:t>
            </a:r>
            <a:r>
              <a:rPr lang="en-US" altLang="ja-JP" sz="1400" dirty="0"/>
              <a:t>- 2016)</a:t>
            </a:r>
          </a:p>
          <a:p>
            <a:pPr marL="536575" lvl="1" indent="-268288"/>
            <a:r>
              <a:rPr lang="en-GB" altLang="ja-JP" sz="1400" dirty="0"/>
              <a:t>Japanese Linguistics Course(The Final Year)</a:t>
            </a:r>
            <a:endParaRPr lang="en-US" altLang="ja-JP" sz="1400" dirty="0"/>
          </a:p>
          <a:p>
            <a:pPr marL="268288" indent="-268288"/>
            <a:r>
              <a:rPr lang="en-GB" altLang="ja-JP" sz="1600" dirty="0"/>
              <a:t>Overseas Life Experience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Working Holiday in Australia</a:t>
            </a:r>
            <a:r>
              <a:rPr lang="en-US" altLang="ja-JP" sz="1400" dirty="0"/>
              <a:t>(April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</a:t>
            </a:r>
            <a:r>
              <a:rPr lang="en-GB" altLang="ja-JP" sz="1400" dirty="0"/>
              <a:t>March 2015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Language School for 1 month in Sydney</a:t>
            </a:r>
          </a:p>
          <a:p>
            <a:pPr marL="728662" lvl="2" indent="-285750"/>
            <a:r>
              <a:rPr lang="en-GB" altLang="ja-JP" sz="1200" dirty="0"/>
              <a:t>Work for 6 Months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endParaRPr lang="en-GB" altLang="ja-JP" sz="1200" dirty="0"/>
          </a:p>
          <a:p>
            <a:pPr marL="728662" lvl="2" indent="-285750"/>
            <a:r>
              <a:rPr lang="en-GB" altLang="ja-JP" sz="1200" dirty="0"/>
              <a:t>Volunteering for 1 Month as Assistant Teacher of Japanese Language at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/>
              <a:t>NSW</a:t>
            </a:r>
            <a:endParaRPr lang="en-US" altLang="ja-JP" sz="1200" dirty="0"/>
          </a:p>
          <a:p>
            <a:pPr marL="268288" indent="-268288"/>
            <a:r>
              <a:rPr lang="en-GB" altLang="ja-JP" sz="1600" dirty="0"/>
              <a:t>Other Activities</a:t>
            </a:r>
            <a:endParaRPr lang="ja-JP" altLang="en-US" sz="900" dirty="0"/>
          </a:p>
          <a:p>
            <a:pPr marL="536575" lvl="1" indent="-268288"/>
            <a:r>
              <a:rPr lang="en-GB" altLang="ja-JP" sz="1400" dirty="0"/>
              <a:t>Keep Everyday Journal in English</a:t>
            </a:r>
            <a:r>
              <a:rPr lang="ja-JP" altLang="en-US" sz="1400" dirty="0"/>
              <a:t> </a:t>
            </a:r>
            <a:r>
              <a:rPr lang="en-GB" altLang="ja-JP" sz="1400" dirty="0"/>
              <a:t>(</a:t>
            </a:r>
            <a:r>
              <a:rPr lang="en-US" altLang="ja-JP" sz="1400" dirty="0"/>
              <a:t>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Present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US" altLang="ja-JP" sz="1400" dirty="0"/>
              <a:t>(February 2017</a:t>
            </a:r>
            <a:r>
              <a:rPr lang="ja-JP" altLang="en-US" sz="1400" dirty="0"/>
              <a:t> </a:t>
            </a:r>
            <a:r>
              <a:rPr lang="en-US" altLang="ja-JP" sz="1400" dirty="0"/>
              <a:t>- March 2018)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(January 2018 - July 2019</a:t>
            </a:r>
            <a:r>
              <a:rPr lang="en-GB" altLang="ja-JP" sz="1400" dirty="0"/>
              <a:t>, October 2022 - February 2023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en-GB" altLang="ja-JP" sz="1400" dirty="0"/>
              <a:t>Self Learning and Training of English Language</a:t>
            </a:r>
          </a:p>
          <a:p>
            <a:pPr marL="536575" lvl="1" indent="-268288"/>
            <a:r>
              <a:rPr lang="en-GB" altLang="ja-JP" sz="1400" dirty="0"/>
              <a:t>Participation Ruby-Related </a:t>
            </a:r>
            <a:r>
              <a:rPr lang="en-GB" altLang="ja-JP" sz="1400"/>
              <a:t>Tech Conferences</a:t>
            </a:r>
            <a:endParaRPr lang="en-GB" altLang="ja-JP" sz="1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3E4CC-5132-F806-451F-B23F3D96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11B02-0DA1-674A-04BF-85C4FE095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1F2B63-A65E-9A91-AC1C-59006F24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/>
              <a:t>Agenda</a:t>
            </a:r>
            <a:endParaRPr lang="en-GB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BF1AFB-AD80-98FC-6B95-194F91AFD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3" action="ppaction://hlinksldjump"/>
              </a:rPr>
              <a:t>The Basics of Static Typing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4" action="ppaction://hlinksldjump"/>
              </a:rPr>
              <a:t>The Typing Ecosystem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5" action="ppaction://hlinksldjump"/>
              </a:rPr>
              <a:t>The Typing Philosophy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6" action="ppaction://hlinksldjump"/>
              </a:rPr>
              <a:t>Summary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7" action="ppaction://hlinksldjump"/>
              </a:rPr>
              <a:t>References</a:t>
            </a:r>
            <a:endParaRPr lang="en-GB" altLang="ja-JP" sz="2400" dirty="0">
              <a:sym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63A87-69C8-851E-9A31-0F71C4274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7824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/>
              <a:t>1</a:t>
            </a:r>
            <a:r>
              <a:rPr lang="en-US" altLang="ja-JP" b="1" dirty="0"/>
              <a:t>. </a:t>
            </a:r>
            <a:r>
              <a:rPr lang="en-GB" altLang="ja-JP" b="1" dirty="0">
                <a:sym typeface="Arial"/>
              </a:rPr>
              <a:t>The Basics of Static Typing</a:t>
            </a:r>
            <a:endParaRPr lang="en-GB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8B9976-B20A-3F72-2B5B-A96304BB7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21DADC-50CE-C104-CC40-508D04239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63FCA0-D413-698C-E6E4-24D758110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/>
              <a:t>1</a:t>
            </a:r>
            <a:r>
              <a:rPr lang="en-US" altLang="ja-JP" b="1" dirty="0"/>
              <a:t>. </a:t>
            </a:r>
            <a:r>
              <a:rPr lang="en-GB" altLang="ja-JP" b="1" dirty="0">
                <a:sym typeface="Arial"/>
              </a:rPr>
              <a:t>The Basics of Static Typing</a:t>
            </a:r>
            <a:endParaRPr lang="en-GB" b="1" dirty="0">
              <a:latin typeface="+mn-lt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5B06B6-4539-9BD3-6C45-5B8D805F3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Trade-offs</a:t>
            </a:r>
          </a:p>
          <a:p>
            <a:r>
              <a:rPr lang="en-GB" sz="2400" dirty="0"/>
              <a:t>👍Protects a system and/or program from </a:t>
            </a:r>
            <a:r>
              <a:rPr lang="en-GB" sz="2400" b="1" dirty="0"/>
              <a:t>ABEND</a:t>
            </a:r>
            <a:r>
              <a:rPr lang="en-GB" sz="2400" dirty="0"/>
              <a:t>(</a:t>
            </a:r>
            <a:r>
              <a:rPr lang="en-GB" sz="2400" b="1" dirty="0"/>
              <a:t>Ab</a:t>
            </a:r>
            <a:r>
              <a:rPr lang="en-GB" sz="2400" dirty="0"/>
              <a:t>normal </a:t>
            </a:r>
            <a:r>
              <a:rPr lang="en-GB" sz="2400" b="1" dirty="0"/>
              <a:t>End</a:t>
            </a:r>
            <a:r>
              <a:rPr lang="en-GB" sz="2400" dirty="0"/>
              <a:t>) and </a:t>
            </a:r>
            <a:r>
              <a:rPr lang="en-GB" sz="2400" b="1" dirty="0"/>
              <a:t>security holes</a:t>
            </a:r>
            <a:r>
              <a:rPr lang="en-GB" sz="2400" dirty="0"/>
              <a:t> caused by </a:t>
            </a:r>
            <a:r>
              <a:rPr lang="en-GB" sz="2400" b="1" dirty="0"/>
              <a:t>Undefined Behaviours</a:t>
            </a:r>
            <a:r>
              <a:rPr lang="en-GB" sz="2400" dirty="0"/>
              <a:t> </a:t>
            </a:r>
          </a:p>
          <a:p>
            <a:r>
              <a:rPr lang="en-GB" sz="2400" dirty="0"/>
              <a:t>👍 Detects TypeError</a:t>
            </a:r>
            <a:r>
              <a:rPr lang="en-GB" sz="2400" b="1" dirty="0"/>
              <a:t> prior to a code execution</a:t>
            </a:r>
          </a:p>
          <a:p>
            <a:r>
              <a:rPr lang="en-GB" sz="2400" dirty="0"/>
              <a:t>👍Guards </a:t>
            </a:r>
            <a:r>
              <a:rPr lang="en-GB" sz="2400" b="1" dirty="0"/>
              <a:t>large-scale codebase more efficiently</a:t>
            </a:r>
            <a:r>
              <a:rPr lang="en-GB" sz="2400" dirty="0"/>
              <a:t> from such </a:t>
            </a:r>
            <a:r>
              <a:rPr lang="en-GB" sz="2400" b="1" i="1" dirty="0"/>
              <a:t>Nasal Demons</a:t>
            </a:r>
            <a:r>
              <a:rPr lang="en-GB" sz="2400" dirty="0"/>
              <a:t> as </a:t>
            </a:r>
            <a:r>
              <a:rPr lang="en-GB" sz="2400" b="1" dirty="0"/>
              <a:t>bugs, type inconsistency and unsafe refactoring</a:t>
            </a:r>
          </a:p>
          <a:p>
            <a:r>
              <a:rPr lang="en-GB" sz="2400" dirty="0"/>
              <a:t>👎</a:t>
            </a:r>
            <a:r>
              <a:rPr lang="en-GB" sz="2400" b="1" dirty="0"/>
              <a:t>Worsens performance due to a huge overhead</a:t>
            </a:r>
            <a:r>
              <a:rPr lang="en-GB" sz="2400" dirty="0"/>
              <a:t> because it checks the type of a receiver every time in some processing system(e.g., JavaScript), such as `x.foo()`</a:t>
            </a:r>
          </a:p>
          <a:p>
            <a:r>
              <a:rPr lang="en-GB" sz="2400" dirty="0"/>
              <a:t>👎Forces developers to </a:t>
            </a:r>
            <a:r>
              <a:rPr lang="en-GB" sz="2400" b="1" dirty="0"/>
              <a:t>maintain not just codes but type declarations</a:t>
            </a:r>
          </a:p>
          <a:p>
            <a:r>
              <a:rPr lang="en-GB" sz="2400" dirty="0"/>
              <a:t>👎Brings developers </a:t>
            </a:r>
            <a:r>
              <a:rPr lang="en-GB" sz="2400" b="1" dirty="0"/>
              <a:t>another learning costs to master how to make it 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6CC7A6-538A-1639-6E6F-AA42B364B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856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BE7E8-61A0-612C-5DAE-0F34C0D31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576D40-BC2B-C258-BE1C-0471B377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/>
              <a:t>1</a:t>
            </a:r>
            <a:r>
              <a:rPr lang="en-US" altLang="ja-JP" b="1" dirty="0"/>
              <a:t>. </a:t>
            </a:r>
            <a:r>
              <a:rPr lang="en-GB" altLang="ja-JP" b="1" dirty="0">
                <a:sym typeface="Arial"/>
              </a:rPr>
              <a:t>The Basics of Static Typing</a:t>
            </a:r>
            <a:endParaRPr lang="en-GB" b="1" dirty="0">
              <a:latin typeface="+mn-lt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13196E-4322-ECDF-1DD6-51BA62659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sz="24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44F078-3CCC-127F-1543-9FE23326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11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DE2CEB-5F27-A4F2-59F6-D580D43C1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874866"/>
              </p:ext>
            </p:extLst>
          </p:nvPr>
        </p:nvGraphicFramePr>
        <p:xfrm>
          <a:off x="838200" y="1793457"/>
          <a:ext cx="105156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9587">
                  <a:extLst>
                    <a:ext uri="{9D8B030D-6E8A-4147-A177-3AD203B41FA5}">
                      <a16:colId xmlns:a16="http://schemas.microsoft.com/office/drawing/2014/main" val="2673298256"/>
                    </a:ext>
                  </a:extLst>
                </a:gridCol>
                <a:gridCol w="3527571">
                  <a:extLst>
                    <a:ext uri="{9D8B030D-6E8A-4147-A177-3AD203B41FA5}">
                      <a16:colId xmlns:a16="http://schemas.microsoft.com/office/drawing/2014/main" val="3038636740"/>
                    </a:ext>
                  </a:extLst>
                </a:gridCol>
                <a:gridCol w="4768442">
                  <a:extLst>
                    <a:ext uri="{9D8B030D-6E8A-4147-A177-3AD203B41FA5}">
                      <a16:colId xmlns:a16="http://schemas.microsoft.com/office/drawing/2014/main" val="2507080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b="1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b="1" dirty="0"/>
                        <a:t>Timing of Type 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b="1" dirty="0"/>
                        <a:t>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899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1" dirty="0"/>
                        <a:t>Static Typing</a:t>
                      </a:r>
                      <a:endParaRPr lang="en-GB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/>
                        <a:t>Prior to</a:t>
                      </a:r>
                      <a:r>
                        <a:rPr lang="en-GB" sz="2400" dirty="0"/>
                        <a:t> code execution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8288" indent="-268288">
                        <a:buFont typeface="Arial" panose="020B0604020202020204" pitchFamily="34" charset="0"/>
                        <a:buChar char="•"/>
                      </a:pPr>
                      <a:r>
                        <a:rPr lang="en-GB" sz="2400" b="1" dirty="0"/>
                        <a:t>TypeScript</a:t>
                      </a:r>
                    </a:p>
                    <a:p>
                      <a:pPr marL="268288" indent="-268288">
                        <a:buFont typeface="Arial" panose="020B0604020202020204" pitchFamily="34" charset="0"/>
                        <a:buChar char="•"/>
                      </a:pPr>
                      <a:r>
                        <a:rPr lang="en-GB" sz="2400" dirty="0"/>
                        <a:t>C</a:t>
                      </a:r>
                    </a:p>
                    <a:p>
                      <a:pPr marL="268288" indent="-268288">
                        <a:buFont typeface="Arial" panose="020B0604020202020204" pitchFamily="34" charset="0"/>
                        <a:buChar char="•"/>
                      </a:pPr>
                      <a:r>
                        <a:rPr lang="en-GB" sz="2400" dirty="0"/>
                        <a:t>Rust</a:t>
                      </a:r>
                    </a:p>
                    <a:p>
                      <a:pPr marL="268288" indent="-268288">
                        <a:buFont typeface="Arial" panose="020B0604020202020204" pitchFamily="34" charset="0"/>
                        <a:buChar char="•"/>
                      </a:pPr>
                      <a:r>
                        <a:rPr lang="en-GB" sz="2400" u="sng" dirty="0"/>
                        <a:t>Java</a:t>
                      </a:r>
                    </a:p>
                    <a:p>
                      <a:pPr marL="268288" indent="-268288">
                        <a:buFont typeface="Arial" panose="020B0604020202020204" pitchFamily="34" charset="0"/>
                        <a:buChar char="•"/>
                      </a:pPr>
                      <a:r>
                        <a:rPr lang="en-GB" sz="2400" u="sng" dirty="0"/>
                        <a:t>Swift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2400" dirty="0"/>
                        <a:t>etc.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373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1" dirty="0"/>
                        <a:t>Dynamic Typing</a:t>
                      </a:r>
                      <a:endParaRPr lang="en-GB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/>
                        <a:t>During</a:t>
                      </a:r>
                      <a:r>
                        <a:rPr lang="en-GB" sz="2400" dirty="0"/>
                        <a:t> the code execution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8288" indent="-268288">
                        <a:buFont typeface="Arial" panose="020B0604020202020204" pitchFamily="34" charset="0"/>
                        <a:buChar char="•"/>
                      </a:pPr>
                      <a:r>
                        <a:rPr lang="en-GB" sz="2400" b="1" dirty="0"/>
                        <a:t>Ruby</a:t>
                      </a:r>
                    </a:p>
                    <a:p>
                      <a:pPr marL="268288" indent="-268288">
                        <a:buFont typeface="Arial" panose="020B0604020202020204" pitchFamily="34" charset="0"/>
                        <a:buChar char="•"/>
                      </a:pPr>
                      <a:r>
                        <a:rPr lang="en-GB" sz="2400" dirty="0"/>
                        <a:t>JaveScript</a:t>
                      </a:r>
                    </a:p>
                    <a:p>
                      <a:pPr marL="268288" indent="-268288">
                        <a:buFont typeface="Arial" panose="020B0604020202020204" pitchFamily="34" charset="0"/>
                        <a:buChar char="•"/>
                      </a:pPr>
                      <a:r>
                        <a:rPr lang="en-GB" sz="2400" u="sng" dirty="0"/>
                        <a:t>Java</a:t>
                      </a:r>
                    </a:p>
                    <a:p>
                      <a:pPr marL="268288" indent="-268288">
                        <a:buFont typeface="Arial" panose="020B0604020202020204" pitchFamily="34" charset="0"/>
                        <a:buChar char="•"/>
                      </a:pPr>
                      <a:r>
                        <a:rPr lang="en-GB" sz="2400" u="sng" dirty="0"/>
                        <a:t>Swift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2400" dirty="0"/>
                        <a:t>etc.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872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1241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/>
              <a:t>2. </a:t>
            </a:r>
            <a:r>
              <a:rPr lang="en-GB" altLang="ja-JP" b="1" dirty="0">
                <a:sym typeface="Arial"/>
              </a:rPr>
              <a:t>The Typing Ecosystem</a:t>
            </a:r>
            <a:endParaRPr lang="en-GB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BA96A3-7E82-B55B-714D-46245AC0C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F8F045-4173-E44F-20BC-716EF613B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6C332605-6701-C435-F3CC-963D91972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buNone/>
            </a:pPr>
            <a:r>
              <a:rPr lang="en-GB" altLang="ja-JP" sz="2800" b="1" dirty="0"/>
              <a:t>Ruby</a:t>
            </a:r>
          </a:p>
          <a:p>
            <a:pPr marL="0" lvl="1" indent="0">
              <a:buNone/>
            </a:pPr>
            <a:endParaRPr lang="en-GB" altLang="ja-JP" dirty="0"/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559CF1DB-8536-9215-04A2-7823F42B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/>
              <a:t>2. </a:t>
            </a:r>
            <a:r>
              <a:rPr lang="en-GB" altLang="ja-JP" b="1" dirty="0">
                <a:sym typeface="Arial"/>
              </a:rPr>
              <a:t>The Typing Ecosystem</a:t>
            </a:r>
            <a:endParaRPr lang="en-GB" b="1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AEDD40-31FA-7595-34A4-C69FB979F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13</a:t>
            </a:fld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89285C-57E7-00A4-91D4-EBE99A90E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447997"/>
              </p:ext>
            </p:extLst>
          </p:nvPr>
        </p:nvGraphicFramePr>
        <p:xfrm>
          <a:off x="838200" y="2259043"/>
          <a:ext cx="10515600" cy="408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020">
                  <a:extLst>
                    <a:ext uri="{9D8B030D-6E8A-4147-A177-3AD203B41FA5}">
                      <a16:colId xmlns:a16="http://schemas.microsoft.com/office/drawing/2014/main" val="30265000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255324519"/>
                    </a:ext>
                  </a:extLst>
                </a:gridCol>
                <a:gridCol w="6492380">
                  <a:extLst>
                    <a:ext uri="{9D8B030D-6E8A-4147-A177-3AD203B41FA5}">
                      <a16:colId xmlns:a16="http://schemas.microsoft.com/office/drawing/2014/main" val="3942744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Gem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408917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GB" sz="2000" b="1" dirty="0"/>
                        <a:t>RBS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hlinkClick r:id="rId4"/>
                        </a:rPr>
                        <a:t>RBS</a:t>
                      </a:r>
                      <a:r>
                        <a:rPr lang="en-GB" sz="2000" dirty="0"/>
                        <a:t>(Ruby Signature)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An official gem of which language to describe the structure of Ruby programs. Not DSL of Ruby but another language.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94801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hlinkClick r:id="rId5"/>
                        </a:rPr>
                        <a:t>Steep</a:t>
                      </a:r>
                      <a:endParaRPr lang="en-GB" sz="2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Checks types according to definitions on RBS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60503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hlinkClick r:id="rId6"/>
                        </a:rPr>
                        <a:t>TypeProf</a:t>
                      </a:r>
                      <a:endParaRPr lang="en-GB" sz="2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Infers definitions in RBS according to Ruby codes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287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hlinkClick r:id="rId7"/>
                        </a:rPr>
                        <a:t>rbs-inline</a:t>
                      </a:r>
                      <a:endParaRPr lang="en-GB" sz="2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Generates RBS by inline comments on Ruby codes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380894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GB" sz="2000" b="1" dirty="0"/>
                        <a:t>RBI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hlinkClick r:id="rId8"/>
                        </a:rPr>
                        <a:t>RBI</a:t>
                      </a:r>
                      <a:r>
                        <a:rPr lang="en-GB" sz="2000" dirty="0"/>
                        <a:t>(Ruby Interface)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Provides a Ruby API to compose Ruby I/F files for Sorbet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82086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hlinkClick r:id="rId9"/>
                        </a:rPr>
                        <a:t>Sorbet</a:t>
                      </a:r>
                      <a:endParaRPr lang="en-GB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Provides existing Ruby codes with gradual typing and quick response with errors and suggestions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5042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hlinkClick r:id="rId10"/>
                        </a:rPr>
                        <a:t>Tapioca</a:t>
                      </a:r>
                      <a:endParaRPr lang="en-GB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Compiles RBI files via not just Ruby source codes but Gems, Rails and other DSLs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403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97114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6639BB-9E5F-DC10-7E54-238E16C3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7B4FC0C4-A474-03AB-EC7D-5819CCCF6B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026" y="3043050"/>
            <a:ext cx="4375435" cy="304735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12144C3-6636-ED48-D16F-4EF7081015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13" y="3043050"/>
            <a:ext cx="3116797" cy="3246336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D22F6EF9-A788-E42B-A075-A77709881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buNone/>
            </a:pPr>
            <a:r>
              <a:rPr lang="en-GB" altLang="ja-JP" sz="2800" b="1" dirty="0"/>
              <a:t>Ruby: RBS + Steep</a:t>
            </a:r>
            <a:endParaRPr lang="en-GB" altLang="ja-JP" b="1" dirty="0"/>
          </a:p>
          <a:p>
            <a:pPr marL="0" lvl="1" indent="0">
              <a:buNone/>
            </a:pPr>
            <a:r>
              <a:rPr lang="en-GB" altLang="ja-JP" dirty="0"/>
              <a:t>e.g. RBS + Steep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7EABE2B7-2ECA-7BD9-1832-C813BFF9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/>
              <a:t>2. </a:t>
            </a:r>
            <a:r>
              <a:rPr lang="en-GB" altLang="ja-JP" b="1" dirty="0">
                <a:sym typeface="Arial"/>
              </a:rPr>
              <a:t>The Typing Ecosystem</a:t>
            </a:r>
            <a:endParaRPr lang="en-GB" b="1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3C934C-8B71-7E5D-00A1-2F513EEA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14</a:t>
            </a:fld>
            <a:endParaRPr lang="en-GB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BC3B9BF-81BC-C3E1-5EE7-058B5F8F54ED}"/>
              </a:ext>
            </a:extLst>
          </p:cNvPr>
          <p:cNvCxnSpPr>
            <a:cxnSpLocks/>
          </p:cNvCxnSpPr>
          <p:nvPr/>
        </p:nvCxnSpPr>
        <p:spPr>
          <a:xfrm>
            <a:off x="3932463" y="3858929"/>
            <a:ext cx="310392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60DF60-2879-8A1D-9C6C-62A82E227A5B}"/>
              </a:ext>
            </a:extLst>
          </p:cNvPr>
          <p:cNvCxnSpPr>
            <a:cxnSpLocks/>
          </p:cNvCxnSpPr>
          <p:nvPr/>
        </p:nvCxnSpPr>
        <p:spPr>
          <a:xfrm flipH="1">
            <a:off x="3932463" y="5526176"/>
            <a:ext cx="307456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62827CB-9B73-3629-FF86-5BB829B7DAE1}"/>
              </a:ext>
            </a:extLst>
          </p:cNvPr>
          <p:cNvSpPr txBox="1"/>
          <p:nvPr/>
        </p:nvSpPr>
        <p:spPr>
          <a:xfrm>
            <a:off x="838200" y="2673119"/>
            <a:ext cx="1187042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person.rb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9364EB-DB03-C27F-F27E-02B2BDAE420D}"/>
              </a:ext>
            </a:extLst>
          </p:cNvPr>
          <p:cNvSpPr txBox="1"/>
          <p:nvPr/>
        </p:nvSpPr>
        <p:spPr>
          <a:xfrm>
            <a:off x="7007026" y="2673119"/>
            <a:ext cx="1536584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sig/person.rbs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29EF41-D903-BCD6-BC1C-A750BE8358EE}"/>
              </a:ext>
            </a:extLst>
          </p:cNvPr>
          <p:cNvSpPr txBox="1"/>
          <p:nvPr/>
        </p:nvSpPr>
        <p:spPr>
          <a:xfrm>
            <a:off x="4014546" y="4368941"/>
            <a:ext cx="2929155" cy="107721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$ steep check</a:t>
            </a:r>
          </a:p>
          <a:p>
            <a:r>
              <a:rPr lang="en-GB" sz="1600" dirty="0">
                <a:solidFill>
                  <a:schemeClr val="bg1"/>
                </a:solidFill>
              </a:rPr>
              <a:t># Type checking files:</a:t>
            </a:r>
          </a:p>
          <a:p>
            <a:r>
              <a:rPr lang="en-GB" sz="1600" dirty="0">
                <a:solidFill>
                  <a:schemeClr val="bg1"/>
                </a:solidFill>
              </a:rPr>
              <a:t>...</a:t>
            </a:r>
          </a:p>
          <a:p>
            <a:r>
              <a:rPr lang="en-GB" sz="1600" dirty="0">
                <a:solidFill>
                  <a:schemeClr val="bg1"/>
                </a:solidFill>
              </a:rPr>
              <a:t>No type error detected. 🫖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628E6F-7E81-29F2-87AA-D25D3FF57153}"/>
              </a:ext>
            </a:extLst>
          </p:cNvPr>
          <p:cNvSpPr txBox="1"/>
          <p:nvPr/>
        </p:nvSpPr>
        <p:spPr>
          <a:xfrm>
            <a:off x="4025028" y="3451122"/>
            <a:ext cx="2929155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$ rbs prototype rb person.rb</a:t>
            </a:r>
          </a:p>
        </p:txBody>
      </p:sp>
    </p:spTree>
    <p:extLst>
      <p:ext uri="{BB962C8B-B14F-4D97-AF65-F5344CB8AC3E}">
        <p14:creationId xmlns:p14="http://schemas.microsoft.com/office/powerpoint/2010/main" val="4593015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1234F-9182-DF7D-7E1C-AD3CC8494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DC78ABBF-D63D-20F1-4018-F133712E9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buNone/>
            </a:pPr>
            <a:r>
              <a:rPr lang="en-GB" altLang="ja-JP" sz="2800" b="1" dirty="0"/>
              <a:t>Ruby: RBS + Steep</a:t>
            </a:r>
            <a:endParaRPr lang="en-GB" altLang="ja-JP" b="1" dirty="0"/>
          </a:p>
          <a:p>
            <a:pPr marL="0" lvl="1" indent="0">
              <a:buNone/>
            </a:pPr>
            <a:r>
              <a:rPr lang="en-GB" altLang="ja-JP" dirty="0"/>
              <a:t>e.g. rbs-inline + Steep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77B1ECC9-7C6D-C32C-B505-FD7D9336A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/>
              <a:t>2. </a:t>
            </a:r>
            <a:r>
              <a:rPr lang="en-GB" altLang="ja-JP" b="1" dirty="0">
                <a:sym typeface="Arial"/>
              </a:rPr>
              <a:t>The Typing Ecosystem</a:t>
            </a:r>
            <a:endParaRPr lang="en-GB" b="1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09ECF6-9074-8224-18BC-E21F2432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15</a:t>
            </a:fld>
            <a:endParaRPr lang="en-GB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3492B79-9AC4-6D1C-33AF-B816A81B09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0" y="3047240"/>
            <a:ext cx="3105460" cy="3357254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10DDFAD-A324-6912-7D4F-6FFB62913848}"/>
              </a:ext>
            </a:extLst>
          </p:cNvPr>
          <p:cNvCxnSpPr>
            <a:cxnSpLocks/>
          </p:cNvCxnSpPr>
          <p:nvPr/>
        </p:nvCxnSpPr>
        <p:spPr>
          <a:xfrm>
            <a:off x="3932463" y="3863119"/>
            <a:ext cx="310392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2AB5229-CBE1-BEA7-63D0-32622BCC1B3D}"/>
              </a:ext>
            </a:extLst>
          </p:cNvPr>
          <p:cNvSpPr txBox="1"/>
          <p:nvPr/>
        </p:nvSpPr>
        <p:spPr>
          <a:xfrm>
            <a:off x="849950" y="2677908"/>
            <a:ext cx="1187042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person.rb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C678E0-7C05-F05E-1D34-E540BBC1833A}"/>
              </a:ext>
            </a:extLst>
          </p:cNvPr>
          <p:cNvSpPr txBox="1"/>
          <p:nvPr/>
        </p:nvSpPr>
        <p:spPr>
          <a:xfrm>
            <a:off x="7002837" y="2677908"/>
            <a:ext cx="2611774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sig/generated/person.rbs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539695-C39D-939D-996F-4285F7F30D63}"/>
              </a:ext>
            </a:extLst>
          </p:cNvPr>
          <p:cNvSpPr txBox="1"/>
          <p:nvPr/>
        </p:nvSpPr>
        <p:spPr>
          <a:xfrm>
            <a:off x="4023926" y="3056986"/>
            <a:ext cx="2929155" cy="73866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$ rbs-inline --output person.rb</a:t>
            </a:r>
          </a:p>
          <a:p>
            <a:r>
              <a:rPr lang="en-GB" sz="1400" dirty="0">
                <a:solidFill>
                  <a:schemeClr val="bg1"/>
                </a:solidFill>
              </a:rPr>
              <a:t>🎉 Generated 1 RBS files under sig/generated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4B315B-AE2E-0E7B-5125-095207930463}"/>
              </a:ext>
            </a:extLst>
          </p:cNvPr>
          <p:cNvSpPr txBox="1"/>
          <p:nvPr/>
        </p:nvSpPr>
        <p:spPr>
          <a:xfrm>
            <a:off x="4014546" y="4373131"/>
            <a:ext cx="2929155" cy="107721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$ steep check</a:t>
            </a:r>
          </a:p>
          <a:p>
            <a:r>
              <a:rPr lang="en-GB" sz="1600" dirty="0">
                <a:solidFill>
                  <a:schemeClr val="bg1"/>
                </a:solidFill>
              </a:rPr>
              <a:t># Type checking files:</a:t>
            </a:r>
          </a:p>
          <a:p>
            <a:r>
              <a:rPr lang="en-GB" sz="1600" dirty="0">
                <a:solidFill>
                  <a:schemeClr val="bg1"/>
                </a:solidFill>
              </a:rPr>
              <a:t>...</a:t>
            </a:r>
          </a:p>
          <a:p>
            <a:r>
              <a:rPr lang="en-GB" sz="1600" dirty="0">
                <a:solidFill>
                  <a:schemeClr val="bg1"/>
                </a:solidFill>
              </a:rPr>
              <a:t>No type error detected. 🫖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A2A0901-208E-D4A8-7815-EAE022890C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837" y="3047240"/>
            <a:ext cx="4382102" cy="2862793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C87915F-827C-780D-E496-6A5C18C9121E}"/>
              </a:ext>
            </a:extLst>
          </p:cNvPr>
          <p:cNvCxnSpPr>
            <a:cxnSpLocks/>
          </p:cNvCxnSpPr>
          <p:nvPr/>
        </p:nvCxnSpPr>
        <p:spPr>
          <a:xfrm flipH="1">
            <a:off x="3932463" y="5530366"/>
            <a:ext cx="307456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692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8FA3FA-51E9-C6BA-7316-A714673AB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D03B6CAF-01FA-33B0-8ABF-38E75ABC7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buNone/>
            </a:pPr>
            <a:r>
              <a:rPr lang="en-GB" altLang="ja-JP" sz="2800" b="1" dirty="0"/>
              <a:t>TypeScript</a:t>
            </a:r>
          </a:p>
          <a:p>
            <a:pPr marL="0" lvl="1" indent="0">
              <a:buNone/>
            </a:pPr>
            <a:r>
              <a:rPr lang="en-GB" altLang="ja-JP" dirty="0"/>
              <a:t>On one hand, Ruby has not embraced another ecosystem than RBS yet in order to keep backward compatibility in terms of its syntax.</a:t>
            </a:r>
          </a:p>
          <a:p>
            <a:pPr marL="0" lvl="1" indent="0">
              <a:buNone/>
            </a:pPr>
            <a:r>
              <a:rPr lang="en-GB" altLang="ja-JP" dirty="0"/>
              <a:t>On the other hand, TypeScript dynamically changed JavaScript's ecosystem by introducing </a:t>
            </a:r>
            <a:r>
              <a:rPr lang="en-GB" altLang="ja-JP" dirty="0">
                <a:hlinkClick r:id="rId4"/>
              </a:rPr>
              <a:t>Generics</a:t>
            </a:r>
            <a:r>
              <a:rPr lang="en-GB" altLang="ja-JP" dirty="0"/>
              <a:t>, </a:t>
            </a:r>
            <a:r>
              <a:rPr lang="en-GB" altLang="ja-JP" dirty="0">
                <a:hlinkClick r:id="rId5"/>
              </a:rPr>
              <a:t>Object Types</a:t>
            </a:r>
            <a:r>
              <a:rPr lang="en-GB" altLang="ja-JP" dirty="0"/>
              <a:t> and </a:t>
            </a:r>
            <a:r>
              <a:rPr lang="en-GB" altLang="ja-JP" dirty="0">
                <a:hlinkClick r:id="rId6"/>
              </a:rPr>
              <a:t>Interfaces</a:t>
            </a:r>
            <a:r>
              <a:rPr lang="en-GB" altLang="ja-JP" dirty="0"/>
              <a:t>.</a:t>
            </a:r>
          </a:p>
          <a:p>
            <a:pPr marL="0" lvl="1" indent="0">
              <a:buNone/>
            </a:pPr>
            <a:r>
              <a:rPr lang="en-GB" altLang="ja-JP" dirty="0"/>
              <a:t>The drastic update broke an implicit assumption that we must introduce type check </a:t>
            </a:r>
            <a:r>
              <a:rPr lang="en-GB" altLang="ja-JP" b="1" dirty="0"/>
              <a:t>without making any differences in existing code</a:t>
            </a:r>
            <a:r>
              <a:rPr lang="en-GB" altLang="ja-JP" dirty="0"/>
              <a:t>, mentioned Mr. Sotaro Matsumoto(</a:t>
            </a:r>
            <a:r>
              <a:rPr lang="en-GB" altLang="ja-JP" dirty="0">
                <a:hlinkClick r:id="rId7"/>
              </a:rPr>
              <a:t>@sotaro</a:t>
            </a:r>
            <a:r>
              <a:rPr lang="en-GB" altLang="ja-JP" dirty="0"/>
              <a:t>), a Ruby Committer, in </a:t>
            </a:r>
            <a:r>
              <a:rPr lang="en-GB" altLang="ja-JP" dirty="0">
                <a:hlinkClick r:id="rId8"/>
              </a:rPr>
              <a:t>a blog article</a:t>
            </a:r>
            <a:r>
              <a:rPr lang="en-GB" altLang="ja-JP" dirty="0"/>
              <a:t>.</a:t>
            </a:r>
          </a:p>
          <a:p>
            <a:pPr marL="0" lvl="1" indent="0">
              <a:buNone/>
            </a:pPr>
            <a:r>
              <a:rPr lang="en-GB" altLang="ja-JP" dirty="0"/>
              <a:t>He also referred to the fact that it was because JavaScript had already been well-organised in terms of </a:t>
            </a:r>
            <a:r>
              <a:rPr lang="en-GB" altLang="ja-JP" b="1" dirty="0"/>
              <a:t>its rich libraries and development environment with high functionality, which made it possible to change existing JavaScript codebase to that of TypeScript</a:t>
            </a:r>
            <a:r>
              <a:rPr lang="en-GB" altLang="ja-JP" dirty="0"/>
              <a:t>.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A3E64789-CFA9-A0C2-B83D-DFCCED5B4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/>
              <a:t>2. </a:t>
            </a:r>
            <a:r>
              <a:rPr lang="en-GB" altLang="ja-JP" b="1" dirty="0">
                <a:sym typeface="Arial"/>
              </a:rPr>
              <a:t>The Typing Ecosystem</a:t>
            </a:r>
            <a:endParaRPr lang="en-GB" b="1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64A052-CF5F-CF3F-14F9-9413809E8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3633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b="1" dirty="0"/>
              <a:t>3. The Typing Philosophy</a:t>
            </a:r>
            <a:endParaRPr lang="en-GB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2A29F8-108F-EB22-21AD-5AAB6F5DF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934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6596B-8DDC-2CE4-7F0C-3C4AAFA12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C10F4EF7-B975-1EF7-D909-73A93F3E9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1" indent="0">
              <a:buNone/>
            </a:pPr>
            <a:r>
              <a:rPr lang="en-GB" altLang="ja-JP" sz="2800" b="1" dirty="0"/>
              <a:t>Ruby</a:t>
            </a:r>
          </a:p>
          <a:p>
            <a:pPr marL="0" lvl="1" indent="0">
              <a:buNone/>
            </a:pPr>
            <a:r>
              <a:rPr lang="en-GB" altLang="ja-JP" dirty="0"/>
              <a:t>In </a:t>
            </a:r>
            <a:r>
              <a:rPr lang="en-GB" altLang="ja-JP" dirty="0">
                <a:hlinkClick r:id="rId4"/>
              </a:rPr>
              <a:t>a blog article</a:t>
            </a:r>
            <a:r>
              <a:rPr lang="en-GB" altLang="ja-JP" dirty="0"/>
              <a:t> posted by a Developer Advocate at Heroku </a:t>
            </a:r>
            <a:r>
              <a:rPr lang="en-GB" altLang="ja-JP" dirty="0">
                <a:hlinkClick r:id="rId5"/>
              </a:rPr>
              <a:t>Mr. Jonan Scheffler</a:t>
            </a:r>
            <a:r>
              <a:rPr lang="en-GB" altLang="ja-JP" dirty="0"/>
              <a:t>, the creator of Ruby Mr. Yukihiro Matsumoto, generally called Matz, mentioned the introduction of static typing to Ruby as follows.</a:t>
            </a:r>
          </a:p>
          <a:p>
            <a:pPr marL="0" lvl="1" indent="0">
              <a:buNone/>
            </a:pPr>
            <a:r>
              <a:rPr lang="en-GB" altLang="ja-JP" dirty="0"/>
              <a:t>It proves his philosophy of Ruby which </a:t>
            </a:r>
            <a:r>
              <a:rPr lang="en-GB" altLang="ja-JP" b="1" dirty="0"/>
              <a:t>thinks highly of rich coding experience leading to developer's happiness and backward compatibilities</a:t>
            </a:r>
            <a:r>
              <a:rPr lang="en-GB" altLang="ja-JP" dirty="0"/>
              <a:t>.</a:t>
            </a:r>
          </a:p>
          <a:p>
            <a:pPr marL="0" lvl="1" indent="0">
              <a:buNone/>
            </a:pPr>
            <a:endParaRPr lang="en-GB" altLang="ja-JP" dirty="0"/>
          </a:p>
          <a:p>
            <a:pPr marL="0" lvl="1" indent="0">
              <a:buNone/>
            </a:pPr>
            <a:r>
              <a:rPr lang="en-GB" altLang="ja-JP" dirty="0"/>
              <a:t>Jonan) </a:t>
            </a:r>
            <a:r>
              <a:rPr lang="en-GB" altLang="ja-JP" i="1" dirty="0"/>
              <a:t>So, along with the JIT, you've also talked about some type changes to coming to Ruby 3 and the optional static types. Can you tell us about that?</a:t>
            </a:r>
          </a:p>
          <a:p>
            <a:pPr marL="0" lvl="1" indent="0">
              <a:buNone/>
            </a:pPr>
            <a:r>
              <a:rPr lang="en-GB" altLang="ja-JP" dirty="0"/>
              <a:t>Matz) </a:t>
            </a:r>
            <a:r>
              <a:rPr lang="en-GB" altLang="ja-JP" i="1" dirty="0"/>
              <a:t>Yeah, the third major goal of the Ruby 3 is adding some kind of static typing while </a:t>
            </a:r>
            <a:r>
              <a:rPr lang="en-GB" altLang="ja-JP" b="1" i="1" dirty="0"/>
              <a:t>keeping the duck typing</a:t>
            </a:r>
            <a:r>
              <a:rPr lang="en-GB" altLang="ja-JP" i="1" dirty="0"/>
              <a:t>, so some kind of structure for soft-typing or something like that. The main goal of the type system is to </a:t>
            </a:r>
            <a:r>
              <a:rPr lang="en-GB" altLang="ja-JP" b="1" i="1" dirty="0"/>
              <a:t>detect errors early</a:t>
            </a:r>
            <a:r>
              <a:rPr lang="en-GB" altLang="ja-JP" i="1" dirty="0"/>
              <a:t>. So adding this kind of </a:t>
            </a:r>
            <a:r>
              <a:rPr lang="en-GB" altLang="ja-JP" b="1" i="1" dirty="0"/>
              <a:t>static type check or type interfaces does not affect runtime</a:t>
            </a:r>
            <a:r>
              <a:rPr lang="en-GB" altLang="ja-JP" i="1" dirty="0"/>
              <a:t>.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809FDF2B-0991-D98E-B8F3-E8EF37699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b="1" dirty="0"/>
              <a:t>3. The Typing Philosophy</a:t>
            </a:r>
            <a:endParaRPr lang="en-GB" b="1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DF98AD-761D-43D4-488D-5E8B1B27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0340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9DF23A-5C62-CA17-0697-524364A19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E1E5C33D-C9FF-9E60-B349-10354FD39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1" indent="0">
              <a:buNone/>
            </a:pPr>
            <a:r>
              <a:rPr lang="en-GB" altLang="ja-JP" sz="2800" b="1" dirty="0"/>
              <a:t>Ruby</a:t>
            </a:r>
          </a:p>
          <a:p>
            <a:pPr marL="0" lvl="1" indent="0">
              <a:buNone/>
            </a:pPr>
            <a:r>
              <a:rPr lang="en-GB" altLang="ja-JP" dirty="0"/>
              <a:t>In fact, </a:t>
            </a:r>
            <a:r>
              <a:rPr lang="en-GB" altLang="ja-JP" dirty="0">
                <a:hlinkClick r:id="rId4"/>
              </a:rPr>
              <a:t>RBS</a:t>
            </a:r>
            <a:r>
              <a:rPr lang="en-GB" altLang="ja-JP" dirty="0"/>
              <a:t> is independent ecosystem of Ruby itself and the signature is a different language from it.</a:t>
            </a:r>
          </a:p>
          <a:p>
            <a:pPr marL="0" lvl="1" indent="0">
              <a:buNone/>
            </a:pPr>
            <a:r>
              <a:rPr lang="en-GB" altLang="ja-JP" dirty="0"/>
              <a:t>`xxx.rbs` is separate from the corresponding `xxx.rb` and </a:t>
            </a:r>
            <a:r>
              <a:rPr lang="en-GB" altLang="ja-JP" dirty="0">
                <a:hlinkClick r:id="rId5"/>
              </a:rPr>
              <a:t>rbs-inline</a:t>
            </a:r>
            <a:r>
              <a:rPr lang="en-GB" altLang="ja-JP" dirty="0"/>
              <a:t> treats type definitions as comment so does not affect existing Ruby codes while it provides more meanings than semantic description.</a:t>
            </a:r>
          </a:p>
          <a:p>
            <a:pPr marL="0" lvl="1" indent="0">
              <a:buNone/>
            </a:pPr>
            <a:endParaRPr lang="en-GB" altLang="ja-JP" dirty="0"/>
          </a:p>
          <a:p>
            <a:pPr marL="0" lvl="1" indent="0">
              <a:buNone/>
            </a:pPr>
            <a:r>
              <a:rPr lang="en-GB" altLang="ja-JP" dirty="0"/>
              <a:t>In my opinion, the concept of </a:t>
            </a:r>
            <a:r>
              <a:rPr lang="en-GB" altLang="ja-JP" dirty="0">
                <a:hlinkClick r:id="rId5"/>
              </a:rPr>
              <a:t>rbs-inline</a:t>
            </a:r>
            <a:r>
              <a:rPr lang="en-GB" altLang="ja-JP" dirty="0"/>
              <a:t> is very developer-friendly as follows.</a:t>
            </a:r>
          </a:p>
          <a:p>
            <a:pPr marL="268288" lvl="1" indent="-268288"/>
            <a:r>
              <a:rPr lang="en-GB" altLang="ja-JP" dirty="0"/>
              <a:t>Static typing plays a role in a document</a:t>
            </a:r>
          </a:p>
          <a:p>
            <a:pPr marL="268288" lvl="1" indent="-268288"/>
            <a:r>
              <a:rPr lang="en-GB" altLang="ja-JP" dirty="0"/>
              <a:t>The type of return value should be articulated especially on an app used as a web API</a:t>
            </a:r>
          </a:p>
          <a:p>
            <a:pPr marL="268288" lvl="1" indent="-268288"/>
            <a:r>
              <a:rPr lang="en-GB" altLang="ja-JP" dirty="0"/>
              <a:t>Inline comments of </a:t>
            </a:r>
            <a:r>
              <a:rPr lang="en-GB" altLang="ja-JP" dirty="0">
                <a:hlinkClick r:id="rId5"/>
              </a:rPr>
              <a:t>rbs-inline</a:t>
            </a:r>
            <a:r>
              <a:rPr lang="en-GB" altLang="ja-JP" dirty="0"/>
              <a:t> is literally "get two for the price of one"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89A39872-F648-3637-31A0-E8FD8CCCD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b="1" dirty="0"/>
              <a:t>3. The Typing Philosophy</a:t>
            </a:r>
            <a:endParaRPr lang="en-GB" b="1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2333DA-6EAD-3BE2-F2D4-489A249B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7894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6E261C-E270-3820-230E-151A9F69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716B2FF8-F7BB-9506-5585-8BE2DA711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buNone/>
            </a:pPr>
            <a:r>
              <a:rPr lang="en-GB" altLang="ja-JP" sz="2800" b="1" dirty="0"/>
              <a:t>TypeScript</a:t>
            </a:r>
          </a:p>
          <a:p>
            <a:pPr marL="0" lvl="1" indent="0">
              <a:buNone/>
            </a:pPr>
            <a:r>
              <a:rPr lang="en-GB" altLang="ja-JP" dirty="0"/>
              <a:t>On p.3 of his book</a:t>
            </a:r>
            <a:r>
              <a:rPr lang="ja-JP" altLang="en-US" i="1" dirty="0"/>
              <a:t>型システムのしくみ </a:t>
            </a:r>
            <a:r>
              <a:rPr lang="en-GB" altLang="ja-JP" i="1" dirty="0"/>
              <a:t>- TypeScript </a:t>
            </a:r>
            <a:r>
              <a:rPr lang="ja-JP" altLang="en-US" i="1" dirty="0"/>
              <a:t>で実装しながら学ぶ型とプログラミング言語</a:t>
            </a:r>
            <a:r>
              <a:rPr lang="en-GB" altLang="ja-JP" dirty="0"/>
              <a:t>, Mr. Yusuke Endo, a Ruby committer, mentions the philosophy that TypeScript focuses only on detection of undesirable behaviours as long as </a:t>
            </a:r>
            <a:r>
              <a:rPr lang="en-GB" altLang="ja-JP" b="1" dirty="0"/>
              <a:t>it is reasonable and does not drastically change the traditional JavaScript coding experiences</a:t>
            </a:r>
            <a:r>
              <a:rPr lang="en-GB" altLang="ja-JP" dirty="0"/>
              <a:t>.</a:t>
            </a:r>
          </a:p>
          <a:p>
            <a:pPr marL="0" lvl="1" indent="0">
              <a:buNone/>
            </a:pPr>
            <a:r>
              <a:rPr lang="en-GB" altLang="ja-JP" dirty="0"/>
              <a:t>For example, Both of afterword variable definition below raise no error in type checking, but the latter raises </a:t>
            </a:r>
            <a:r>
              <a:rPr lang="en-GB" altLang="ja-JP" b="1" dirty="0"/>
              <a:t>ReferenceError</a:t>
            </a:r>
            <a:r>
              <a:rPr lang="en-GB" altLang="ja-JP" dirty="0"/>
              <a:t> in execution.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C883D8CA-C022-33A2-2AF8-7763E1B72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b="1" dirty="0"/>
              <a:t>3. The Typing Philosophy</a:t>
            </a:r>
            <a:endParaRPr lang="en-GB" b="1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762DCD-9B5E-7B8C-089E-EA9E2CA9C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28736C-C85D-1492-56C7-D0A29C4608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261899"/>
            <a:ext cx="2814610" cy="915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2CCD49-CE11-5C10-2A6A-2F40EFEBB64F}"/>
              </a:ext>
            </a:extLst>
          </p:cNvPr>
          <p:cNvSpPr txBox="1"/>
          <p:nvPr/>
        </p:nvSpPr>
        <p:spPr>
          <a:xfrm>
            <a:off x="838199" y="4892567"/>
            <a:ext cx="1187042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a.ts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749D0E-709F-9D40-34A4-C837C8383B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152" y="5261899"/>
            <a:ext cx="2893406" cy="9150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5A5E0C-A84E-9961-21EC-2FC5C2A0802E}"/>
              </a:ext>
            </a:extLst>
          </p:cNvPr>
          <p:cNvSpPr txBox="1"/>
          <p:nvPr/>
        </p:nvSpPr>
        <p:spPr>
          <a:xfrm>
            <a:off x="3770151" y="4892567"/>
            <a:ext cx="1187042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b.ts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6524F4-9FF3-CA99-AB48-3ECD749B80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899" y="4724292"/>
            <a:ext cx="4572900" cy="1448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11F59D-01C1-4E08-1DF2-0C5983D15E5C}"/>
              </a:ext>
            </a:extLst>
          </p:cNvPr>
          <p:cNvSpPr txBox="1"/>
          <p:nvPr/>
        </p:nvSpPr>
        <p:spPr>
          <a:xfrm>
            <a:off x="10161863" y="4416513"/>
            <a:ext cx="1187042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WSL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6A4137-3135-75D8-7179-7AB3F8D4680F}"/>
              </a:ext>
            </a:extLst>
          </p:cNvPr>
          <p:cNvSpPr/>
          <p:nvPr/>
        </p:nvSpPr>
        <p:spPr>
          <a:xfrm>
            <a:off x="6780901" y="4728486"/>
            <a:ext cx="2941939" cy="1279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17680C-9C84-C80E-DB0B-D8BC330A31E1}"/>
              </a:ext>
            </a:extLst>
          </p:cNvPr>
          <p:cNvSpPr/>
          <p:nvPr/>
        </p:nvSpPr>
        <p:spPr>
          <a:xfrm>
            <a:off x="6780900" y="4971824"/>
            <a:ext cx="2941939" cy="1279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F0111A-D40F-E7CB-2345-CAD79CE5AB94}"/>
              </a:ext>
            </a:extLst>
          </p:cNvPr>
          <p:cNvSpPr/>
          <p:nvPr/>
        </p:nvSpPr>
        <p:spPr>
          <a:xfrm>
            <a:off x="6780899" y="5189885"/>
            <a:ext cx="2941939" cy="1279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A7CCAD-7721-84EC-E9F2-1D5E2BE69A29}"/>
              </a:ext>
            </a:extLst>
          </p:cNvPr>
          <p:cNvSpPr/>
          <p:nvPr/>
        </p:nvSpPr>
        <p:spPr>
          <a:xfrm>
            <a:off x="6784394" y="5465362"/>
            <a:ext cx="2941939" cy="1279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D873E2-6AC2-02A5-1730-FCB8D71D4F8E}"/>
              </a:ext>
            </a:extLst>
          </p:cNvPr>
          <p:cNvSpPr/>
          <p:nvPr/>
        </p:nvSpPr>
        <p:spPr>
          <a:xfrm>
            <a:off x="7516335" y="4831217"/>
            <a:ext cx="1564749" cy="1279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88FC5B-8437-8837-B0CB-D0DB04B57D38}"/>
              </a:ext>
            </a:extLst>
          </p:cNvPr>
          <p:cNvSpPr/>
          <p:nvPr/>
        </p:nvSpPr>
        <p:spPr>
          <a:xfrm>
            <a:off x="7516335" y="5330427"/>
            <a:ext cx="1564749" cy="1181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264E60-E85C-5915-17B1-A746F44E8F83}"/>
              </a:ext>
            </a:extLst>
          </p:cNvPr>
          <p:cNvSpPr/>
          <p:nvPr/>
        </p:nvSpPr>
        <p:spPr>
          <a:xfrm>
            <a:off x="7744138" y="5893267"/>
            <a:ext cx="1546669" cy="1613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4DD3EC-03C1-E251-C0B2-B3C22776950E}"/>
              </a:ext>
            </a:extLst>
          </p:cNvPr>
          <p:cNvSpPr/>
          <p:nvPr/>
        </p:nvSpPr>
        <p:spPr>
          <a:xfrm>
            <a:off x="7583649" y="6016221"/>
            <a:ext cx="1546670" cy="1613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4547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067DB-4CA0-43E9-57C5-D8F10EA96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5AA071B8-4E96-2DAA-75E9-EFCBC1F91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buNone/>
            </a:pPr>
            <a:r>
              <a:rPr lang="en-GB" altLang="ja-JP" sz="2800" b="1" dirty="0"/>
              <a:t>TypeScript</a:t>
            </a:r>
          </a:p>
          <a:p>
            <a:pPr marL="0" lvl="1" indent="0">
              <a:buNone/>
            </a:pPr>
            <a:r>
              <a:rPr lang="en-GB" altLang="ja-JP" dirty="0"/>
              <a:t>This phenomenon illustrates </a:t>
            </a:r>
            <a:r>
              <a:rPr lang="en-GB" altLang="ja-JP" b="1" dirty="0"/>
              <a:t>uninitialized variables can be referred to by already defined functions</a:t>
            </a:r>
            <a:r>
              <a:rPr lang="en-GB" altLang="ja-JP" dirty="0"/>
              <a:t>.</a:t>
            </a:r>
          </a:p>
          <a:p>
            <a:pPr marL="0" lvl="1" indent="0">
              <a:buNone/>
            </a:pPr>
            <a:r>
              <a:rPr lang="en-GB" altLang="ja-JP" dirty="0"/>
              <a:t>Such a type unsafety should be detected in type-check system, but TypeScript is willing to ignore it.</a:t>
            </a:r>
          </a:p>
          <a:p>
            <a:pPr marL="0" lvl="1" indent="0">
              <a:buNone/>
            </a:pPr>
            <a:r>
              <a:rPr lang="en-GB" altLang="ja-JP" dirty="0"/>
              <a:t>Why?</a:t>
            </a:r>
          </a:p>
          <a:p>
            <a:pPr marL="0" lvl="1" indent="0">
              <a:buNone/>
            </a:pPr>
            <a:r>
              <a:rPr lang="en-GB" altLang="ja-JP" dirty="0"/>
              <a:t>According to the author, JavaScript has traditionally allowed this kind of implementation, so </a:t>
            </a:r>
            <a:r>
              <a:rPr lang="en-GB" altLang="ja-JP" b="1" dirty="0"/>
              <a:t>restriction on uninitialized variables in TypeScript can ruin of backward compatibilities with JavaScript</a:t>
            </a:r>
            <a:r>
              <a:rPr lang="en-GB" altLang="ja-JP" dirty="0"/>
              <a:t>.</a:t>
            </a:r>
          </a:p>
          <a:p>
            <a:pPr marL="0" lvl="1" indent="0">
              <a:buNone/>
            </a:pPr>
            <a:r>
              <a:rPr lang="en-GB" altLang="ja-JP" dirty="0"/>
              <a:t>It proves </a:t>
            </a:r>
            <a:r>
              <a:rPr lang="en-GB" altLang="ja-JP" b="1" dirty="0"/>
              <a:t>TypeScript values traditional coding experiences</a:t>
            </a:r>
            <a:r>
              <a:rPr lang="en-GB" altLang="ja-JP" dirty="0"/>
              <a:t> as well as Ruby.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075C72DA-A8F9-B657-6542-0C916314A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b="1" dirty="0"/>
              <a:t>3. The Typing Philosophy</a:t>
            </a:r>
            <a:endParaRPr lang="en-GB" b="1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4CF63E-1B63-5A82-93D7-FC25982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1261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b="1" dirty="0"/>
              <a:t>4. Summary</a:t>
            </a:r>
            <a:endParaRPr lang="en-GB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1FC811-482C-1F32-1355-A3CC8328E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303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/>
              <a:t>4. Summary</a:t>
            </a:r>
            <a:endParaRPr lang="en-GB" b="1" dirty="0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49EE58D-D452-4512-F877-040E586E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en-US" altLang="ja-JP" dirty="0"/>
              <a:t>Both Ruby and TypeScript try hard to guarantee traditional coding experiences by keeping backward compatibilities</a:t>
            </a:r>
          </a:p>
          <a:p>
            <a:pPr marL="268288" lvl="1" indent="-268288"/>
            <a:r>
              <a:rPr lang="en-US" altLang="ja-JP" dirty="0"/>
              <a:t>TypeScript succeeded in integration of static typing </a:t>
            </a:r>
            <a:r>
              <a:rPr lang="en-GB" altLang="ja-JP" dirty="0"/>
              <a:t>eco</a:t>
            </a:r>
            <a:r>
              <a:rPr lang="en-US" altLang="ja-JP" dirty="0"/>
              <a:t>system by dynamic introduction </a:t>
            </a:r>
            <a:r>
              <a:rPr lang="en-US" altLang="ja-JP"/>
              <a:t>of </a:t>
            </a:r>
            <a:r>
              <a:rPr lang="en-GB" altLang="ja-JP">
                <a:hlinkClick r:id="rId3"/>
              </a:rPr>
              <a:t>Generics</a:t>
            </a:r>
            <a:r>
              <a:rPr lang="en-GB" altLang="ja-JP" dirty="0"/>
              <a:t>, </a:t>
            </a:r>
            <a:r>
              <a:rPr lang="en-GB" altLang="ja-JP" dirty="0">
                <a:hlinkClick r:id="rId4"/>
              </a:rPr>
              <a:t>Object Types</a:t>
            </a:r>
            <a:r>
              <a:rPr lang="en-GB" altLang="ja-JP" dirty="0"/>
              <a:t> and </a:t>
            </a:r>
            <a:r>
              <a:rPr lang="en-GB" altLang="ja-JP" dirty="0">
                <a:hlinkClick r:id="rId5"/>
              </a:rPr>
              <a:t>Interfaces</a:t>
            </a:r>
            <a:endParaRPr lang="en-GB" altLang="ja-JP" dirty="0"/>
          </a:p>
          <a:p>
            <a:pPr marL="268288" lvl="1" indent="-268288"/>
            <a:r>
              <a:rPr lang="en-GB" altLang="ja-JP" dirty="0"/>
              <a:t>Ruby has 2 big streams of </a:t>
            </a:r>
            <a:r>
              <a:rPr lang="en-US" altLang="ja-JP" dirty="0"/>
              <a:t>static typing system, </a:t>
            </a:r>
            <a:r>
              <a:rPr lang="en-GB" dirty="0">
                <a:hlinkClick r:id="rId6"/>
              </a:rPr>
              <a:t>RBS</a:t>
            </a:r>
            <a:r>
              <a:rPr lang="en-GB" dirty="0"/>
              <a:t>(Ruby Signature) and </a:t>
            </a:r>
            <a:r>
              <a:rPr lang="en-GB" dirty="0">
                <a:hlinkClick r:id="rId7"/>
              </a:rPr>
              <a:t>RBI</a:t>
            </a:r>
            <a:r>
              <a:rPr lang="en-GB" dirty="0"/>
              <a:t>(Ruby Interface)</a:t>
            </a:r>
            <a:r>
              <a:rPr lang="en-US" dirty="0"/>
              <a:t> ecosystems. No winner of Natural Selection and Survival of the Fittest yet</a:t>
            </a:r>
          </a:p>
          <a:p>
            <a:pPr marL="268288" lvl="1" indent="-268288"/>
            <a:r>
              <a:rPr lang="en-GB" altLang="ja-JP" dirty="0"/>
              <a:t>In any case, developers can enjoy a lot more benefits by static typing than they expect, so it is highly worth of installation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960FB8-F949-B2DE-6668-516180E39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040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/>
              <a:t>5. References</a:t>
            </a:r>
            <a:endParaRPr lang="en-GB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B5BF52-01F0-59E9-DE17-29C2125C7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957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F66E1-E49F-4323-2E36-9C00DBDBD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2DCAEF-463C-7761-67D4-E52E347E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/>
              <a:t>5. References</a:t>
            </a:r>
            <a:endParaRPr lang="en-GB" b="1" dirty="0">
              <a:latin typeface="+mn-lt"/>
            </a:endParaRP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F0F8472-08C7-8730-EBE9-EC7EE75BB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1" indent="-342900">
              <a:tabLst>
                <a:tab pos="268288" algn="l"/>
              </a:tabLst>
            </a:pPr>
            <a:r>
              <a:rPr lang="ja-JP" altLang="en-US" dirty="0">
                <a:hlinkClick r:id="rId3"/>
              </a:rPr>
              <a:t>いかにして動的型付けの </a:t>
            </a:r>
            <a:r>
              <a:rPr lang="en-US" altLang="ja-JP" dirty="0">
                <a:hlinkClick r:id="rId3"/>
              </a:rPr>
              <a:t>Ruby </a:t>
            </a:r>
            <a:r>
              <a:rPr lang="ja-JP" altLang="en-US" dirty="0">
                <a:hlinkClick r:id="rId3"/>
              </a:rPr>
              <a:t>に静的な型検査を持ち込むか？ </a:t>
            </a:r>
            <a:r>
              <a:rPr lang="en-US" altLang="ja-JP" dirty="0">
                <a:hlinkClick r:id="rId3"/>
              </a:rPr>
              <a:t>Steep </a:t>
            </a:r>
            <a:r>
              <a:rPr lang="ja-JP" altLang="en-US" dirty="0">
                <a:hlinkClick r:id="rId3"/>
              </a:rPr>
              <a:t>と </a:t>
            </a:r>
            <a:r>
              <a:rPr lang="en-US" altLang="ja-JP" dirty="0">
                <a:hlinkClick r:id="rId3"/>
              </a:rPr>
              <a:t>RBS </a:t>
            </a:r>
            <a:r>
              <a:rPr lang="ja-JP" altLang="en-US" dirty="0">
                <a:hlinkClick r:id="rId3"/>
              </a:rPr>
              <a:t>が目指すもの</a:t>
            </a:r>
            <a:endParaRPr lang="en-US" altLang="ja-JP" dirty="0"/>
          </a:p>
          <a:p>
            <a:pPr marL="717550" lvl="2" indent="-260350">
              <a:tabLst>
                <a:tab pos="268288" algn="l"/>
              </a:tabLst>
            </a:pPr>
            <a:r>
              <a:rPr lang="en-GB" altLang="ja-JP" dirty="0">
                <a:solidFill>
                  <a:prstClr val="black"/>
                </a:solidFill>
                <a:cs typeface="Yu Gothic"/>
              </a:rPr>
              <a:t>Last Accessed On: 06 June 2025</a:t>
            </a:r>
            <a:endParaRPr lang="en-US" altLang="ja-JP" dirty="0">
              <a:hlinkClick r:id="rId4"/>
            </a:endParaRPr>
          </a:p>
          <a:p>
            <a:pPr marL="342900" lvl="1" indent="-342900">
              <a:tabLst>
                <a:tab pos="268288" algn="l"/>
              </a:tabLst>
            </a:pPr>
            <a:r>
              <a:rPr lang="en-US" altLang="ja-JP" dirty="0">
                <a:hlinkClick r:id="rId5"/>
              </a:rPr>
              <a:t>RubyKaigi 2025 </a:t>
            </a:r>
            <a:r>
              <a:rPr lang="ja-JP" altLang="en-US" dirty="0">
                <a:hlinkClick r:id="rId5"/>
              </a:rPr>
              <a:t>初参加エンジニアのための </a:t>
            </a:r>
            <a:r>
              <a:rPr lang="en-US" altLang="ja-JP" dirty="0">
                <a:hlinkClick r:id="rId5"/>
              </a:rPr>
              <a:t>Ruby </a:t>
            </a:r>
            <a:r>
              <a:rPr lang="ja-JP" altLang="en-US" dirty="0">
                <a:hlinkClick r:id="rId5"/>
              </a:rPr>
              <a:t>静的型付けガイド</a:t>
            </a:r>
            <a:endParaRPr lang="en-US" altLang="ja-JP" dirty="0"/>
          </a:p>
          <a:p>
            <a:pPr marL="717550" lvl="2" indent="-260350">
              <a:tabLst>
                <a:tab pos="268288" algn="l"/>
              </a:tabLst>
            </a:pPr>
            <a:r>
              <a:rPr lang="en-GB" altLang="ja-JP" dirty="0">
                <a:solidFill>
                  <a:prstClr val="black"/>
                </a:solidFill>
                <a:cs typeface="Yu Gothic"/>
              </a:rPr>
              <a:t>Last Accessed On: 06 June 2025</a:t>
            </a:r>
            <a:endParaRPr lang="en-US" altLang="ja-JP" dirty="0">
              <a:solidFill>
                <a:prstClr val="black"/>
              </a:solidFill>
              <a:cs typeface="Calibri"/>
            </a:endParaRPr>
          </a:p>
          <a:p>
            <a:pPr marL="342900" lvl="1" indent="-342900">
              <a:tabLst>
                <a:tab pos="268288" algn="l"/>
              </a:tabLst>
            </a:pPr>
            <a:r>
              <a:rPr lang="en-GB" altLang="ja-JP" dirty="0">
                <a:hlinkClick r:id="rId6"/>
              </a:rPr>
              <a:t>The State of Static Typing in Ruby in 2025</a:t>
            </a:r>
            <a:endParaRPr lang="en-GB" altLang="ja-JP" dirty="0"/>
          </a:p>
          <a:p>
            <a:pPr marL="717550" lvl="2" indent="-260350">
              <a:tabLst>
                <a:tab pos="268288" algn="l"/>
              </a:tabLst>
            </a:pPr>
            <a:r>
              <a:rPr lang="en-GB" altLang="ja-JP" dirty="0">
                <a:solidFill>
                  <a:prstClr val="black"/>
                </a:solidFill>
                <a:cs typeface="Yu Gothic"/>
              </a:rPr>
              <a:t>Last Accessed On: 06 June 2025</a:t>
            </a:r>
            <a:endParaRPr lang="en-US" altLang="ja-JP" dirty="0"/>
          </a:p>
          <a:p>
            <a:pPr marL="342900" lvl="1" indent="-342900">
              <a:tabLst>
                <a:tab pos="268288" algn="l"/>
              </a:tabLst>
            </a:pPr>
            <a:r>
              <a:rPr lang="en-GB" altLang="ja-JP" dirty="0">
                <a:hlinkClick r:id="rId7"/>
              </a:rPr>
              <a:t>Why Static Typing is Essential for Efficient Ruby and Rails Development</a:t>
            </a:r>
            <a:endParaRPr lang="en-GB" altLang="ja-JP" dirty="0"/>
          </a:p>
          <a:p>
            <a:pPr marL="717550" lvl="2" indent="-260350">
              <a:tabLst>
                <a:tab pos="268288" algn="l"/>
              </a:tabLst>
            </a:pPr>
            <a:r>
              <a:rPr lang="en-GB" altLang="ja-JP" dirty="0">
                <a:solidFill>
                  <a:prstClr val="black"/>
                </a:solidFill>
                <a:cs typeface="Yu Gothic"/>
              </a:rPr>
              <a:t>Last Accessed On: 06 June 2025</a:t>
            </a:r>
            <a:endParaRPr lang="ja-JP" altLang="en-US" dirty="0"/>
          </a:p>
          <a:p>
            <a:pPr marL="342900" lvl="1" indent="-342900">
              <a:tabLst>
                <a:tab pos="268288" algn="l"/>
              </a:tabLst>
            </a:pPr>
            <a:r>
              <a:rPr lang="en-GB" altLang="ja-JP" dirty="0">
                <a:hlinkClick r:id="rId8"/>
              </a:rPr>
              <a:t>Static Typing in Ruby: It's Not a Cult, It's a Choice (You Should Probably Make)</a:t>
            </a:r>
            <a:endParaRPr lang="en-GB" altLang="ja-JP" dirty="0"/>
          </a:p>
          <a:p>
            <a:pPr marL="717550" lvl="2" indent="-260350">
              <a:tabLst>
                <a:tab pos="268288" algn="l"/>
              </a:tabLst>
            </a:pPr>
            <a:r>
              <a:rPr lang="en-GB" altLang="ja-JP" dirty="0">
                <a:solidFill>
                  <a:prstClr val="black"/>
                </a:solidFill>
                <a:cs typeface="Yu Gothic"/>
              </a:rPr>
              <a:t>Last Accessed On: 06 June 2025</a:t>
            </a:r>
            <a:endParaRPr lang="en-GB" altLang="ja-JP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316EFB-5505-D404-6526-E66F86C4D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3839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6301FF-9B21-E99B-2C94-EA3CCD652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D7D643-232A-C657-07BE-5019348AA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/>
              <a:t>5. References</a:t>
            </a:r>
            <a:endParaRPr lang="en-GB" b="1" dirty="0">
              <a:latin typeface="+mn-lt"/>
            </a:endParaRP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3F8ADC0-B610-2F89-DA28-C111E8722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1" indent="-342900">
              <a:tabLst>
                <a:tab pos="268288" algn="l"/>
              </a:tabLst>
            </a:pPr>
            <a:r>
              <a:rPr lang="en-GB" altLang="ja-JP" dirty="0">
                <a:hlinkClick r:id="rId3"/>
              </a:rPr>
              <a:t>Ruby 3×3: Matz, Koichi, and Tenderlove on the future of Ruby Performance</a:t>
            </a:r>
            <a:endParaRPr lang="en-GB" altLang="ja-JP" dirty="0"/>
          </a:p>
          <a:p>
            <a:pPr marL="717550" lvl="2" indent="-260350">
              <a:tabLst>
                <a:tab pos="268288" algn="l"/>
              </a:tabLst>
            </a:pPr>
            <a:r>
              <a:rPr lang="en-GB" altLang="ja-JP" dirty="0">
                <a:solidFill>
                  <a:prstClr val="black"/>
                </a:solidFill>
                <a:cs typeface="Yu Gothic"/>
              </a:rPr>
              <a:t>Last Accessed On: 06 June 2025</a:t>
            </a:r>
            <a:endParaRPr lang="en-GB" dirty="0">
              <a:hlinkClick r:id="rId4"/>
            </a:endParaRPr>
          </a:p>
          <a:p>
            <a:pPr marL="342900" lvl="1" indent="-342900">
              <a:tabLst>
                <a:tab pos="268288" algn="l"/>
              </a:tabLst>
            </a:pPr>
            <a:r>
              <a:rPr lang="en-GB" dirty="0">
                <a:hlinkClick r:id="rId4"/>
              </a:rPr>
              <a:t>RBS</a:t>
            </a:r>
            <a:r>
              <a:rPr lang="en-GB" dirty="0"/>
              <a:t>(Ruby Signature)</a:t>
            </a:r>
            <a:endParaRPr lang="en-US" altLang="ja-JP" dirty="0"/>
          </a:p>
          <a:p>
            <a:pPr marL="717550" lvl="2" indent="-260350">
              <a:tabLst>
                <a:tab pos="268288" algn="l"/>
              </a:tabLst>
            </a:pPr>
            <a:r>
              <a:rPr lang="en-GB" altLang="ja-JP" dirty="0">
                <a:solidFill>
                  <a:prstClr val="black"/>
                </a:solidFill>
                <a:cs typeface="Yu Gothic"/>
              </a:rPr>
              <a:t>Last Accessed On: 06 June 2025</a:t>
            </a:r>
            <a:endParaRPr lang="en-US" altLang="ja-JP" dirty="0">
              <a:hlinkClick r:id="rId5"/>
            </a:endParaRPr>
          </a:p>
          <a:p>
            <a:pPr marL="342900" lvl="1" indent="-342900">
              <a:tabLst>
                <a:tab pos="268288" algn="l"/>
              </a:tabLst>
            </a:pPr>
            <a:r>
              <a:rPr lang="en-GB" dirty="0">
                <a:hlinkClick r:id="rId6"/>
              </a:rPr>
              <a:t>Steep</a:t>
            </a:r>
            <a:endParaRPr lang="en-US" altLang="ja-JP" dirty="0"/>
          </a:p>
          <a:p>
            <a:pPr marL="717550" lvl="2" indent="-260350">
              <a:tabLst>
                <a:tab pos="268288" algn="l"/>
              </a:tabLst>
            </a:pPr>
            <a:r>
              <a:rPr lang="en-GB" altLang="ja-JP" dirty="0">
                <a:solidFill>
                  <a:prstClr val="black"/>
                </a:solidFill>
                <a:cs typeface="Yu Gothic"/>
              </a:rPr>
              <a:t>Last Accessed On: 06 June 2025</a:t>
            </a:r>
            <a:endParaRPr lang="en-US" altLang="ja-JP" dirty="0">
              <a:solidFill>
                <a:prstClr val="black"/>
              </a:solidFill>
              <a:cs typeface="Calibri"/>
            </a:endParaRPr>
          </a:p>
          <a:p>
            <a:pPr marL="342900" lvl="1" indent="-342900">
              <a:tabLst>
                <a:tab pos="268288" algn="l"/>
              </a:tabLst>
            </a:pPr>
            <a:r>
              <a:rPr lang="en-GB" dirty="0">
                <a:hlinkClick r:id="rId7"/>
              </a:rPr>
              <a:t>TypeProf</a:t>
            </a:r>
            <a:endParaRPr lang="en-GB" altLang="ja-JP" dirty="0"/>
          </a:p>
          <a:p>
            <a:pPr marL="717550" lvl="2" indent="-260350">
              <a:tabLst>
                <a:tab pos="268288" algn="l"/>
              </a:tabLst>
            </a:pPr>
            <a:r>
              <a:rPr lang="en-GB" altLang="ja-JP" dirty="0">
                <a:solidFill>
                  <a:prstClr val="black"/>
                </a:solidFill>
                <a:cs typeface="Yu Gothic"/>
              </a:rPr>
              <a:t>Last Accessed On: 06 June 2025</a:t>
            </a:r>
            <a:endParaRPr lang="en-US" altLang="ja-JP" dirty="0"/>
          </a:p>
          <a:p>
            <a:pPr marL="342900" lvl="1" indent="-342900">
              <a:tabLst>
                <a:tab pos="268288" algn="l"/>
              </a:tabLst>
            </a:pPr>
            <a:r>
              <a:rPr lang="en-GB" dirty="0">
                <a:hlinkClick r:id="rId8"/>
              </a:rPr>
              <a:t>rbs-inline</a:t>
            </a:r>
            <a:endParaRPr lang="en-GB" altLang="ja-JP" dirty="0"/>
          </a:p>
          <a:p>
            <a:pPr marL="717550" lvl="2" indent="-260350">
              <a:tabLst>
                <a:tab pos="268288" algn="l"/>
              </a:tabLst>
            </a:pPr>
            <a:r>
              <a:rPr lang="en-GB" altLang="ja-JP" dirty="0">
                <a:solidFill>
                  <a:prstClr val="black"/>
                </a:solidFill>
                <a:cs typeface="Yu Gothic"/>
              </a:rPr>
              <a:t>Last Accessed On: 06 June 2025</a:t>
            </a:r>
          </a:p>
          <a:p>
            <a:pPr marL="342900" lvl="1" indent="-342900">
              <a:tabLst>
                <a:tab pos="268288" algn="l"/>
              </a:tabLst>
            </a:pPr>
            <a:r>
              <a:rPr lang="en-GB" dirty="0">
                <a:hlinkClick r:id="rId9"/>
              </a:rPr>
              <a:t>RBI</a:t>
            </a:r>
            <a:r>
              <a:rPr lang="en-GB" dirty="0"/>
              <a:t>(Ruby Interface)</a:t>
            </a:r>
            <a:endParaRPr lang="en-GB" altLang="ja-JP" dirty="0"/>
          </a:p>
          <a:p>
            <a:pPr marL="717550" lvl="2" indent="-260350">
              <a:tabLst>
                <a:tab pos="268288" algn="l"/>
              </a:tabLst>
            </a:pPr>
            <a:r>
              <a:rPr lang="en-GB" altLang="ja-JP" dirty="0">
                <a:solidFill>
                  <a:prstClr val="black"/>
                </a:solidFill>
                <a:cs typeface="Yu Gothic"/>
              </a:rPr>
              <a:t>Last Accessed On: 06 June 2025</a:t>
            </a:r>
            <a:endParaRPr lang="en-GB" altLang="ja-JP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C7F48A-5628-B018-1380-72093FE1C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32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C750BF-9847-D049-0B50-80211D76B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EDF0A0-7BBB-0452-DA3E-CE30EA375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/>
              <a:t>5. References</a:t>
            </a:r>
            <a:endParaRPr lang="en-GB" b="1" dirty="0">
              <a:latin typeface="+mn-lt"/>
            </a:endParaRP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795F4097-8E16-4D1B-E9BD-09DCFFEC7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1" indent="-342900">
              <a:tabLst>
                <a:tab pos="268288" algn="l"/>
              </a:tabLst>
            </a:pPr>
            <a:r>
              <a:rPr lang="en-GB" dirty="0">
                <a:hlinkClick r:id="rId3"/>
              </a:rPr>
              <a:t>Sorbet</a:t>
            </a:r>
            <a:endParaRPr lang="en-GB" altLang="ja-JP" dirty="0"/>
          </a:p>
          <a:p>
            <a:pPr marL="717550" lvl="2" indent="-260350">
              <a:tabLst>
                <a:tab pos="268288" algn="l"/>
              </a:tabLst>
            </a:pPr>
            <a:r>
              <a:rPr lang="en-GB" altLang="ja-JP" dirty="0">
                <a:solidFill>
                  <a:prstClr val="black"/>
                </a:solidFill>
                <a:cs typeface="Yu Gothic"/>
              </a:rPr>
              <a:t>Last Accessed On: 06 June 2025</a:t>
            </a:r>
            <a:endParaRPr lang="en-GB" dirty="0">
              <a:hlinkClick r:id="rId3"/>
            </a:endParaRPr>
          </a:p>
          <a:p>
            <a:pPr marL="342900" lvl="1" indent="-342900">
              <a:tabLst>
                <a:tab pos="268288" algn="l"/>
              </a:tabLst>
            </a:pPr>
            <a:r>
              <a:rPr lang="en-GB" dirty="0">
                <a:hlinkClick r:id="rId4"/>
              </a:rPr>
              <a:t>Tapioca</a:t>
            </a:r>
            <a:endParaRPr lang="en-GB" altLang="ja-JP" dirty="0"/>
          </a:p>
          <a:p>
            <a:pPr marL="717550" lvl="2" indent="-260350">
              <a:tabLst>
                <a:tab pos="268288" algn="l"/>
              </a:tabLst>
            </a:pPr>
            <a:r>
              <a:rPr lang="en-GB" altLang="ja-JP" dirty="0">
                <a:solidFill>
                  <a:prstClr val="black"/>
                </a:solidFill>
                <a:cs typeface="Yu Gothic"/>
              </a:rPr>
              <a:t>Last Accessed On: 06 June 2025</a:t>
            </a:r>
            <a:endParaRPr lang="en-GB" altLang="ja-JP" dirty="0">
              <a:hlinkClick r:id="rId5"/>
            </a:endParaRPr>
          </a:p>
          <a:p>
            <a:pPr marL="342900" lvl="1" indent="-342900">
              <a:tabLst>
                <a:tab pos="268288" algn="l"/>
              </a:tabLst>
            </a:pPr>
            <a:r>
              <a:rPr lang="en-GB" altLang="ja-JP" dirty="0">
                <a:hlinkClick r:id="rId5"/>
              </a:rPr>
              <a:t>TypeScript Official Documents</a:t>
            </a:r>
            <a:endParaRPr lang="en-GB" altLang="ja-JP" dirty="0"/>
          </a:p>
          <a:p>
            <a:pPr marL="717550" lvl="2" indent="-260350">
              <a:tabLst>
                <a:tab pos="268288" algn="l"/>
              </a:tabLst>
            </a:pPr>
            <a:r>
              <a:rPr lang="en-GB" altLang="ja-JP" dirty="0">
                <a:solidFill>
                  <a:prstClr val="black"/>
                </a:solidFill>
                <a:cs typeface="Yu Gothic"/>
              </a:rPr>
              <a:t>Last Accessed On: 06 June 2025</a:t>
            </a:r>
            <a:endParaRPr lang="ja-JP" altLang="en-US" dirty="0"/>
          </a:p>
          <a:p>
            <a:pPr marL="342900" lvl="1" indent="-342900">
              <a:tabLst>
                <a:tab pos="268288" algn="l"/>
              </a:tabLst>
            </a:pPr>
            <a:r>
              <a:rPr lang="en-GB" altLang="ja-JP" dirty="0">
                <a:hlinkClick r:id="rId6"/>
              </a:rPr>
              <a:t>10 Must-Know TypeScript Features to Improve Your Coding Efficiency</a:t>
            </a:r>
            <a:endParaRPr lang="en-GB" altLang="ja-JP" dirty="0"/>
          </a:p>
          <a:p>
            <a:pPr marL="717550" lvl="2" indent="-260350">
              <a:tabLst>
                <a:tab pos="268288" algn="l"/>
              </a:tabLst>
            </a:pPr>
            <a:r>
              <a:rPr lang="en-GB" altLang="ja-JP" dirty="0">
                <a:solidFill>
                  <a:prstClr val="black"/>
                </a:solidFill>
                <a:cs typeface="Yu Gothic"/>
              </a:rPr>
              <a:t>Last Accessed On: 06 June 2025</a:t>
            </a:r>
            <a:endParaRPr lang="en-GB" altLang="ja-JP" dirty="0"/>
          </a:p>
          <a:p>
            <a:pPr marL="342900" lvl="1" indent="-342900">
              <a:tabLst>
                <a:tab pos="268288" algn="l"/>
              </a:tabLst>
            </a:pPr>
            <a:r>
              <a:rPr lang="en-GB" altLang="ja-JP" dirty="0"/>
              <a:t>Yusuke Endo, </a:t>
            </a:r>
            <a:r>
              <a:rPr lang="ja-JP" altLang="en-US" i="1" dirty="0"/>
              <a:t>型システムのしくみ </a:t>
            </a:r>
            <a:r>
              <a:rPr lang="en-GB" altLang="ja-JP" i="1" dirty="0"/>
              <a:t>- TypeScript </a:t>
            </a:r>
            <a:r>
              <a:rPr lang="ja-JP" altLang="en-US" i="1" dirty="0"/>
              <a:t>で実装しながら学ぶ型とプログラミング言語</a:t>
            </a:r>
            <a:r>
              <a:rPr lang="en-GB" altLang="ja-JP" dirty="0"/>
              <a:t>, Tokyo, Lambda Note Ltd., 2025</a:t>
            </a:r>
            <a:endParaRPr lang="en-GB" altLang="ja-JP" dirty="0">
              <a:hlinkClick r:id="rId7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B08877-747F-1BFF-263C-CB25E40B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9701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98F70-9805-F633-DB86-9A0CB206A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4040</TotalTime>
  <Words>1890</Words>
  <Application>Microsoft Office PowerPoint</Application>
  <PresentationFormat>Widescreen</PresentationFormat>
  <Paragraphs>289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Calibri (Headings)</vt:lpstr>
      <vt:lpstr>Yu Gothic</vt:lpstr>
      <vt:lpstr>Arial</vt:lpstr>
      <vt:lpstr>Calibri</vt:lpstr>
      <vt:lpstr>Calibri Light</vt:lpstr>
      <vt:lpstr>Office テーマ</vt:lpstr>
      <vt:lpstr>Philosophy of Static Typing</vt:lpstr>
      <vt:lpstr>About Me</vt:lpstr>
      <vt:lpstr>Licences / Certifications</vt:lpstr>
      <vt:lpstr>Skill Stack</vt:lpstr>
      <vt:lpstr>Work Histories</vt:lpstr>
      <vt:lpstr>Work Histories</vt:lpstr>
      <vt:lpstr>International-Exchange Activities</vt:lpstr>
      <vt:lpstr>Agenda</vt:lpstr>
      <vt:lpstr>1. The Basics of Static Typing</vt:lpstr>
      <vt:lpstr>1. The Basics of Static Typing</vt:lpstr>
      <vt:lpstr>1. The Basics of Static Typing</vt:lpstr>
      <vt:lpstr>2. The Typing Ecosystem</vt:lpstr>
      <vt:lpstr>2. The Typing Ecosystem</vt:lpstr>
      <vt:lpstr>2. The Typing Ecosystem</vt:lpstr>
      <vt:lpstr>2. The Typing Ecosystem</vt:lpstr>
      <vt:lpstr>2. The Typing Ecosystem</vt:lpstr>
      <vt:lpstr>3. The Typing Philosophy</vt:lpstr>
      <vt:lpstr>3. The Typing Philosophy</vt:lpstr>
      <vt:lpstr>3. The Typing Philosophy</vt:lpstr>
      <vt:lpstr>3. The Typing Philosophy</vt:lpstr>
      <vt:lpstr>3. The Typing Philosophy</vt:lpstr>
      <vt:lpstr>4. Summary</vt:lpstr>
      <vt:lpstr>4. Summary</vt:lpstr>
      <vt:lpstr>5. References</vt:lpstr>
      <vt:lpstr>5. References</vt:lpstr>
      <vt:lpstr>5. References</vt:lpstr>
      <vt:lpstr>5.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186</cp:revision>
  <dcterms:modified xsi:type="dcterms:W3CDTF">2025-08-31T17:47:18Z</dcterms:modified>
</cp:coreProperties>
</file>