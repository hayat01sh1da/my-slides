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4.jpg" ContentType="image/jpg"/>
  <Override PartName="/ppt/media/image15.jpg" ContentType="image/jpg"/>
  <Override PartName="/ppt/media/image16.jpg" ContentType="image/jp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87" r:id="rId3"/>
    <p:sldId id="407" r:id="rId4"/>
    <p:sldId id="387" r:id="rId5"/>
    <p:sldId id="286" r:id="rId6"/>
    <p:sldId id="431" r:id="rId7"/>
    <p:sldId id="280" r:id="rId8"/>
    <p:sldId id="311" r:id="rId9"/>
    <p:sldId id="259" r:id="rId10"/>
    <p:sldId id="330" r:id="rId11"/>
    <p:sldId id="410" r:id="rId12"/>
    <p:sldId id="408" r:id="rId13"/>
    <p:sldId id="409" r:id="rId14"/>
    <p:sldId id="325" r:id="rId15"/>
    <p:sldId id="354" r:id="rId16"/>
    <p:sldId id="411" r:id="rId17"/>
    <p:sldId id="412" r:id="rId18"/>
    <p:sldId id="413" r:id="rId19"/>
    <p:sldId id="414" r:id="rId20"/>
    <p:sldId id="415" r:id="rId21"/>
    <p:sldId id="416" r:id="rId22"/>
    <p:sldId id="417" r:id="rId23"/>
    <p:sldId id="418" r:id="rId24"/>
    <p:sldId id="419" r:id="rId25"/>
    <p:sldId id="420" r:id="rId26"/>
    <p:sldId id="421" r:id="rId27"/>
    <p:sldId id="422" r:id="rId28"/>
    <p:sldId id="423" r:id="rId29"/>
    <p:sldId id="424" r:id="rId30"/>
    <p:sldId id="425" r:id="rId31"/>
    <p:sldId id="426" r:id="rId32"/>
    <p:sldId id="427" r:id="rId33"/>
    <p:sldId id="428" r:id="rId34"/>
    <p:sldId id="385" r:id="rId35"/>
    <p:sldId id="430" r:id="rId36"/>
    <p:sldId id="386" r:id="rId37"/>
    <p:sldId id="28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石田 隼人" initials="石田" lastIdx="1" clrIdx="0">
    <p:extLst>
      <p:ext uri="{19B8F6BF-5375-455C-9EA6-DF929625EA0E}">
        <p15:presenceInfo xmlns:p15="http://schemas.microsoft.com/office/powerpoint/2012/main" userId="石田 隼人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42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to Ishida" userId="585fa0fa6384767c" providerId="LiveId" clId="{C166B41C-8D70-49B7-A3BA-0F2421565FC5}"/>
    <pc:docChg chg="custSel modSld">
      <pc:chgData name="Hayato Ishida" userId="585fa0fa6384767c" providerId="LiveId" clId="{C166B41C-8D70-49B7-A3BA-0F2421565FC5}" dt="2025-05-03T11:45:16.023" v="8"/>
      <pc:docMkLst>
        <pc:docMk/>
      </pc:docMkLst>
      <pc:sldChg chg="addSp delSp modSp mod">
        <pc:chgData name="Hayato Ishida" userId="585fa0fa6384767c" providerId="LiveId" clId="{C166B41C-8D70-49B7-A3BA-0F2421565FC5}" dt="2025-05-03T11:45:16.023" v="8"/>
        <pc:sldMkLst>
          <pc:docMk/>
          <pc:sldMk cId="2567433019" sldId="280"/>
        </pc:sldMkLst>
      </pc:sldChg>
      <pc:sldChg chg="addSp delSp modSp mod">
        <pc:chgData name="Hayato Ishida" userId="585fa0fa6384767c" providerId="LiveId" clId="{C166B41C-8D70-49B7-A3BA-0F2421565FC5}" dt="2025-05-03T11:45:05.308" v="7"/>
        <pc:sldMkLst>
          <pc:docMk/>
          <pc:sldMk cId="155858466" sldId="286"/>
        </pc:sldMkLst>
      </pc:sldChg>
      <pc:sldChg chg="addSp delSp modSp mod">
        <pc:chgData name="Hayato Ishida" userId="585fa0fa6384767c" providerId="LiveId" clId="{C166B41C-8D70-49B7-A3BA-0F2421565FC5}" dt="2025-05-03T11:44:29.358" v="6"/>
        <pc:sldMkLst>
          <pc:docMk/>
          <pc:sldMk cId="654251065" sldId="287"/>
        </pc:sldMkLst>
      </pc:sldChg>
    </pc:docChg>
  </pc:docChgLst>
  <pc:docChgLst>
    <pc:chgData name="Hayato Ishida" userId="585fa0fa6384767c" providerId="LiveId" clId="{AA6CAD75-0527-4BB7-B1A2-0C6FE2EC4D1A}"/>
    <pc:docChg chg="undo custSel addSld modSld">
      <pc:chgData name="Hayato Ishida" userId="585fa0fa6384767c" providerId="LiveId" clId="{AA6CAD75-0527-4BB7-B1A2-0C6FE2EC4D1A}" dt="2025-08-31T17:52:56.835" v="24"/>
      <pc:docMkLst>
        <pc:docMk/>
      </pc:docMkLst>
      <pc:sldChg chg="addSp delSp modSp mod">
        <pc:chgData name="Hayato Ishida" userId="585fa0fa6384767c" providerId="LiveId" clId="{AA6CAD75-0527-4BB7-B1A2-0C6FE2EC4D1A}" dt="2025-08-31T17:52:50.073" v="23"/>
        <pc:sldMkLst>
          <pc:docMk/>
          <pc:sldMk cId="155858466" sldId="286"/>
        </pc:sldMkLst>
        <pc:spChg chg="add del">
          <ac:chgData name="Hayato Ishida" userId="585fa0fa6384767c" providerId="LiveId" clId="{AA6CAD75-0527-4BB7-B1A2-0C6FE2EC4D1A}" dt="2025-08-31T17:52:29.994" v="17" actId="478"/>
          <ac:spMkLst>
            <pc:docMk/>
            <pc:sldMk cId="155858466" sldId="286"/>
            <ac:spMk id="2" creationId="{EA4D14AB-5A8A-ECF3-0694-F1006D23F3F5}"/>
          </ac:spMkLst>
        </pc:spChg>
        <pc:spChg chg="add del">
          <ac:chgData name="Hayato Ishida" userId="585fa0fa6384767c" providerId="LiveId" clId="{AA6CAD75-0527-4BB7-B1A2-0C6FE2EC4D1A}" dt="2025-08-31T17:52:29.994" v="17" actId="478"/>
          <ac:spMkLst>
            <pc:docMk/>
            <pc:sldMk cId="155858466" sldId="286"/>
            <ac:spMk id="3" creationId="{8C2DE41A-21FC-EA21-6820-292A81B273ED}"/>
          </ac:spMkLst>
        </pc:spChg>
        <pc:spChg chg="add del">
          <ac:chgData name="Hayato Ishida" userId="585fa0fa6384767c" providerId="LiveId" clId="{AA6CAD75-0527-4BB7-B1A2-0C6FE2EC4D1A}" dt="2025-08-31T17:52:29.994" v="17" actId="478"/>
          <ac:spMkLst>
            <pc:docMk/>
            <pc:sldMk cId="155858466" sldId="286"/>
            <ac:spMk id="4" creationId="{6FF0A907-173C-B92F-9BDB-245208F4A5A5}"/>
          </ac:spMkLst>
        </pc:spChg>
        <pc:spChg chg="add del mod">
          <ac:chgData name="Hayato Ishida" userId="585fa0fa6384767c" providerId="LiveId" clId="{AA6CAD75-0527-4BB7-B1A2-0C6FE2EC4D1A}" dt="2025-08-31T17:52:21.124" v="9" actId="478"/>
          <ac:spMkLst>
            <pc:docMk/>
            <pc:sldMk cId="155858466" sldId="286"/>
            <ac:spMk id="6" creationId="{AE8555B4-CF34-7E8A-EF28-17EA997D3AB5}"/>
          </ac:spMkLst>
        </pc:spChg>
        <pc:spChg chg="add del mod">
          <ac:chgData name="Hayato Ishida" userId="585fa0fa6384767c" providerId="LiveId" clId="{AA6CAD75-0527-4BB7-B1A2-0C6FE2EC4D1A}" dt="2025-08-31T17:52:30.495" v="18" actId="478"/>
          <ac:spMkLst>
            <pc:docMk/>
            <pc:sldMk cId="155858466" sldId="286"/>
            <ac:spMk id="8" creationId="{B9FEBDBC-3264-8785-35B6-7A7ABE8B7974}"/>
          </ac:spMkLst>
        </pc:spChg>
        <pc:spChg chg="add mod">
          <ac:chgData name="Hayato Ishida" userId="585fa0fa6384767c" providerId="LiveId" clId="{AA6CAD75-0527-4BB7-B1A2-0C6FE2EC4D1A}" dt="2025-08-31T17:52:50.073" v="23"/>
          <ac:spMkLst>
            <pc:docMk/>
            <pc:sldMk cId="155858466" sldId="286"/>
            <ac:spMk id="9" creationId="{1C602F30-E1C6-1F2F-21F4-8F40615B0D5E}"/>
          </ac:spMkLst>
        </pc:spChg>
        <pc:spChg chg="add mod">
          <ac:chgData name="Hayato Ishida" userId="585fa0fa6384767c" providerId="LiveId" clId="{AA6CAD75-0527-4BB7-B1A2-0C6FE2EC4D1A}" dt="2025-08-31T17:52:50.073" v="23"/>
          <ac:spMkLst>
            <pc:docMk/>
            <pc:sldMk cId="155858466" sldId="286"/>
            <ac:spMk id="10" creationId="{C23D683E-FA05-ADEB-8B16-CF2AD2EB1184}"/>
          </ac:spMkLst>
        </pc:spChg>
        <pc:graphicFrameChg chg="add mod">
          <ac:chgData name="Hayato Ishida" userId="585fa0fa6384767c" providerId="LiveId" clId="{AA6CAD75-0527-4BB7-B1A2-0C6FE2EC4D1A}" dt="2025-08-31T17:52:50.073" v="23"/>
          <ac:graphicFrameMkLst>
            <pc:docMk/>
            <pc:sldMk cId="155858466" sldId="286"/>
            <ac:graphicFrameMk id="11" creationId="{94106521-B005-07B3-3F9F-377456EDAAD7}"/>
          </ac:graphicFrameMkLst>
        </pc:graphicFrameChg>
      </pc:sldChg>
      <pc:sldChg chg="addSp delSp modSp mod">
        <pc:chgData name="Hayato Ishida" userId="585fa0fa6384767c" providerId="LiveId" clId="{AA6CAD75-0527-4BB7-B1A2-0C6FE2EC4D1A}" dt="2025-08-31T17:52:40.419" v="21"/>
        <pc:sldMkLst>
          <pc:docMk/>
          <pc:sldMk cId="654251065" sldId="287"/>
        </pc:sldMkLst>
        <pc:spChg chg="del">
          <ac:chgData name="Hayato Ishida" userId="585fa0fa6384767c" providerId="LiveId" clId="{AA6CAD75-0527-4BB7-B1A2-0C6FE2EC4D1A}" dt="2025-08-31T17:52:08.730" v="0" actId="478"/>
          <ac:spMkLst>
            <pc:docMk/>
            <pc:sldMk cId="654251065" sldId="287"/>
            <ac:spMk id="2" creationId="{A2737639-7908-F4DA-CB0C-878FB1EF6CB8}"/>
          </ac:spMkLst>
        </pc:spChg>
        <pc:spChg chg="del">
          <ac:chgData name="Hayato Ishida" userId="585fa0fa6384767c" providerId="LiveId" clId="{AA6CAD75-0527-4BB7-B1A2-0C6FE2EC4D1A}" dt="2025-08-31T17:52:08.730" v="0" actId="478"/>
          <ac:spMkLst>
            <pc:docMk/>
            <pc:sldMk cId="654251065" sldId="287"/>
            <ac:spMk id="3" creationId="{56311920-6DC6-4127-A903-BC043995F359}"/>
          </ac:spMkLst>
        </pc:spChg>
        <pc:spChg chg="del">
          <ac:chgData name="Hayato Ishida" userId="585fa0fa6384767c" providerId="LiveId" clId="{AA6CAD75-0527-4BB7-B1A2-0C6FE2EC4D1A}" dt="2025-08-31T17:52:08.730" v="0" actId="478"/>
          <ac:spMkLst>
            <pc:docMk/>
            <pc:sldMk cId="654251065" sldId="287"/>
            <ac:spMk id="4" creationId="{00D27448-4A19-47D0-9280-61EC14B15144}"/>
          </ac:spMkLst>
        </pc:spChg>
        <pc:spChg chg="add del mod">
          <ac:chgData name="Hayato Ishida" userId="585fa0fa6384767c" providerId="LiveId" clId="{AA6CAD75-0527-4BB7-B1A2-0C6FE2EC4D1A}" dt="2025-08-31T17:52:39.569" v="20" actId="478"/>
          <ac:spMkLst>
            <pc:docMk/>
            <pc:sldMk cId="654251065" sldId="287"/>
            <ac:spMk id="7" creationId="{6DB14DDB-001C-6FD5-0150-E767C22CAB6A}"/>
          </ac:spMkLst>
        </pc:spChg>
        <pc:spChg chg="add del mod">
          <ac:chgData name="Hayato Ishida" userId="585fa0fa6384767c" providerId="LiveId" clId="{AA6CAD75-0527-4BB7-B1A2-0C6FE2EC4D1A}" dt="2025-08-31T17:52:39.569" v="20" actId="478"/>
          <ac:spMkLst>
            <pc:docMk/>
            <pc:sldMk cId="654251065" sldId="287"/>
            <ac:spMk id="9" creationId="{69B88F83-34A9-AC32-961D-4D095DA7D2FF}"/>
          </ac:spMkLst>
        </pc:spChg>
        <pc:spChg chg="add mod">
          <ac:chgData name="Hayato Ishida" userId="585fa0fa6384767c" providerId="LiveId" clId="{AA6CAD75-0527-4BB7-B1A2-0C6FE2EC4D1A}" dt="2025-08-31T17:52:40.419" v="21"/>
          <ac:spMkLst>
            <pc:docMk/>
            <pc:sldMk cId="654251065" sldId="287"/>
            <ac:spMk id="11" creationId="{3B881939-B1B8-3763-4B4F-F1C3AACD3489}"/>
          </ac:spMkLst>
        </pc:spChg>
        <pc:spChg chg="add mod">
          <ac:chgData name="Hayato Ishida" userId="585fa0fa6384767c" providerId="LiveId" clId="{AA6CAD75-0527-4BB7-B1A2-0C6FE2EC4D1A}" dt="2025-08-31T17:52:40.419" v="21"/>
          <ac:spMkLst>
            <pc:docMk/>
            <pc:sldMk cId="654251065" sldId="287"/>
            <ac:spMk id="12" creationId="{2D817697-186D-016F-1B25-01A4FB00EA4F}"/>
          </ac:spMkLst>
        </pc:spChg>
        <pc:spChg chg="add mod">
          <ac:chgData name="Hayato Ishida" userId="585fa0fa6384767c" providerId="LiveId" clId="{AA6CAD75-0527-4BB7-B1A2-0C6FE2EC4D1A}" dt="2025-08-31T17:52:40.419" v="21"/>
          <ac:spMkLst>
            <pc:docMk/>
            <pc:sldMk cId="654251065" sldId="287"/>
            <ac:spMk id="13" creationId="{A369337C-20AA-CBA0-1479-A8FF9CA16684}"/>
          </ac:spMkLst>
        </pc:spChg>
        <pc:picChg chg="del">
          <ac:chgData name="Hayato Ishida" userId="585fa0fa6384767c" providerId="LiveId" clId="{AA6CAD75-0527-4BB7-B1A2-0C6FE2EC4D1A}" dt="2025-08-31T17:52:08.730" v="0" actId="478"/>
          <ac:picMkLst>
            <pc:docMk/>
            <pc:sldMk cId="654251065" sldId="287"/>
            <ac:picMk id="5" creationId="{ED9129C6-AAE2-FB83-ABDE-755F8511300A}"/>
          </ac:picMkLst>
        </pc:picChg>
        <pc:picChg chg="add mod">
          <ac:chgData name="Hayato Ishida" userId="585fa0fa6384767c" providerId="LiveId" clId="{AA6CAD75-0527-4BB7-B1A2-0C6FE2EC4D1A}" dt="2025-08-31T17:52:40.419" v="21"/>
          <ac:picMkLst>
            <pc:docMk/>
            <pc:sldMk cId="654251065" sldId="287"/>
            <ac:picMk id="10" creationId="{FCCB28FE-DB0B-AA66-6A67-6A0FC8545FB5}"/>
          </ac:picMkLst>
        </pc:picChg>
      </pc:sldChg>
      <pc:sldChg chg="addSp delSp modSp mod">
        <pc:chgData name="Hayato Ishida" userId="585fa0fa6384767c" providerId="LiveId" clId="{AA6CAD75-0527-4BB7-B1A2-0C6FE2EC4D1A}" dt="2025-08-31T17:52:45.384" v="22"/>
        <pc:sldMkLst>
          <pc:docMk/>
          <pc:sldMk cId="417452178" sldId="387"/>
        </pc:sldMkLst>
        <pc:spChg chg="add del mod">
          <ac:chgData name="Hayato Ishida" userId="585fa0fa6384767c" providerId="LiveId" clId="{AA6CAD75-0527-4BB7-B1A2-0C6FE2EC4D1A}" dt="2025-08-31T17:52:21.881" v="11" actId="478"/>
          <ac:spMkLst>
            <pc:docMk/>
            <pc:sldMk cId="417452178" sldId="387"/>
            <ac:spMk id="3" creationId="{A036A505-5B64-50A6-316B-EFE13B2DF85E}"/>
          </ac:spMkLst>
        </pc:spChg>
        <pc:spChg chg="add del mod">
          <ac:chgData name="Hayato Ishida" userId="585fa0fa6384767c" providerId="LiveId" clId="{AA6CAD75-0527-4BB7-B1A2-0C6FE2EC4D1A}" dt="2025-08-31T17:52:21.881" v="11" actId="478"/>
          <ac:spMkLst>
            <pc:docMk/>
            <pc:sldMk cId="417452178" sldId="387"/>
            <ac:spMk id="5" creationId="{187639E0-6289-9453-3732-90F14F02653E}"/>
          </ac:spMkLst>
        </pc:spChg>
        <pc:spChg chg="add del">
          <ac:chgData name="Hayato Ishida" userId="585fa0fa6384767c" providerId="LiveId" clId="{AA6CAD75-0527-4BB7-B1A2-0C6FE2EC4D1A}" dt="2025-08-31T17:52:27.071" v="15" actId="478"/>
          <ac:spMkLst>
            <pc:docMk/>
            <pc:sldMk cId="417452178" sldId="387"/>
            <ac:spMk id="6" creationId="{4CC4D21A-B798-902A-AD2F-CCEF45BA0CC8}"/>
          </ac:spMkLst>
        </pc:spChg>
        <pc:spChg chg="add del">
          <ac:chgData name="Hayato Ishida" userId="585fa0fa6384767c" providerId="LiveId" clId="{AA6CAD75-0527-4BB7-B1A2-0C6FE2EC4D1A}" dt="2025-08-31T17:52:27.071" v="15" actId="478"/>
          <ac:spMkLst>
            <pc:docMk/>
            <pc:sldMk cId="417452178" sldId="387"/>
            <ac:spMk id="7" creationId="{F4EECFEB-CDB9-69A5-6CEA-9BCBE6B4DFDF}"/>
          </ac:spMkLst>
        </pc:spChg>
        <pc:spChg chg="add del">
          <ac:chgData name="Hayato Ishida" userId="585fa0fa6384767c" providerId="LiveId" clId="{AA6CAD75-0527-4BB7-B1A2-0C6FE2EC4D1A}" dt="2025-08-31T17:52:27.071" v="15" actId="478"/>
          <ac:spMkLst>
            <pc:docMk/>
            <pc:sldMk cId="417452178" sldId="387"/>
            <ac:spMk id="8" creationId="{951EF88E-FFFA-549B-2569-5C543AFB3E96}"/>
          </ac:spMkLst>
        </pc:spChg>
        <pc:spChg chg="add del mod">
          <ac:chgData name="Hayato Ishida" userId="585fa0fa6384767c" providerId="LiveId" clId="{AA6CAD75-0527-4BB7-B1A2-0C6FE2EC4D1A}" dt="2025-08-31T17:52:27.675" v="16" actId="478"/>
          <ac:spMkLst>
            <pc:docMk/>
            <pc:sldMk cId="417452178" sldId="387"/>
            <ac:spMk id="10" creationId="{15D39974-4141-9755-764C-5D621345012E}"/>
          </ac:spMkLst>
        </pc:spChg>
        <pc:spChg chg="add del mod">
          <ac:chgData name="Hayato Ishida" userId="585fa0fa6384767c" providerId="LiveId" clId="{AA6CAD75-0527-4BB7-B1A2-0C6FE2EC4D1A}" dt="2025-08-31T17:52:27.675" v="16" actId="478"/>
          <ac:spMkLst>
            <pc:docMk/>
            <pc:sldMk cId="417452178" sldId="387"/>
            <ac:spMk id="12" creationId="{54C06069-FF8F-907C-1892-CFCF2D8B44E3}"/>
          </ac:spMkLst>
        </pc:spChg>
        <pc:spChg chg="add mod">
          <ac:chgData name="Hayato Ishida" userId="585fa0fa6384767c" providerId="LiveId" clId="{AA6CAD75-0527-4BB7-B1A2-0C6FE2EC4D1A}" dt="2025-08-31T17:52:45.384" v="22"/>
          <ac:spMkLst>
            <pc:docMk/>
            <pc:sldMk cId="417452178" sldId="387"/>
            <ac:spMk id="13" creationId="{6F3B6ACF-0A65-E8ED-0DFA-FEFBA9608EDD}"/>
          </ac:spMkLst>
        </pc:spChg>
        <pc:spChg chg="add mod">
          <ac:chgData name="Hayato Ishida" userId="585fa0fa6384767c" providerId="LiveId" clId="{AA6CAD75-0527-4BB7-B1A2-0C6FE2EC4D1A}" dt="2025-08-31T17:52:45.384" v="22"/>
          <ac:spMkLst>
            <pc:docMk/>
            <pc:sldMk cId="417452178" sldId="387"/>
            <ac:spMk id="14" creationId="{44D11297-842B-70CC-F678-E5C19C7C1E04}"/>
          </ac:spMkLst>
        </pc:spChg>
        <pc:spChg chg="add mod">
          <ac:chgData name="Hayato Ishida" userId="585fa0fa6384767c" providerId="LiveId" clId="{AA6CAD75-0527-4BB7-B1A2-0C6FE2EC4D1A}" dt="2025-08-31T17:52:45.384" v="22"/>
          <ac:spMkLst>
            <pc:docMk/>
            <pc:sldMk cId="417452178" sldId="387"/>
            <ac:spMk id="15" creationId="{9CB299E2-135F-29C2-9A98-CF4573B36397}"/>
          </ac:spMkLst>
        </pc:spChg>
      </pc:sldChg>
      <pc:sldChg chg="addSp delSp modSp mod">
        <pc:chgData name="Hayato Ishida" userId="585fa0fa6384767c" providerId="LiveId" clId="{AA6CAD75-0527-4BB7-B1A2-0C6FE2EC4D1A}" dt="2025-08-31T17:52:23.399" v="13" actId="478"/>
        <pc:sldMkLst>
          <pc:docMk/>
          <pc:sldMk cId="2978262175" sldId="407"/>
        </pc:sldMkLst>
        <pc:spChg chg="add del mod">
          <ac:chgData name="Hayato Ishida" userId="585fa0fa6384767c" providerId="LiveId" clId="{AA6CAD75-0527-4BB7-B1A2-0C6FE2EC4D1A}" dt="2025-08-31T17:52:23.399" v="13" actId="478"/>
          <ac:spMkLst>
            <pc:docMk/>
            <pc:sldMk cId="2978262175" sldId="407"/>
            <ac:spMk id="3" creationId="{840D5FEB-4C3F-EAB5-F723-8DE2276B321E}"/>
          </ac:spMkLst>
        </pc:spChg>
        <pc:spChg chg="add del mod">
          <ac:chgData name="Hayato Ishida" userId="585fa0fa6384767c" providerId="LiveId" clId="{AA6CAD75-0527-4BB7-B1A2-0C6FE2EC4D1A}" dt="2025-08-31T17:52:23.399" v="13" actId="478"/>
          <ac:spMkLst>
            <pc:docMk/>
            <pc:sldMk cId="2978262175" sldId="407"/>
            <ac:spMk id="5" creationId="{4CB74B1C-82AD-2D81-9A83-727DAB8A47B4}"/>
          </ac:spMkLst>
        </pc:spChg>
        <pc:spChg chg="add del">
          <ac:chgData name="Hayato Ishida" userId="585fa0fa6384767c" providerId="LiveId" clId="{AA6CAD75-0527-4BB7-B1A2-0C6FE2EC4D1A}" dt="2025-08-31T17:52:23.399" v="13" actId="478"/>
          <ac:spMkLst>
            <pc:docMk/>
            <pc:sldMk cId="2978262175" sldId="407"/>
            <ac:spMk id="9" creationId="{1FBE0558-A36D-E216-E2C1-719E223780D5}"/>
          </ac:spMkLst>
        </pc:spChg>
        <pc:spChg chg="add del">
          <ac:chgData name="Hayato Ishida" userId="585fa0fa6384767c" providerId="LiveId" clId="{AA6CAD75-0527-4BB7-B1A2-0C6FE2EC4D1A}" dt="2025-08-31T17:52:23.399" v="13" actId="478"/>
          <ac:spMkLst>
            <pc:docMk/>
            <pc:sldMk cId="2978262175" sldId="407"/>
            <ac:spMk id="10" creationId="{45885E2A-9A6E-037E-12A8-07D43B0256DF}"/>
          </ac:spMkLst>
        </pc:spChg>
        <pc:spChg chg="add del">
          <ac:chgData name="Hayato Ishida" userId="585fa0fa6384767c" providerId="LiveId" clId="{AA6CAD75-0527-4BB7-B1A2-0C6FE2EC4D1A}" dt="2025-08-31T17:52:23.399" v="13" actId="478"/>
          <ac:spMkLst>
            <pc:docMk/>
            <pc:sldMk cId="2978262175" sldId="407"/>
            <ac:spMk id="11" creationId="{F677BD17-1762-0EE1-CB85-AE8256A27E57}"/>
          </ac:spMkLst>
        </pc:spChg>
      </pc:sldChg>
      <pc:sldChg chg="addSp modSp add">
        <pc:chgData name="Hayato Ishida" userId="585fa0fa6384767c" providerId="LiveId" clId="{AA6CAD75-0527-4BB7-B1A2-0C6FE2EC4D1A}" dt="2025-08-31T17:52:56.835" v="24"/>
        <pc:sldMkLst>
          <pc:docMk/>
          <pc:sldMk cId="3424506527" sldId="431"/>
        </pc:sldMkLst>
        <pc:spChg chg="add mod">
          <ac:chgData name="Hayato Ishida" userId="585fa0fa6384767c" providerId="LiveId" clId="{AA6CAD75-0527-4BB7-B1A2-0C6FE2EC4D1A}" dt="2025-08-31T17:52:56.835" v="24"/>
          <ac:spMkLst>
            <pc:docMk/>
            <pc:sldMk cId="3424506527" sldId="431"/>
            <ac:spMk id="2" creationId="{EA732DA7-23E6-E9FA-0F8C-C4DDB00789D6}"/>
          </ac:spMkLst>
        </pc:spChg>
        <pc:spChg chg="add mod">
          <ac:chgData name="Hayato Ishida" userId="585fa0fa6384767c" providerId="LiveId" clId="{AA6CAD75-0527-4BB7-B1A2-0C6FE2EC4D1A}" dt="2025-08-31T17:52:56.835" v="24"/>
          <ac:spMkLst>
            <pc:docMk/>
            <pc:sldMk cId="3424506527" sldId="431"/>
            <ac:spMk id="3" creationId="{7A90FA71-FA92-6E9C-ABDE-1325ACC52034}"/>
          </ac:spMkLst>
        </pc:spChg>
        <pc:graphicFrameChg chg="add mod">
          <ac:chgData name="Hayato Ishida" userId="585fa0fa6384767c" providerId="LiveId" clId="{AA6CAD75-0527-4BB7-B1A2-0C6FE2EC4D1A}" dt="2025-08-31T17:52:56.835" v="24"/>
          <ac:graphicFrameMkLst>
            <pc:docMk/>
            <pc:sldMk cId="3424506527" sldId="431"/>
            <ac:graphicFrameMk id="4" creationId="{76DC1DE7-A6BF-8A68-3542-CB4A348089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77555-114C-4D13-A8E9-982D3FBDE682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483F-3F00-45CA-B9CE-71766AA0FC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1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3A420-A6C3-4DFD-BC9B-A28C54480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7785ED6-1F11-4995-8802-E7A92ED6F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7A83ED-D7FC-4E75-93FA-7CA4EB13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98A5-C926-421E-8D16-8672B57BCFF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536A7D-2F90-40CC-80C9-D5DFA5931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F47EE9-ABD2-45F2-8DDF-94F9AFE5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11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762872-9097-4551-92E5-A9EFABF7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76671E-317F-404E-8053-6A0A955B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17538-7854-4E06-A143-495AC9D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F9E5C-BB41-4DEE-A1EA-DBAEA425644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11E7-C4EE-48B3-832D-D6EE6A96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71E43-553D-4A66-92CB-9785522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80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078576-E3DC-4F83-AFE3-90CF203F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76DC57-139C-48BA-B542-00433365D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BA6EC9-A18D-44DC-AC03-EDA535FC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24A89-DB0D-48E1-8471-1D24BDCF8ED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649445-1B62-4CF3-8E24-C4237F94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C343D9-1467-4169-8338-FE5AEB88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1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7CB7BA-528D-4232-B694-570FC36B9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AFC298-407B-4183-A4C6-ECFBF7BE4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819996-4F41-4E1B-A7D2-68A930127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7AA123-3779-4C89-A120-D8C36EFF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5387-62D3-481B-BBE0-5C3C88B297B2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C9968F-4821-42DF-A0AE-DE8C2DA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E5EBA0-D3D5-4A64-B7F9-5BDAC45C4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74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E56CA-F2EB-44BB-AF5E-63BAB6F1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C6BB7A-29D5-421E-A385-A3E3EB46B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FA027A-6FEA-404B-A426-5714EEEEF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893EF15-B619-40ED-B8BE-2BF8815069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3F2AE8-4F41-4737-8697-4FF74A0A6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D695459-80F1-47BE-B12B-B91FB7221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F17D8-7CE6-4CF7-8FAB-60185E786EB9}" type="datetime1">
              <a:rPr lang="en-GB" smtClean="0"/>
              <a:t>01/09/2025</a:t>
            </a:fld>
            <a:endParaRPr lang="en-GB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22F667-D14E-47A7-8AF2-CA42934D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40F02E5-6D55-4748-8E9E-996F4576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4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9F8DAA-4277-4BAC-B679-1957A2C7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B19C73D-345B-49EF-9EE4-390986E8F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7B8A6-723D-47BA-A0C2-370A8E40CF5A}" type="datetime1">
              <a:rPr lang="en-GB" smtClean="0"/>
              <a:t>01/09/2025</a:t>
            </a:fld>
            <a:endParaRPr lang="en-GB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7A8E7A-3F8E-4FC5-BB3F-FD7FCEFA6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3D0E4C-C376-468C-A780-75B43057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61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D00E3-6A1E-40BC-AA99-CAF23822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A632-D8E5-4DA3-B4CD-9FEBF68DCEB0}" type="datetime1">
              <a:rPr lang="en-GB" smtClean="0"/>
              <a:t>01/09/2025</a:t>
            </a:fld>
            <a:endParaRPr lang="en-GB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EBF75-6C76-481B-9AAC-C70F3C2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EB2586-BFD5-4D03-9AFF-B3681D60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47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41D1B4-D81C-46C1-A422-8FE83A5AA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1E09BE-13F6-4301-AB16-2FB109C5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6B65445-0016-4746-A03B-F99F35DC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2A4359-9369-4B46-B534-E689E6C8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E16D-35BE-4BE7-8AC7-B36F6CD3E5EC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4D53E0-DB50-4B50-B03D-8BE605AB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70555-581F-4360-BAC1-A48E44C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0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66E174-3B05-4E93-8F98-F5A96D0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CB358A-32CB-4FF7-A5B9-C9D674144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9E880C-6797-422C-88D2-B2770328C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92A9D5-AA4C-470B-8443-CDF69884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8CDB-487D-4044-B328-87D0F47F3BCF}" type="datetime1">
              <a:rPr lang="en-GB" smtClean="0"/>
              <a:t>01/09/2025</a:t>
            </a:fld>
            <a:endParaRPr lang="en-GB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74E2E-D53B-4179-9D35-961BC87E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E2AE7-E634-4EAE-8F14-FFAD0839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2EB38-BF66-471E-BD00-D145D524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9676F2-6EB3-4837-8B9B-5101E00B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AF1E77-D5D4-4EAA-A9ED-CBFF4D52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C4E5-BC84-4427-9D05-A5F29CCAC796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DD2C66-E530-425A-B11C-F0A1B6D3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EB1D0-A34F-44ED-9BDE-254AAD35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09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3D4C475-A351-4F11-BDB2-9B6FC662D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C7FA4F-2A7F-4DD4-9719-303500EF7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604C8-FEBE-4C1F-A49E-F399EBF3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E0025-920B-4CEF-B7FD-D6EA5B89461B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05AEA-A514-4285-A292-E1F817D0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B7D56-ED17-445E-BFE4-675A762E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88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3F3B0D-4141-4D30-8082-577CD416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7EF37-390B-4D5F-B2F6-103F90B81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639B55-8065-43F8-BF39-9B908098D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097A-6903-4692-A2D1-BE7A41A75E71}" type="datetime1">
              <a:rPr lang="en-GB" smtClean="0"/>
              <a:t>01/09/2025</a:t>
            </a:fld>
            <a:endParaRPr lang="en-GB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6F0227-74FF-42A7-8C7D-0BD2B1E1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4893C-F66E-48FA-BA80-CC18FCF0A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B731A-DCF7-4273-BA1A-21517ACBB5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6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swell.com/s/hayat01sh1da/ZV8RQZ-top-7-riddles-of-dragon-ball-serie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ocswell.com/user/hayat01sh1da" TargetMode="External"/><Relationship Id="rId3" Type="http://schemas.openxmlformats.org/officeDocument/2006/relationships/image" Target="../media/image3.jpg"/><Relationship Id="rId7" Type="http://schemas.openxmlformats.org/officeDocument/2006/relationships/hyperlink" Target="https://speakerdeck.com/hayat01sh1da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yat01sh1da/" TargetMode="External"/><Relationship Id="rId5" Type="http://schemas.openxmlformats.org/officeDocument/2006/relationships/hyperlink" Target="https://hackmd.io/@hayat01sh1da" TargetMode="External"/><Relationship Id="rId4" Type="http://schemas.openxmlformats.org/officeDocument/2006/relationships/hyperlink" Target="https://github.com/hayat01sh1d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vitaljapan.com/" TargetMode="External"/><Relationship Id="rId3" Type="http://schemas.openxmlformats.org/officeDocument/2006/relationships/hyperlink" Target="http://www.centerye.org/" TargetMode="External"/><Relationship Id="rId7" Type="http://schemas.openxmlformats.org/officeDocument/2006/relationships/hyperlink" Target="https://sunrisetmc.toastmastersclubs.org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iy.biz/teachers-profile/?id=4976" TargetMode="External"/><Relationship Id="rId5" Type="http://schemas.openxmlformats.org/officeDocument/2006/relationships/hyperlink" Target="https://stives-h.schools.nsw.gov.au/" TargetMode="External"/><Relationship Id="rId4" Type="http://schemas.openxmlformats.org/officeDocument/2006/relationships/hyperlink" Target="https://www.hamiltonisland.com.au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slide" Target="slide34.xml"/><Relationship Id="rId4" Type="http://schemas.openxmlformats.org/officeDocument/2006/relationships/slide" Target="slide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838FDBDF-AA97-A755-5929-CA049915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0870" y="1824605"/>
            <a:ext cx="9144000" cy="1689552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Top 7 Riddles of</a:t>
            </a:r>
            <a:b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</a:br>
            <a:r>
              <a:rPr lang="en-GB" altLang="ja-JP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Headings)"/>
              </a:rPr>
              <a:t>Dragon Ball Series</a:t>
            </a:r>
            <a:endParaRPr lang="en-GB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Headings)"/>
            </a:endParaRPr>
          </a:p>
        </p:txBody>
      </p:sp>
      <p:sp>
        <p:nvSpPr>
          <p:cNvPr id="12" name="スライド番号プレースホルダー 3">
            <a:extLst>
              <a:ext uri="{FF2B5EF4-FFF2-40B4-BE49-F238E27FC236}">
                <a16:creationId xmlns:a16="http://schemas.microsoft.com/office/drawing/2014/main" id="{37DCA1F6-8A6F-EFA2-32E0-4107C174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字幕 2">
            <a:extLst>
              <a:ext uri="{FF2B5EF4-FFF2-40B4-BE49-F238E27FC236}">
                <a16:creationId xmlns:a16="http://schemas.microsoft.com/office/drawing/2014/main" id="{9337A176-5377-6F93-8925-178F6FF51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1017" y="4706224"/>
            <a:ext cx="4683854" cy="496465"/>
          </a:xfrm>
          <a:ln>
            <a:noFill/>
          </a:ln>
        </p:spPr>
        <p:txBody>
          <a:bodyPr>
            <a:normAutofit fontScale="92500" lnSpcReduction="10000"/>
          </a:bodyPr>
          <a:lstStyle/>
          <a:p>
            <a:pPr algn="r"/>
            <a:r>
              <a:rPr lang="en-US" sz="3200" b="1" dirty="0"/>
              <a:t>Composed By: Hayato Ishida</a:t>
            </a:r>
            <a:endParaRPr lang="en-GB" sz="3200" b="1" dirty="0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8C64EA4D-6C48-3445-A5F5-B43711FB5137}"/>
              </a:ext>
            </a:extLst>
          </p:cNvPr>
          <p:cNvSpPr txBox="1">
            <a:spLocks/>
          </p:cNvSpPr>
          <p:nvPr/>
        </p:nvSpPr>
        <p:spPr>
          <a:xfrm>
            <a:off x="6976843" y="5445970"/>
            <a:ext cx="3638027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altLang="ja-JP" sz="2000" b="1" dirty="0"/>
              <a:t>Updated</a:t>
            </a:r>
            <a:r>
              <a:rPr lang="ja-JP" altLang="en-US" sz="2000" b="1" dirty="0"/>
              <a:t> </a:t>
            </a:r>
            <a:r>
              <a:rPr lang="en-GB" altLang="ja-JP" sz="2000" b="1" dirty="0"/>
              <a:t>On: 16 July 2024</a:t>
            </a:r>
            <a:endParaRPr lang="en-GB" sz="2000" b="1" dirty="0"/>
          </a:p>
        </p:txBody>
      </p:sp>
      <p:sp>
        <p:nvSpPr>
          <p:cNvPr id="2" name="字幕 2">
            <a:extLst>
              <a:ext uri="{FF2B5EF4-FFF2-40B4-BE49-F238E27FC236}">
                <a16:creationId xmlns:a16="http://schemas.microsoft.com/office/drawing/2014/main" id="{A8D39094-BFD9-D223-966F-5E3F039BCE75}"/>
              </a:ext>
            </a:extLst>
          </p:cNvPr>
          <p:cNvSpPr txBox="1">
            <a:spLocks/>
          </p:cNvSpPr>
          <p:nvPr/>
        </p:nvSpPr>
        <p:spPr>
          <a:xfrm>
            <a:off x="1470871" y="5440495"/>
            <a:ext cx="3457662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altLang="ja-JP" sz="2000" dirty="0"/>
              <a:t>For Japanese version, click </a:t>
            </a:r>
            <a:r>
              <a:rPr lang="en-GB" altLang="ja-JP" sz="2000" dirty="0">
                <a:hlinkClick r:id="rId3"/>
              </a:rPr>
              <a:t>here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7871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CCB28FE-DB0B-AA66-6A67-6A0FC8545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316" y="1824399"/>
            <a:ext cx="5804483" cy="4352564"/>
          </a:xfrm>
          <a:prstGeom prst="rect">
            <a:avLst/>
          </a:prstGeom>
        </p:spPr>
      </p:pic>
      <p:sp>
        <p:nvSpPr>
          <p:cNvPr id="11" name="タイトル 1">
            <a:extLst>
              <a:ext uri="{FF2B5EF4-FFF2-40B4-BE49-F238E27FC236}">
                <a16:creationId xmlns:a16="http://schemas.microsoft.com/office/drawing/2014/main" id="{3B881939-B1B8-3763-4B4F-F1C3AACD3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About Me</a:t>
            </a:r>
            <a:endParaRPr lang="en-GB" b="1" dirty="0">
              <a:latin typeface="Calibri (Headings)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2D817697-186D-016F-1B25-01A4FB00E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68288" indent="-268288"/>
            <a:r>
              <a:rPr lang="en-GB" altLang="ja-JP" sz="2400" dirty="0"/>
              <a:t>Accounts</a:t>
            </a:r>
          </a:p>
          <a:p>
            <a:pPr marL="725488" lvl="1" indent="-268288"/>
            <a:r>
              <a:rPr lang="en-US" altLang="ja-JP" sz="2000" dirty="0"/>
              <a:t>GitHub: </a:t>
            </a:r>
            <a:r>
              <a:rPr lang="en-US" altLang="ja-JP" sz="2000" dirty="0">
                <a:hlinkClick r:id="rId4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X: </a:t>
            </a:r>
            <a:r>
              <a:rPr lang="en-US" altLang="ja-JP" sz="2000" dirty="0">
                <a:hlinkClick r:id="rId5"/>
              </a:rPr>
              <a:t>@hayat01sh1da</a:t>
            </a:r>
            <a:endParaRPr lang="en-GB" altLang="ja-JP" sz="2000" dirty="0"/>
          </a:p>
          <a:p>
            <a:pPr marL="725488" lvl="1" indent="-268288"/>
            <a:r>
              <a:rPr lang="en-GB" altLang="ja-JP" sz="2000" dirty="0"/>
              <a:t>LinkedIn: </a:t>
            </a:r>
            <a:r>
              <a:rPr lang="en-US" altLang="ja-JP" sz="2000" dirty="0">
                <a:hlinkClick r:id="rId6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Speaker Deck: </a:t>
            </a:r>
            <a:r>
              <a:rPr lang="en-US" altLang="ja-JP" sz="2000" dirty="0">
                <a:hlinkClick r:id="rId7"/>
              </a:rPr>
              <a:t>@hayat01sh1da</a:t>
            </a:r>
            <a:endParaRPr lang="en-US" altLang="ja-JP" sz="2000" dirty="0"/>
          </a:p>
          <a:p>
            <a:pPr marL="725488" lvl="1" indent="-268288"/>
            <a:r>
              <a:rPr lang="en-US" altLang="ja-JP" sz="2000" dirty="0"/>
              <a:t>Docswell: </a:t>
            </a:r>
            <a:r>
              <a:rPr lang="en-US" altLang="ja-JP" sz="2000" dirty="0">
                <a:hlinkClick r:id="rId8"/>
              </a:rPr>
              <a:t>@hayat01sh1da</a:t>
            </a:r>
            <a:endParaRPr lang="en-US" altLang="ja-JP" sz="2000" dirty="0"/>
          </a:p>
          <a:p>
            <a:pPr marL="268288" indent="-268288"/>
            <a:r>
              <a:rPr lang="en-GB" altLang="ja-JP" sz="2400" dirty="0"/>
              <a:t>Occupation: Software Engineer</a:t>
            </a:r>
          </a:p>
          <a:p>
            <a:pPr marL="268288" indent="-268288"/>
            <a:r>
              <a:rPr lang="en-GB" altLang="ja-JP" sz="2400" dirty="0"/>
              <a:t>Things I Am Into</a:t>
            </a:r>
          </a:p>
          <a:p>
            <a:pPr marL="725488" lvl="1" indent="-268288"/>
            <a:r>
              <a:rPr lang="en-GB" altLang="ja-JP" sz="2000" dirty="0"/>
              <a:t>Linguistics</a:t>
            </a:r>
          </a:p>
          <a:p>
            <a:pPr marL="725488" lvl="1" indent="-268288"/>
            <a:r>
              <a:rPr lang="en-GB" altLang="ja-JP" sz="2000" dirty="0"/>
              <a:t>Singing at Karaoke</a:t>
            </a:r>
          </a:p>
          <a:p>
            <a:pPr marL="725488" lvl="1" indent="-268288"/>
            <a:r>
              <a:rPr lang="en-GB" altLang="ja-JP" sz="2000" dirty="0"/>
              <a:t>Listening to Music</a:t>
            </a:r>
          </a:p>
          <a:p>
            <a:pPr marL="725488" lvl="1" indent="-268288"/>
            <a:r>
              <a:rPr lang="en-GB" altLang="ja-JP" sz="2000" dirty="0"/>
              <a:t>Watching Movies</a:t>
            </a:r>
          </a:p>
          <a:p>
            <a:pPr marL="725488" lvl="1" indent="-268288"/>
            <a:r>
              <a:rPr lang="en-GB" altLang="ja-JP" sz="2000" dirty="0"/>
              <a:t>Cat Feeding</a:t>
            </a:r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A369337C-20AA-CBA0-1479-A8FF9CA16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25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FBE0558-A36D-E216-E2C1-719E2237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Licences / Certifications</a:t>
            </a:r>
            <a:endParaRPr lang="en-GB" b="1" dirty="0">
              <a:latin typeface="Calibri (Headings)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5885E2A-9A6E-037E-12A8-07D43B0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68288" lvl="1" indent="-268288"/>
            <a:r>
              <a:rPr lang="en-US" altLang="ja-JP" dirty="0"/>
              <a:t>English</a:t>
            </a:r>
          </a:p>
          <a:p>
            <a:pPr marL="725488" lvl="2" indent="-268288"/>
            <a:r>
              <a:rPr lang="en-US" altLang="ja-JP" dirty="0"/>
              <a:t>TOEIC® Listening &amp; Reading 915</a:t>
            </a:r>
            <a:r>
              <a:rPr lang="en-GB" altLang="ja-JP" dirty="0"/>
              <a:t>: Certified on December 2019</a:t>
            </a:r>
            <a:endParaRPr lang="ja-JP" altLang="en-US" dirty="0"/>
          </a:p>
          <a:p>
            <a:pPr marL="268288" lvl="1" indent="-268288"/>
            <a:r>
              <a:rPr lang="en-GB" altLang="ja-JP" dirty="0"/>
              <a:t>Engineering</a:t>
            </a:r>
          </a:p>
          <a:p>
            <a:pPr marL="725488" lvl="2" indent="-268288"/>
            <a:r>
              <a:rPr lang="en-GB" altLang="ja-JP" dirty="0"/>
              <a:t>Information Security Management: Certified on November 2017</a:t>
            </a:r>
          </a:p>
          <a:p>
            <a:pPr marL="725488" lvl="2" indent="-268288"/>
            <a:r>
              <a:rPr lang="en-GB" altLang="ja-JP" dirty="0"/>
              <a:t>Applied Information Technology Engineer: Certified on June 2017</a:t>
            </a:r>
          </a:p>
          <a:p>
            <a:pPr marL="725488" lvl="2" indent="-268288"/>
            <a:r>
              <a:rPr lang="en-GB" altLang="ja-JP" dirty="0"/>
              <a:t>Fundamental Information Technology Engineer: Certified on November 2016</a:t>
            </a:r>
            <a:endParaRPr lang="ja-JP" altLang="en-US" dirty="0"/>
          </a:p>
          <a:p>
            <a:pPr marL="725488" lvl="2" indent="-268288"/>
            <a:r>
              <a:rPr lang="en-US" altLang="ja-JP" dirty="0"/>
              <a:t>IT Passport</a:t>
            </a:r>
            <a:r>
              <a:rPr lang="en-GB" altLang="ja-JP" dirty="0"/>
              <a:t>: Certified on April 2016</a:t>
            </a:r>
            <a:endParaRPr lang="en-GB" altLang="ja-JP" b="0" i="0" dirty="0">
              <a:solidFill>
                <a:srgbClr val="333333"/>
              </a:solidFill>
              <a:effectLst/>
            </a:endParaRPr>
          </a:p>
          <a:p>
            <a:pPr marL="268288" lvl="1" indent="-268288"/>
            <a:r>
              <a:rPr lang="en-GB" altLang="ja-JP" dirty="0">
                <a:solidFill>
                  <a:srgbClr val="333333"/>
                </a:solidFill>
              </a:rPr>
              <a:t>Others</a:t>
            </a:r>
          </a:p>
          <a:p>
            <a:pPr marL="725488" lvl="2" indent="-268288"/>
            <a:r>
              <a:rPr lang="en-GB" altLang="ja-JP" dirty="0">
                <a:solidFill>
                  <a:srgbClr val="333333"/>
                </a:solidFill>
              </a:rPr>
              <a:t>Abacus 2nd Class: </a:t>
            </a:r>
            <a:r>
              <a:rPr lang="en-GB" altLang="ja-JP" dirty="0"/>
              <a:t>Certified on June 2002</a:t>
            </a:r>
          </a:p>
          <a:p>
            <a:pPr marL="725488" lvl="2" indent="-268288"/>
            <a:r>
              <a:rPr lang="en-GB" altLang="ja-JP" b="0" i="0" dirty="0">
                <a:solidFill>
                  <a:srgbClr val="333333"/>
                </a:solidFill>
                <a:effectLst/>
              </a:rPr>
              <a:t>Mental Arithmetic 3rd Class: </a:t>
            </a:r>
            <a:r>
              <a:rPr lang="en-GB" altLang="ja-JP" dirty="0"/>
              <a:t>Certified on February 2001</a:t>
            </a:r>
          </a:p>
        </p:txBody>
      </p:sp>
      <p:sp>
        <p:nvSpPr>
          <p:cNvPr id="11" name="スライド番号プレースホルダー 3">
            <a:extLst>
              <a:ext uri="{FF2B5EF4-FFF2-40B4-BE49-F238E27FC236}">
                <a16:creationId xmlns:a16="http://schemas.microsoft.com/office/drawing/2014/main" id="{F677BD17-1762-0EE1-CB85-AE8256A2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26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">
            <a:extLst>
              <a:ext uri="{FF2B5EF4-FFF2-40B4-BE49-F238E27FC236}">
                <a16:creationId xmlns:a16="http://schemas.microsoft.com/office/drawing/2014/main" id="{6F3B6ACF-0A65-E8ED-0DFA-FEFBA9608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Skill Stack</a:t>
            </a:r>
            <a:endParaRPr lang="en-GB" b="1" dirty="0">
              <a:latin typeface="Calibri (Headings)"/>
            </a:endParaRP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44D11297-842B-70CC-F678-E5C19C7C1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2400" dirty="0"/>
              <a:t>Languages</a:t>
            </a:r>
            <a:endParaRPr lang="ja-JP" altLang="en-US" sz="2400" dirty="0"/>
          </a:p>
          <a:p>
            <a:pPr marL="717550" lvl="1" indent="-260350"/>
            <a:r>
              <a:rPr lang="en-GB" altLang="ja-JP" sz="2000" dirty="0"/>
              <a:t>Japanese: Native Proficiency</a:t>
            </a:r>
          </a:p>
          <a:p>
            <a:pPr marL="717550" lvl="1" indent="-260350"/>
            <a:r>
              <a:rPr lang="en-GB" altLang="ja-JP" sz="2000" dirty="0"/>
              <a:t>English: Full professional Proficiency</a:t>
            </a:r>
          </a:p>
          <a:p>
            <a:pPr marL="268288" indent="-268288"/>
            <a:r>
              <a:rPr lang="en-GB" altLang="ja-JP" sz="2400" dirty="0"/>
              <a:t>Development</a:t>
            </a:r>
          </a:p>
          <a:p>
            <a:pPr marL="717550" lvl="1" indent="-260350"/>
            <a:r>
              <a:rPr lang="en-GB" altLang="ja-JP" sz="2000" b="1" dirty="0"/>
              <a:t>Backend: Ruby(Ruby on Rails)</a:t>
            </a:r>
            <a:r>
              <a:rPr lang="en-GB" altLang="ja-JP" sz="2000" dirty="0"/>
              <a:t>, Python</a:t>
            </a:r>
          </a:p>
          <a:p>
            <a:pPr marL="717550" lvl="1" indent="-260350"/>
            <a:r>
              <a:rPr lang="en-GB" altLang="ja-JP" sz="2000" dirty="0"/>
              <a:t>Frontend: TypeScript + React.js, TypeScript +Vue.js</a:t>
            </a:r>
          </a:p>
          <a:p>
            <a:pPr marL="717550" lvl="1" indent="-260350"/>
            <a:r>
              <a:rPr lang="en-GB" altLang="ja-JP" sz="2000" b="1" dirty="0"/>
              <a:t>Database: MySQL</a:t>
            </a:r>
            <a:r>
              <a:rPr lang="en-GB" altLang="ja-JP" sz="2000" dirty="0"/>
              <a:t>, PostgreSQL, MongoDB</a:t>
            </a:r>
          </a:p>
          <a:p>
            <a:pPr marL="717550" lvl="1" indent="-260350"/>
            <a:r>
              <a:rPr lang="en-GB" altLang="ja-JP" sz="2000" b="1" dirty="0"/>
              <a:t>Architecture: Monolith, Modular Monolith</a:t>
            </a:r>
          </a:p>
          <a:p>
            <a:pPr marL="717550" lvl="1" indent="-260350"/>
            <a:r>
              <a:rPr lang="en-GB" altLang="ja-JP" sz="2000" dirty="0"/>
              <a:t>Hosting: AWS ESK</a:t>
            </a:r>
          </a:p>
          <a:p>
            <a:pPr marL="717550" lvl="1" indent="-260350"/>
            <a:r>
              <a:rPr lang="en-GB" altLang="ja-JP" sz="2000" dirty="0"/>
              <a:t>Versioning: Git, GitHub</a:t>
            </a:r>
          </a:p>
          <a:p>
            <a:pPr marL="717550" lvl="1" indent="-260350"/>
            <a:r>
              <a:rPr lang="en-GB" altLang="ja-JP" sz="2000" b="1" dirty="0"/>
              <a:t>CI/CD: GitHub Actions</a:t>
            </a:r>
            <a:r>
              <a:rPr lang="en-GB" altLang="ja-JP" sz="2000" dirty="0"/>
              <a:t>, ArgoCD</a:t>
            </a:r>
          </a:p>
          <a:p>
            <a:pPr marL="717550" lvl="1" indent="-260350"/>
            <a:r>
              <a:rPr lang="en-GB" altLang="ja-JP" sz="2000" dirty="0"/>
              <a:t>Monitoring: Datadog, Sentry</a:t>
            </a:r>
            <a:endParaRPr lang="en-GB" altLang="ja-JP" dirty="0"/>
          </a:p>
        </p:txBody>
      </p:sp>
      <p:sp>
        <p:nvSpPr>
          <p:cNvPr id="15" name="スライド番号プレースホルダー 3">
            <a:extLst>
              <a:ext uri="{FF2B5EF4-FFF2-40B4-BE49-F238E27FC236}">
                <a16:creationId xmlns:a16="http://schemas.microsoft.com/office/drawing/2014/main" id="{9CB299E2-135F-29C2-9A98-CF4573B36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8B731A-DCF7-4273-BA1A-21517ACBB5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5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1C602F30-E1C6-1F2F-21F4-8F40615B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C23D683E-FA05-ADEB-8B16-CF2AD2EB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4106521-B005-07B3-3F9F-377456EDA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183868"/>
              </p:ext>
            </p:extLst>
          </p:nvPr>
        </p:nvGraphicFramePr>
        <p:xfrm>
          <a:off x="836798" y="1822829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Aug 2021 -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Saas(Educational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CI/CD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Weekly Release Manager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LT Speaker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976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Feb 2020 - Dec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SaaS(Chatbot Platform)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Documentation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Technical Debt Resolution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Inspection of Alternative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9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5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36582-20DE-7B44-85BC-65B8DEE25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732DA7-23E6-E9FA-0F8C-C4DDB007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noFill/>
          </a:ln>
        </p:spPr>
        <p:txBody>
          <a:bodyPr/>
          <a:lstStyle/>
          <a:p>
            <a:pPr algn="ctr"/>
            <a:r>
              <a:rPr kumimoji="1" lang="en-GB" altLang="ja-JP" b="1" dirty="0">
                <a:latin typeface="Calibri (Headings)"/>
              </a:rPr>
              <a:t>Work Histories</a:t>
            </a:r>
            <a:endParaRPr kumimoji="1" lang="ja-JP" altLang="en-US" b="1" dirty="0">
              <a:latin typeface="Calibri (Headings)"/>
            </a:endParaRP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7A90FA71-FA92-6E9C-ABDE-1325ACC5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ln>
            <a:noFill/>
          </a:ln>
        </p:spPr>
        <p:txBody>
          <a:bodyPr/>
          <a:lstStyle/>
          <a:p>
            <a:fld id="{CC8B731A-DCF7-4273-BA1A-21517ACBB5E5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DC1DE7-A6BF-8A68-3542-CB4A34808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202808"/>
              </p:ext>
            </p:extLst>
          </p:nvPr>
        </p:nvGraphicFramePr>
        <p:xfrm>
          <a:off x="836798" y="1822829"/>
          <a:ext cx="10515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765">
                  <a:extLst>
                    <a:ext uri="{9D8B030D-6E8A-4147-A177-3AD203B41FA5}">
                      <a16:colId xmlns:a16="http://schemas.microsoft.com/office/drawing/2014/main" val="2877444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01988920"/>
                    </a:ext>
                  </a:extLst>
                </a:gridCol>
                <a:gridCol w="1900107">
                  <a:extLst>
                    <a:ext uri="{9D8B030D-6E8A-4147-A177-3AD203B41FA5}">
                      <a16:colId xmlns:a16="http://schemas.microsoft.com/office/drawing/2014/main" val="2452243297"/>
                    </a:ext>
                  </a:extLst>
                </a:gridCol>
                <a:gridCol w="3785528">
                  <a:extLst>
                    <a:ext uri="{9D8B030D-6E8A-4147-A177-3AD203B41FA5}">
                      <a16:colId xmlns:a16="http://schemas.microsoft.com/office/drawing/2014/main" val="254882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19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Jun 2018 - Jan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Contract-basis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Software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Backend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Frontend Development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Troubleshooting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Quality Assurance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Tech Blog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Apr 2016 - Jan 2018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Engineering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System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Corporate Account Admin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Windows Server Maintenance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Security Admin Assistant</a:t>
                      </a:r>
                    </a:p>
                    <a:p>
                      <a:pPr marL="180975" indent="-180975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Internationalisation / Localisation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99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506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D553AB-D58D-69E1-90A9-DB681C116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International-Exchange Activities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270BA43B-9A60-498A-AD8C-ADFC74E2B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8B731A-DCF7-4273-BA1A-21517ACBB5E5}" type="slidenum">
              <a:rPr lang="en-GB" smtClean="0"/>
              <a:t>7</a:t>
            </a:fld>
            <a:endParaRPr lang="en-GB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07F5AA6E-7EE5-E4ED-A989-6F6F4BC60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0270"/>
            <a:ext cx="10515600" cy="4343898"/>
          </a:xfrm>
          <a:ln>
            <a:noFill/>
          </a:ln>
        </p:spPr>
        <p:txBody>
          <a:bodyPr>
            <a:normAutofit/>
          </a:bodyPr>
          <a:lstStyle/>
          <a:p>
            <a:pPr marL="268288" indent="-268288"/>
            <a:r>
              <a:rPr lang="en-GB" altLang="ja-JP" sz="1600" dirty="0"/>
              <a:t>Activities in University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English Linguistics Seminar</a:t>
            </a:r>
            <a:r>
              <a:rPr lang="en-US" altLang="ja-JP" sz="1400" dirty="0"/>
              <a:t>(</a:t>
            </a:r>
            <a:r>
              <a:rPr lang="en-GB" altLang="ja-JP" sz="1400" dirty="0"/>
              <a:t>Focusing on Mass Media English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/>
              <a:t>International-Exchange Clubs</a:t>
            </a:r>
            <a:r>
              <a:rPr lang="en-US" altLang="ja-JP" sz="1400" dirty="0"/>
              <a:t>(</a:t>
            </a:r>
            <a:r>
              <a:rPr lang="en-GB" altLang="ja-JP" sz="1400" dirty="0"/>
              <a:t>The 2nd Year</a:t>
            </a:r>
            <a:r>
              <a:rPr lang="en-US" altLang="ja-JP" sz="1400" dirty="0"/>
              <a:t>)</a:t>
            </a:r>
          </a:p>
          <a:p>
            <a:pPr marL="536575" lvl="1" indent="-268288"/>
            <a:r>
              <a:rPr lang="en-GB" altLang="ja-JP" sz="1400" dirty="0">
                <a:hlinkClick r:id="rId3"/>
              </a:rPr>
              <a:t>International-Exchange Programmes conducted by Japan Cabinet Office</a:t>
            </a:r>
            <a:r>
              <a:rPr lang="en-US" altLang="ja-JP" sz="1400" dirty="0"/>
              <a:t>(2013</a:t>
            </a:r>
            <a:r>
              <a:rPr lang="ja-JP" altLang="en-US" sz="1400" dirty="0"/>
              <a:t> </a:t>
            </a:r>
            <a:r>
              <a:rPr lang="en-US" altLang="ja-JP" sz="1400" dirty="0"/>
              <a:t>- 2016)</a:t>
            </a:r>
          </a:p>
          <a:p>
            <a:pPr marL="536575" lvl="1" indent="-268288"/>
            <a:r>
              <a:rPr lang="en-GB" altLang="ja-JP" sz="1400" dirty="0"/>
              <a:t>Japanese Linguistics Course(The Final Year)</a:t>
            </a:r>
            <a:endParaRPr lang="en-US" altLang="ja-JP" sz="1400" dirty="0"/>
          </a:p>
          <a:p>
            <a:pPr marL="268288" indent="-268288"/>
            <a:r>
              <a:rPr lang="en-GB" altLang="ja-JP" sz="1600" dirty="0"/>
              <a:t>Overseas Life Experience</a:t>
            </a:r>
            <a:endParaRPr lang="ja-JP" altLang="en-US" sz="1600" dirty="0"/>
          </a:p>
          <a:p>
            <a:pPr marL="536575" lvl="1" indent="-268288"/>
            <a:r>
              <a:rPr lang="en-GB" altLang="ja-JP" sz="1400" dirty="0"/>
              <a:t>Working Holiday in Australia</a:t>
            </a:r>
            <a:r>
              <a:rPr lang="en-US" altLang="ja-JP" sz="1400" dirty="0"/>
              <a:t>(April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</a:t>
            </a:r>
            <a:r>
              <a:rPr lang="en-GB" altLang="ja-JP" sz="1400" dirty="0"/>
              <a:t>March 2015</a:t>
            </a:r>
            <a:r>
              <a:rPr lang="en-US" altLang="ja-JP" sz="1400" dirty="0"/>
              <a:t>)</a:t>
            </a:r>
          </a:p>
          <a:p>
            <a:pPr marL="728662" lvl="2" indent="-285750"/>
            <a:r>
              <a:rPr lang="en-GB" altLang="ja-JP" sz="1200" dirty="0"/>
              <a:t>Language School for 1 month in Sydney</a:t>
            </a:r>
          </a:p>
          <a:p>
            <a:pPr marL="728662" lvl="2" indent="-285750"/>
            <a:r>
              <a:rPr lang="en-GB" altLang="ja-JP" sz="1200" dirty="0"/>
              <a:t>Work for 6 Months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4"/>
              </a:rPr>
              <a:t>Hamilton Island Resort</a:t>
            </a:r>
            <a:endParaRPr lang="en-GB" altLang="ja-JP" sz="1200" dirty="0"/>
          </a:p>
          <a:p>
            <a:pPr marL="728662" lvl="2" indent="-285750"/>
            <a:r>
              <a:rPr lang="en-GB" altLang="ja-JP" sz="1200" dirty="0"/>
              <a:t>Volunteering for 1 Month as Assistant Teacher of Japanese Language at</a:t>
            </a:r>
            <a:r>
              <a:rPr lang="ja-JP" altLang="en-US" sz="1200" dirty="0"/>
              <a:t> </a:t>
            </a:r>
            <a:r>
              <a:rPr lang="en-GB" altLang="ja-JP" sz="1200" dirty="0">
                <a:hlinkClick r:id="rId5"/>
              </a:rPr>
              <a:t>St Ives High School</a:t>
            </a:r>
            <a:r>
              <a:rPr lang="ja-JP" altLang="en-US" sz="1200" dirty="0"/>
              <a:t> </a:t>
            </a:r>
            <a:r>
              <a:rPr lang="en-GB" altLang="ja-JP" sz="1200" dirty="0"/>
              <a:t>in</a:t>
            </a:r>
            <a:r>
              <a:rPr lang="ja-JP" altLang="en-US" sz="1200" dirty="0"/>
              <a:t> </a:t>
            </a:r>
            <a:r>
              <a:rPr lang="en-GB" altLang="ja-JP" sz="1200" dirty="0"/>
              <a:t>NSW</a:t>
            </a:r>
            <a:endParaRPr lang="en-US" altLang="ja-JP" sz="1200" dirty="0"/>
          </a:p>
          <a:p>
            <a:pPr marL="268288" indent="-268288"/>
            <a:r>
              <a:rPr lang="en-GB" altLang="ja-JP" sz="1600" dirty="0"/>
              <a:t>Other Activities</a:t>
            </a:r>
            <a:endParaRPr lang="ja-JP" altLang="en-US" sz="900" dirty="0"/>
          </a:p>
          <a:p>
            <a:pPr marL="536575" lvl="1" indent="-268288"/>
            <a:r>
              <a:rPr lang="en-GB" altLang="ja-JP" sz="1400" dirty="0"/>
              <a:t>Keep Everyday Journal in English</a:t>
            </a:r>
            <a:r>
              <a:rPr lang="ja-JP" altLang="en-US" sz="1400" dirty="0"/>
              <a:t> </a:t>
            </a:r>
            <a:r>
              <a:rPr lang="en-GB" altLang="ja-JP" sz="1400" dirty="0"/>
              <a:t>(</a:t>
            </a:r>
            <a:r>
              <a:rPr lang="en-US" altLang="ja-JP" sz="1400" dirty="0"/>
              <a:t>April 2014</a:t>
            </a:r>
            <a:r>
              <a:rPr lang="ja-JP" altLang="en-US" sz="1400" dirty="0"/>
              <a:t> </a:t>
            </a:r>
            <a:r>
              <a:rPr lang="en-US" altLang="ja-JP" sz="1400" dirty="0"/>
              <a:t>- Present</a:t>
            </a:r>
            <a:r>
              <a:rPr lang="en-GB" altLang="ja-JP" sz="1400" dirty="0"/>
              <a:t>)</a:t>
            </a:r>
            <a:endParaRPr lang="en-US" altLang="ja-JP" sz="1400" dirty="0">
              <a:hlinkClick r:id="rId6"/>
            </a:endParaRPr>
          </a:p>
          <a:p>
            <a:pPr marL="536575" lvl="1" indent="-268288"/>
            <a:r>
              <a:rPr lang="en-US" altLang="ja-JP" sz="1400" dirty="0">
                <a:hlinkClick r:id="rId7"/>
              </a:rPr>
              <a:t>Sunrise Toastmasters Club</a:t>
            </a:r>
            <a:r>
              <a:rPr lang="en-US" altLang="ja-JP" sz="1400" dirty="0"/>
              <a:t>(February 2017</a:t>
            </a:r>
            <a:r>
              <a:rPr lang="ja-JP" altLang="en-US" sz="1400" dirty="0"/>
              <a:t> </a:t>
            </a:r>
            <a:r>
              <a:rPr lang="en-US" altLang="ja-JP" sz="1400" dirty="0"/>
              <a:t>- March 2018)</a:t>
            </a:r>
          </a:p>
          <a:p>
            <a:pPr marL="536575" lvl="1" indent="-268288"/>
            <a:r>
              <a:rPr lang="en-US" altLang="ja-JP" sz="1400" dirty="0">
                <a:hlinkClick r:id="rId8"/>
              </a:rPr>
              <a:t>Vital Japan</a:t>
            </a:r>
            <a:r>
              <a:rPr lang="en-US" altLang="ja-JP" sz="1400" dirty="0"/>
              <a:t>(January 2018 - July 2019</a:t>
            </a:r>
            <a:r>
              <a:rPr lang="en-GB" altLang="ja-JP" sz="1400" dirty="0"/>
              <a:t>, October 2022 - February 2023</a:t>
            </a:r>
            <a:r>
              <a:rPr lang="en-US" altLang="ja-JP" sz="1400" dirty="0"/>
              <a:t>) </a:t>
            </a:r>
          </a:p>
          <a:p>
            <a:pPr marL="536575" lvl="1" indent="-268288"/>
            <a:r>
              <a:rPr lang="en-GB" altLang="ja-JP" sz="1400" dirty="0"/>
              <a:t>Self Learning and Training of English Language</a:t>
            </a:r>
          </a:p>
          <a:p>
            <a:pPr marL="536575" lvl="1" indent="-268288"/>
            <a:r>
              <a:rPr lang="en-GB" altLang="ja-JP" sz="1400" dirty="0"/>
              <a:t>Participation Ruby-Related </a:t>
            </a:r>
            <a:r>
              <a:rPr lang="en-GB" altLang="ja-JP" sz="1400"/>
              <a:t>Tech Conferences</a:t>
            </a:r>
            <a:endParaRPr lang="en-GB" altLang="ja-JP" sz="1400" dirty="0"/>
          </a:p>
        </p:txBody>
      </p:sp>
    </p:spTree>
    <p:extLst>
      <p:ext uri="{BB962C8B-B14F-4D97-AF65-F5344CB8AC3E}">
        <p14:creationId xmlns:p14="http://schemas.microsoft.com/office/powerpoint/2010/main" val="2567433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B69D39-AAC7-42C5-8747-4B518371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Agenda</a:t>
            </a:r>
            <a:endParaRPr lang="en-GB" b="1" dirty="0">
              <a:latin typeface="Calibri (Headings)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65C527-BB5B-4296-B5C9-8645D3BC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3" action="ppaction://hlinksldjump"/>
              </a:rPr>
              <a:t>What Dragon Ball Series Are About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4" action="ppaction://hlinksldjump"/>
              </a:rPr>
              <a:t>Top 7 Riddles of Dragon Ball Series</a:t>
            </a:r>
            <a:endParaRPr lang="en-GB" altLang="ja-JP" sz="2400" dirty="0">
              <a:sym typeface="Arial"/>
            </a:endParaRPr>
          </a:p>
          <a:p>
            <a:pPr marL="360363" indent="-360363">
              <a:buClr>
                <a:schemeClr val="dk1"/>
              </a:buClr>
              <a:buSzPts val="2800"/>
              <a:buAutoNum type="arabicPeriod"/>
            </a:pPr>
            <a:r>
              <a:rPr lang="en-GB" altLang="ja-JP" sz="2400" dirty="0">
                <a:sym typeface="Arial"/>
                <a:hlinkClick r:id="rId5" action="ppaction://hlinksldjump"/>
              </a:rPr>
              <a:t>Summary</a:t>
            </a:r>
            <a:endParaRPr lang="en-GB" altLang="ja-JP" sz="2400" dirty="0">
              <a:sym typeface="Arial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D8F513-A7B1-4711-A8CD-4E8A5B6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1</a:t>
            </a:r>
            <a:r>
              <a:rPr lang="en-US" altLang="ja-JP" b="1" dirty="0">
                <a:latin typeface="Calibri (Headings)"/>
              </a:rPr>
              <a:t>. </a:t>
            </a:r>
            <a:r>
              <a:rPr lang="en-GB" altLang="ja-JP" b="1" dirty="0">
                <a:latin typeface="Calibri (Headings)"/>
                <a:sym typeface="Arial"/>
              </a:rPr>
              <a:t>What Dragon Ball Series Are About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41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What Dragon Ball Is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10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4604" marR="352425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Dragon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Ball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series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comics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anime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rooted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1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Journey</a:t>
            </a:r>
            <a:r>
              <a:rPr kumimoji="0" lang="en-GB" sz="2400" b="0" i="1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1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1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GB" sz="2400" b="0" i="1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West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  <a:p>
            <a:pPr marL="14604" marR="111760" lvl="0" indent="0" defTabSz="914400" eaLnBrk="1" fontAlgn="auto" latinLnBrk="0" hangingPunct="1">
              <a:lnSpc>
                <a:spcPts val="259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describes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journey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battles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wonderful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balls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called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Dragon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Ball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realises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hope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within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ability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Creator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7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balls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collected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specific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spell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cast.</a:t>
            </a:r>
          </a:p>
          <a:p>
            <a:pPr marL="14604" marR="109220" lvl="0" indent="0" defTabSz="914400" eaLnBrk="1" fontAlgn="auto" latinLnBrk="0" hangingPunct="1">
              <a:lnSpc>
                <a:spcPts val="259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economic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effect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huge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author,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Akira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Toriyama,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wished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cease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after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Frieza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episodes,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publisher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allow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it.</a:t>
            </a:r>
          </a:p>
          <a:p>
            <a:pPr marL="14604" marR="5080" lvl="0" indent="0" defTabSz="914400" eaLnBrk="1" fontAlgn="auto" latinLnBrk="0" hangingPunct="1">
              <a:lnSpc>
                <a:spcPts val="259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result,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Dragon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Ball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became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long-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running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comic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series,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loads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funny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contradictions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settings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characters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situations.</a:t>
            </a:r>
          </a:p>
        </p:txBody>
      </p:sp>
    </p:spTree>
    <p:extLst>
      <p:ext uri="{BB962C8B-B14F-4D97-AF65-F5344CB8AC3E}">
        <p14:creationId xmlns:p14="http://schemas.microsoft.com/office/powerpoint/2010/main" val="371528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The World of View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11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Currency: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Z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Language: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Japanese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cosmopolitan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language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Barometer</a:t>
            </a:r>
            <a:r>
              <a:rPr kumimoji="0" lang="en-GB" sz="24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Strength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350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Battle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Power:</a:t>
            </a:r>
            <a:r>
              <a:rPr kumimoji="0" lang="en-GB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Scored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called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Scouter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482600" lvl="2" indent="-253365" algn="just" defTabSz="914400" eaLnBrk="1" fontAlgn="auto" latinLnBrk="0" hangingPunct="1">
              <a:lnSpc>
                <a:spcPts val="1939"/>
              </a:lnSpc>
              <a:spcBef>
                <a:spcPts val="5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Goku:</a:t>
            </a:r>
            <a:r>
              <a:rPr kumimoji="0" lang="en-GB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10(Beginning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) →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180(The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22nd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World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Martial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Arts</a:t>
            </a:r>
            <a:r>
              <a:rPr kumimoji="0" lang="en-GB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Tournament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) →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260(vs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Great</a:t>
            </a:r>
            <a:r>
              <a:rPr kumimoji="0" lang="en-GB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Satan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Piccolo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) →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334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-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416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-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924(vs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Radditz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) →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8000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-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32000(vs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Nappa</a:t>
            </a:r>
            <a:r>
              <a:rPr kumimoji="0" lang="en-GB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&amp;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Vegita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) →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5000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-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90000</a:t>
            </a:r>
            <a:r>
              <a:rPr kumimoji="0" lang="en-GB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-</a:t>
            </a:r>
            <a:r>
              <a:rPr kumimoji="0" lang="en-GB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180000(vs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 </a:t>
            </a: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Ginyu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Special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Force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) → 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300</a:t>
            </a:r>
            <a:r>
              <a:rPr kumimoji="0" lang="ja-JP" altLang="en-US" sz="1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万 </a:t>
            </a:r>
            <a:r>
              <a:rPr kumimoji="0" lang="en-US" altLang="ja-JP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- 1</a:t>
            </a:r>
            <a:r>
              <a: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億</a:t>
            </a:r>
            <a:r>
              <a:rPr kumimoji="0" lang="en-US" altLang="ja-JP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5000</a:t>
            </a:r>
            <a:r>
              <a: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万</a:t>
            </a:r>
            <a:r>
              <a:rPr kumimoji="0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vs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Frieza)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27710" marR="5080" lvl="1" indent="-258445" algn="just" defTabSz="914400" eaLnBrk="1" fontAlgn="auto" latinLnBrk="0" hangingPunct="1">
              <a:lnSpc>
                <a:spcPts val="2160"/>
              </a:lnSpc>
              <a:spcBef>
                <a:spcPts val="509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Kili: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Scored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Dark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Wizard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Babidi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has.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Character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200</a:t>
            </a:r>
            <a:r>
              <a:rPr kumimoji="0" lang="en-GB" sz="2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300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kilis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said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be 	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able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destroy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couple</a:t>
            </a:r>
            <a:r>
              <a:rPr kumimoji="0" lang="en-GB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planets.</a:t>
            </a: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2" indent="-252729" algn="just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</a:tabLst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Goku: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3000</a:t>
            </a:r>
            <a:r>
              <a:rPr kumimoji="0" lang="en-GB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Kilis(Full</a:t>
            </a:r>
            <a:r>
              <a:rPr kumimoji="0" lang="en-GB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</a:t>
            </a:r>
            <a:r>
              <a:rPr kumimoji="0" lang="en-GB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Super</a:t>
            </a:r>
            <a:r>
              <a:rPr kumimoji="0" lang="en-GB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Saiyan</a:t>
            </a:r>
            <a:r>
              <a:rPr kumimoji="0" lang="en-GB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1)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79830" marR="0" lvl="2" indent="-252729" algn="just" defTabSz="914400" eaLnBrk="1" fontAlgn="auto" latinLnBrk="0" hangingPunct="1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179830" algn="l"/>
              </a:tabLst>
              <a:defRPr/>
            </a:pPr>
            <a:r>
              <a:rPr kumimoji="0" lang="en-GB" sz="1800" b="0" i="0" u="none" strike="noStrike" kern="0" cap="none" spc="-25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Yakon</a:t>
            </a:r>
            <a:r>
              <a:rPr kumimoji="0" lang="en-GB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800</a:t>
            </a:r>
            <a:r>
              <a:rPr kumimoji="0" lang="en-GB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Kilis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1716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Species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12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93675" marR="0" lvl="0" indent="-180975" defTabSz="914400" eaLnBrk="1" fontAlgn="auto" latinLnBrk="0" hangingPunct="1">
              <a:lnSpc>
                <a:spcPts val="21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3675" algn="l"/>
              </a:tabLst>
              <a:defRPr/>
            </a:pPr>
            <a:r>
              <a:rPr kumimoji="0" lang="en-GB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Earthians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6270" marR="0" lvl="1" indent="-166370" defTabSz="914400" eaLnBrk="1" fontAlgn="auto" latinLnBrk="0" hangingPunct="1">
              <a:lnSpc>
                <a:spcPts val="15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6270" algn="l"/>
              </a:tabLst>
              <a:defRPr/>
            </a:pP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Humanoid</a:t>
            </a:r>
            <a:r>
              <a:rPr kumimoji="0" lang="en-GB" sz="15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Earthians:</a:t>
            </a:r>
            <a:r>
              <a:rPr kumimoji="0" lang="en-GB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Kurillin,</a:t>
            </a:r>
            <a:r>
              <a:rPr kumimoji="0" lang="en-GB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Yamcha,</a:t>
            </a:r>
            <a:r>
              <a:rPr kumimoji="0" lang="en-GB" sz="15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Master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Roshi,</a:t>
            </a:r>
            <a:r>
              <a:rPr kumimoji="0" lang="en-GB" sz="1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Tenshinhan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(Strictly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lang="en-GB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Earthian</a:t>
            </a:r>
            <a:r>
              <a:rPr kumimoji="0" lang="en-GB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offspring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1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Three-</a:t>
            </a:r>
            <a:r>
              <a:rPr kumimoji="0" lang="en-GB" sz="1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Eyed</a:t>
            </a: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7540" marR="0" lvl="0" indent="0" defTabSz="914400" eaLnBrk="1" fontAlgn="auto" latinLnBrk="0" hangingPunct="1">
              <a:lnSpc>
                <a:spcPts val="15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Family)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6270" marR="0" lvl="1" indent="-166370" defTabSz="914400" eaLnBrk="1" fontAlgn="auto" latinLnBrk="0" hangingPunct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6270" algn="l"/>
              </a:tabLst>
              <a:defRPr/>
            </a:pP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Animal</a:t>
            </a:r>
            <a:r>
              <a:rPr kumimoji="0" lang="en-GB" sz="15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Earthians:</a:t>
            </a:r>
            <a:r>
              <a:rPr kumimoji="0" lang="en-GB" sz="15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Hermit</a:t>
            </a:r>
            <a:r>
              <a:rPr kumimoji="0" lang="en-GB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Karin,</a:t>
            </a:r>
            <a:r>
              <a:rPr kumimoji="0" lang="en-GB" sz="15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Male</a:t>
            </a:r>
            <a:r>
              <a:rPr kumimoji="0" lang="en-GB" sz="15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Wolf,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Giran</a:t>
            </a:r>
            <a:r>
              <a:rPr kumimoji="0" lang="en-GB" sz="15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6270" marR="0" lvl="1" indent="-166370" defTabSz="914400" eaLnBrk="1" fontAlgn="auto" latinLnBrk="0" hangingPunct="1">
              <a:lnSpc>
                <a:spcPts val="17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6270" algn="l"/>
              </a:tabLst>
              <a:defRPr/>
            </a:pP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Humanoid</a:t>
            </a:r>
            <a:r>
              <a:rPr kumimoji="0" lang="en-GB" sz="15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Cyborg:</a:t>
            </a:r>
            <a:r>
              <a:rPr kumimoji="0" lang="en-GB" sz="15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No.8,</a:t>
            </a:r>
            <a:r>
              <a:rPr kumimoji="0" lang="en-GB" sz="15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No.17,</a:t>
            </a:r>
            <a:r>
              <a:rPr kumimoji="0" lang="en-GB" sz="15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No.18,</a:t>
            </a:r>
            <a:r>
              <a:rPr kumimoji="0" lang="en-GB" sz="15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No.20(</a:t>
            </a:r>
            <a:r>
              <a:rPr kumimoji="0" lang="en-GB" sz="1500" b="0" i="0" u="none" strike="noStrike" kern="0" cap="none" spc="-2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Dr.</a:t>
            </a:r>
            <a:r>
              <a:rPr kumimoji="0" lang="en-GB" sz="15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Gero),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Cell</a:t>
            </a: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090930" marR="0" lvl="2" indent="-163830" defTabSz="91440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090930" algn="l"/>
              </a:tabLst>
              <a:defRPr/>
            </a:pP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No.13</a:t>
            </a:r>
            <a:r>
              <a:rPr kumimoji="0" lang="en-GB" sz="13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lang="en-GB" sz="13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15,</a:t>
            </a:r>
            <a:r>
              <a:rPr kumimoji="0" lang="en-GB" sz="13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No.16</a:t>
            </a:r>
            <a:r>
              <a:rPr kumimoji="0" lang="en-GB" sz="13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3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No.19</a:t>
            </a:r>
            <a:r>
              <a:rPr kumimoji="0" lang="en-GB" sz="13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were</a:t>
            </a:r>
            <a:r>
              <a:rPr kumimoji="0" lang="en-GB" sz="13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manufactured </a:t>
            </a: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13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3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scratch,</a:t>
            </a:r>
            <a:r>
              <a:rPr kumimoji="0" lang="en-GB" sz="13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13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13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13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13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counted</a:t>
            </a:r>
            <a:r>
              <a:rPr kumimoji="0" lang="en-GB" sz="13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3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13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Earthian.</a:t>
            </a:r>
            <a:endParaRPr kumimoji="0" lang="en-GB" sz="1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93675" marR="0" lvl="0" indent="-180975" defTabSz="914400" eaLnBrk="1" fontAlgn="auto" latinLnBrk="0" hangingPunct="1">
              <a:lnSpc>
                <a:spcPts val="2135"/>
              </a:lnSpc>
              <a:spcBef>
                <a:spcPts val="35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3675" algn="l"/>
              </a:tabLst>
              <a:defRPr/>
            </a:pPr>
            <a:r>
              <a:rPr kumimoji="0" lang="en-GB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Aliens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6270" marR="0" lvl="1" indent="-166370" defTabSz="914400" eaLnBrk="1" fontAlgn="auto" latinLnBrk="0" hangingPunct="1">
              <a:lnSpc>
                <a:spcPts val="1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6270" algn="l"/>
              </a:tabLst>
              <a:defRPr/>
            </a:pP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Humanoid</a:t>
            </a:r>
            <a:r>
              <a:rPr kumimoji="0" lang="en-GB" sz="15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Aliens:</a:t>
            </a:r>
            <a:r>
              <a:rPr kumimoji="0" lang="en-GB" sz="1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Saiyans(Goku,</a:t>
            </a:r>
            <a:r>
              <a:rPr kumimoji="0" lang="en-GB" sz="15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Vegita,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Nappa,</a:t>
            </a:r>
            <a:r>
              <a:rPr kumimoji="0" lang="en-GB" sz="15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Radditz</a:t>
            </a:r>
            <a:r>
              <a:rPr kumimoji="0" lang="en-GB" sz="15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etc.),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Recoome</a:t>
            </a: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6270" marR="0" lvl="1" indent="-166370" defTabSz="914400" eaLnBrk="1" fontAlgn="auto" latinLnBrk="0" hangingPunct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6270" algn="l"/>
              </a:tabLst>
              <a:defRPr/>
            </a:pP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Non-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Humanoid</a:t>
            </a:r>
            <a:r>
              <a:rPr kumimoji="0" lang="en-GB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Aliens:</a:t>
            </a:r>
            <a:r>
              <a:rPr kumimoji="0" lang="en-GB" sz="15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Namekians(Piccolo</a:t>
            </a:r>
            <a:r>
              <a:rPr kumimoji="0" lang="en-GB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etc.),</a:t>
            </a:r>
            <a:r>
              <a:rPr kumimoji="0" lang="en-GB" sz="15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Cui,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Guludo,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Dodoria</a:t>
            </a:r>
            <a:r>
              <a:rPr kumimoji="0" lang="en-GB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6270" marR="0" lvl="1" indent="-166370" defTabSz="914400" eaLnBrk="1" fontAlgn="auto" latinLnBrk="0" hangingPunct="1"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6270" algn="l"/>
              </a:tabLst>
              <a:defRPr/>
            </a:pPr>
            <a:r>
              <a:rPr kumimoji="0" lang="en-GB" sz="1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Transformable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Aliens:</a:t>
            </a:r>
            <a:r>
              <a:rPr kumimoji="0" lang="en-GB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Frieza,</a:t>
            </a:r>
            <a:r>
              <a:rPr kumimoji="0" lang="en-GB" sz="15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Cooler,</a:t>
            </a:r>
            <a:r>
              <a:rPr kumimoji="0" lang="en-GB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Zarbon</a:t>
            </a: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93675" marR="0" lvl="0" indent="-180975" defTabSz="914400" eaLnBrk="1" fontAlgn="auto" latinLnBrk="0" hangingPunct="1">
              <a:lnSpc>
                <a:spcPts val="214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93675" algn="l"/>
              </a:tabLst>
              <a:defRPr/>
            </a:pPr>
            <a:r>
              <a:rPr kumimoji="0" lang="en-GB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Demons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6270" marR="0" lvl="1" indent="-166370" defTabSz="914400" eaLnBrk="1" fontAlgn="auto" latinLnBrk="0" hangingPunct="1">
              <a:lnSpc>
                <a:spcPts val="1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6270" algn="l"/>
              </a:tabLst>
              <a:defRPr/>
            </a:pP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Said</a:t>
            </a:r>
            <a:r>
              <a:rPr kumimoji="0" lang="en-GB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born</a:t>
            </a:r>
            <a:r>
              <a:rPr kumimoji="0" lang="en-GB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1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Makyo</a:t>
            </a:r>
            <a:r>
              <a:rPr kumimoji="0" lang="en-GB" sz="15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Star,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exceptions</a:t>
            </a:r>
            <a:r>
              <a:rPr kumimoji="0" lang="en-GB" sz="15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like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Piccolo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born</a:t>
            </a:r>
            <a:r>
              <a:rPr kumimoji="0" lang="en-GB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5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raised.</a:t>
            </a: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6270" marR="0" lvl="1" indent="-166370" defTabSz="914400" eaLnBrk="1" fontAlgn="auto" latinLnBrk="0" hangingPunct="1">
              <a:lnSpc>
                <a:spcPts val="1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6270" algn="l"/>
              </a:tabLst>
              <a:defRPr/>
            </a:pP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lang="en-GB" sz="15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body</a:t>
            </a:r>
            <a:r>
              <a:rPr kumimoji="0" lang="en-GB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15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mature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15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born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lang="en-GB" sz="15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incredibly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quickly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grow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up.</a:t>
            </a: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6270" marR="0" lvl="1" indent="-166370" defTabSz="914400" eaLnBrk="1" fontAlgn="auto" latinLnBrk="0" hangingPunct="1">
              <a:lnSpc>
                <a:spcPts val="17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636270" algn="l"/>
              </a:tabLst>
              <a:defRPr/>
            </a:pP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Those</a:t>
            </a:r>
            <a:r>
              <a:rPr kumimoji="0" lang="en-GB" sz="15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killed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Deamons</a:t>
            </a:r>
            <a:r>
              <a:rPr kumimoji="0" lang="en-GB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never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become</a:t>
            </a:r>
            <a:r>
              <a:rPr kumimoji="0" lang="en-GB" sz="15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Buddha</a:t>
            </a:r>
            <a:r>
              <a:rPr kumimoji="0" lang="en-GB" sz="15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5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keep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wandering</a:t>
            </a:r>
            <a:r>
              <a:rPr kumimoji="0" lang="en-GB" sz="15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15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world</a:t>
            </a:r>
            <a:r>
              <a:rPr kumimoji="0" lang="en-GB" sz="15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15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5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pains</a:t>
            </a:r>
            <a:endParaRPr kumimoji="0" lang="en-GB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832735" lvl="0" indent="0" defTabSz="914400" eaLnBrk="1" fontAlgn="auto" latinLnBrk="0" hangingPunct="1">
              <a:lnSpc>
                <a:spcPct val="116100"/>
              </a:lnSpc>
              <a:spcBef>
                <a:spcPts val="17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Humanoid</a:t>
            </a:r>
            <a:r>
              <a:rPr kumimoji="0" lang="en-GB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species</a:t>
            </a:r>
            <a:r>
              <a:rPr kumimoji="0" lang="en-GB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bear</a:t>
            </a:r>
            <a:r>
              <a:rPr kumimoji="0" lang="en-GB" sz="1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children(e.g.,</a:t>
            </a:r>
            <a:r>
              <a:rPr kumimoji="0" lang="en-GB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Gohan,</a:t>
            </a:r>
            <a:r>
              <a:rPr kumimoji="0" lang="en-GB" sz="1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Goten,</a:t>
            </a:r>
            <a:r>
              <a:rPr kumimoji="0" lang="en-GB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Trunks</a:t>
            </a:r>
            <a:r>
              <a:rPr kumimoji="0" lang="en-GB" sz="1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etc.).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Humanoid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Cyborg</a:t>
            </a:r>
            <a:r>
              <a:rPr kumimoji="0" lang="en-GB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No.17</a:t>
            </a:r>
            <a:r>
              <a:rPr kumimoji="0" lang="en-GB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No.18</a:t>
            </a:r>
            <a:r>
              <a:rPr kumimoji="0" lang="en-GB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were</a:t>
            </a:r>
            <a:r>
              <a:rPr kumimoji="0" lang="en-GB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originally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human,</a:t>
            </a:r>
            <a:r>
              <a:rPr kumimoji="0" lang="en-GB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lang="en-GB" sz="1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too.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1320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ja-JP" b="1" dirty="0">
                <a:latin typeface="Calibri (Headings)"/>
              </a:rPr>
              <a:t>Forms of Saiyan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13</a:t>
            </a:fld>
            <a:endParaRPr lang="en-GB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3DA52-4756-C199-E354-46DA3ACB5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Normal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Z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fighters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control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battle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max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ts val="255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Super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Saiyan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1: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350" defTabSz="914400" eaLnBrk="1" fontAlgn="auto" latinLnBrk="0" hangingPunct="1">
              <a:lnSpc>
                <a:spcPts val="2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1st</a:t>
            </a:r>
            <a:r>
              <a:rPr kumimoji="0" lang="en-GB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Phase: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Soon</a:t>
            </a:r>
            <a:r>
              <a:rPr kumimoji="0" lang="en-GB" sz="1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after</a:t>
            </a:r>
            <a:r>
              <a:rPr kumimoji="0" lang="en-GB" sz="1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awaken</a:t>
            </a:r>
            <a:r>
              <a:rPr kumimoji="0" lang="en-GB" sz="1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excited.</a:t>
            </a:r>
            <a:r>
              <a:rPr kumimoji="0" lang="en-GB" sz="1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50</a:t>
            </a:r>
            <a:r>
              <a:rPr kumimoji="0" lang="en-GB" sz="19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times</a:t>
            </a:r>
            <a:r>
              <a:rPr kumimoji="0" lang="en-GB" sz="19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+</a:t>
            </a:r>
            <a:r>
              <a:rPr kumimoji="0" lang="en-GB" sz="19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stronger</a:t>
            </a:r>
            <a:r>
              <a:rPr kumimoji="0" lang="en-GB" sz="19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lang="en-GB" sz="19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9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normal</a:t>
            </a:r>
            <a:r>
              <a:rPr kumimoji="0" lang="en-GB" sz="19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</a:t>
            </a:r>
            <a:r>
              <a:rPr kumimoji="0" lang="en-GB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417830" lvl="1" indent="-260985" defTabSz="914400" eaLnBrk="1" fontAlgn="auto" latinLnBrk="0" hangingPunct="1">
              <a:lnSpc>
                <a:spcPct val="70000"/>
              </a:lnSpc>
              <a:spcBef>
                <a:spcPts val="5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2nd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Phase: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powerful</a:t>
            </a:r>
            <a:r>
              <a:rPr kumimoji="0" lang="en-GB" sz="1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speedier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1st</a:t>
            </a:r>
            <a:r>
              <a:rPr kumimoji="0" lang="en-GB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Phase.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muscular</a:t>
            </a:r>
            <a:r>
              <a:rPr kumimoji="0" lang="en-GB" sz="1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aura </a:t>
            </a:r>
            <a:r>
              <a:rPr kumimoji="0" lang="en-GB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intensely</a:t>
            </a:r>
            <a:r>
              <a:rPr kumimoji="0" lang="en-GB" sz="1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flashes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like</a:t>
            </a:r>
            <a:r>
              <a:rPr kumimoji="0" lang="en-GB" sz="1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fire</a:t>
            </a:r>
            <a:r>
              <a:rPr kumimoji="0" lang="en-GB" sz="1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1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burner.</a:t>
            </a:r>
            <a:endParaRPr kumimoji="0" lang="en-GB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0" lvl="1" indent="-260350" defTabSz="914400" eaLnBrk="1" fontAlgn="auto" latinLnBrk="0" hangingPunct="1">
              <a:lnSpc>
                <a:spcPts val="20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3rd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Phase:</a:t>
            </a:r>
            <a:r>
              <a:rPr kumimoji="0" lang="en-GB" sz="1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Too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muscular</a:t>
            </a:r>
            <a:r>
              <a:rPr kumimoji="0" lang="en-GB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move</a:t>
            </a:r>
            <a:r>
              <a:rPr kumimoji="0" lang="en-GB" sz="1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speedily</a:t>
            </a:r>
            <a:r>
              <a:rPr kumimoji="0" lang="en-GB" sz="1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all.</a:t>
            </a:r>
            <a:endParaRPr kumimoji="0" lang="en-GB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30250" marR="12065" lvl="1" indent="-260985" defTabSz="914400" eaLnBrk="1" fontAlgn="auto" latinLnBrk="0" hangingPunct="1">
              <a:lnSpc>
                <a:spcPct val="70100"/>
              </a:lnSpc>
              <a:spcBef>
                <a:spcPts val="59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730250" algn="l"/>
              </a:tabLst>
              <a:defRPr/>
            </a:pP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Full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Power:</a:t>
            </a:r>
            <a:r>
              <a:rPr kumimoji="0" lang="en-GB" sz="1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1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1st</a:t>
            </a:r>
            <a:r>
              <a:rPr kumimoji="0" lang="en-GB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Phase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stay</a:t>
            </a:r>
            <a:r>
              <a:rPr kumimoji="0" lang="en-GB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calm.</a:t>
            </a:r>
            <a:r>
              <a:rPr kumimoji="0" lang="en-GB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1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fully</a:t>
            </a:r>
            <a:r>
              <a:rPr kumimoji="0" lang="en-GB" sz="1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release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whole</a:t>
            </a:r>
            <a:r>
              <a:rPr kumimoji="0" lang="en-GB" sz="1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potential</a:t>
            </a:r>
            <a:r>
              <a:rPr kumimoji="0" lang="en-GB" sz="1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best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physical</a:t>
            </a:r>
            <a:r>
              <a:rPr kumimoji="0" lang="en-GB" sz="1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balance</a:t>
            </a:r>
            <a:r>
              <a:rPr kumimoji="0" lang="en-GB" sz="1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1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least</a:t>
            </a:r>
            <a:r>
              <a:rPr kumimoji="0" lang="en-GB" sz="1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physical</a:t>
            </a:r>
            <a:r>
              <a:rPr kumimoji="0" lang="en-GB" sz="1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1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damage.</a:t>
            </a:r>
            <a:endParaRPr kumimoji="0" lang="en-GB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5080" lvl="0" indent="-268605" defTabSz="914400" eaLnBrk="1" fontAlgn="auto" latinLnBrk="0" hangingPunct="1">
              <a:lnSpc>
                <a:spcPct val="7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Super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Saiyan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100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times</a:t>
            </a:r>
            <a:r>
              <a:rPr kumimoji="0" lang="en-GB" sz="2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+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stronger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normal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r>
              <a:rPr kumimoji="0" lang="en-GB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finely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stand-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hair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distinctive.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aura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surrounded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sparks.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ts val="2245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Super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Saiyan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400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times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+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stronger</a:t>
            </a:r>
            <a:r>
              <a:rPr kumimoji="0" lang="en-GB" sz="22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normal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Longer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hair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lost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0" defTabSz="914400" eaLnBrk="1" fontAlgn="auto" latinLnBrk="0" hangingPunct="1">
              <a:lnSpc>
                <a:spcPts val="22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eyebrows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typical.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aura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surrounded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sparks.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0" lvl="0" indent="-267970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Legendary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Super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Saiyan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Broly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transform.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Purely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thirsty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bloods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wars.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0670" marR="206375" lvl="0" indent="-268605" defTabSz="914400" eaLnBrk="1" fontAlgn="auto" latinLnBrk="0" hangingPunct="1">
              <a:lnSpc>
                <a:spcPct val="7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80670" algn="l"/>
              </a:tabLst>
              <a:defRPr/>
            </a:pP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Giant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Ape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10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times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+</a:t>
            </a:r>
            <a:r>
              <a:rPr kumimoji="0" lang="en-GB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stronger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lang="en-GB" sz="2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normal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Royal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Family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members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elite fighters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lang="en-GB" sz="22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keep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their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reasons.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6098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2. </a:t>
            </a:r>
            <a:r>
              <a:rPr lang="en-GB" altLang="ja-JP" b="1" dirty="0">
                <a:latin typeface="Calibri (Headings)"/>
                <a:sym typeface="Arial"/>
              </a:rPr>
              <a:t>Top 7 Riddles of Dragon Ball Series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154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ja-JP" b="1" dirty="0">
                <a:latin typeface="Calibri (Headings)"/>
              </a:rPr>
              <a:t>Notes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15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en-GB" altLang="ja-JP" dirty="0"/>
              <a:t>[C] Commonly Described Both in Comics and Anime</a:t>
            </a:r>
          </a:p>
          <a:p>
            <a:pPr marL="0" lvl="1" indent="0">
              <a:buNone/>
            </a:pPr>
            <a:r>
              <a:rPr lang="en-GB" altLang="ja-JP" dirty="0"/>
              <a:t>[A] Described only in Anime</a:t>
            </a:r>
          </a:p>
        </p:txBody>
      </p:sp>
    </p:spTree>
    <p:extLst>
      <p:ext uri="{BB962C8B-B14F-4D97-AF65-F5344CB8AC3E}">
        <p14:creationId xmlns:p14="http://schemas.microsoft.com/office/powerpoint/2010/main" val="1235012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[C] No.1: Transport of Mercenary Tao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16</a:t>
            </a:fld>
            <a:endParaRPr lang="en-GB" dirty="0"/>
          </a:p>
        </p:txBody>
      </p:sp>
      <p:sp>
        <p:nvSpPr>
          <p:cNvPr id="6" name="object 3"/>
          <p:cNvSpPr txBox="1"/>
          <p:nvPr/>
        </p:nvSpPr>
        <p:spPr>
          <a:xfrm>
            <a:off x="916939" y="1710817"/>
            <a:ext cx="6488430" cy="2309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24800"/>
              </a:lnSpc>
              <a:spcBef>
                <a:spcPts val="105"/>
              </a:spcBef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character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prefers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jump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pillar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arrive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destination,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quite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acrobatic. </a:t>
            </a:r>
            <a:r>
              <a:rPr sz="2400" spc="-20" dirty="0">
                <a:latin typeface="Calibri"/>
                <a:cs typeface="Calibri"/>
              </a:rPr>
              <a:t>Theoretically,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destination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without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pillar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catch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so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400" spc="-20" dirty="0">
                <a:latin typeface="Calibri"/>
                <a:cs typeface="Calibri"/>
              </a:rPr>
              <a:t>fast-</a:t>
            </a:r>
            <a:r>
              <a:rPr sz="2400" dirty="0">
                <a:latin typeface="Calibri"/>
                <a:cs typeface="Calibri"/>
              </a:rPr>
              <a:t>moving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reaches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7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6992" y="1392936"/>
            <a:ext cx="3015996" cy="496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96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[C] No.1: Transport of Mercenary Tao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17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705225" marR="5080" lvl="0" indent="-3693160" algn="ctr" defTabSz="914400" eaLnBrk="1" fontAlgn="auto" latinLnBrk="0" hangingPunct="1">
              <a:lnSpc>
                <a:spcPts val="877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705225" marR="5080" lvl="0" indent="-3693160" algn="ctr" defTabSz="914400" eaLnBrk="1" fontAlgn="auto" latinLnBrk="0" hangingPunct="1">
              <a:lnSpc>
                <a:spcPts val="877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7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7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pillar</a:t>
            </a:r>
            <a:r>
              <a:rPr kumimoji="0" lang="en-GB" sz="72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7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7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7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7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7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needed,</a:t>
            </a:r>
          </a:p>
          <a:p>
            <a:pPr marL="3705225" marR="5080" lvl="0" indent="-3693160" algn="ctr" defTabSz="914400" eaLnBrk="1" fontAlgn="auto" latinLnBrk="0" hangingPunct="1">
              <a:lnSpc>
                <a:spcPts val="877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 </a:t>
            </a:r>
            <a:r>
              <a:rPr kumimoji="0" lang="en-GB" sz="7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it?</a:t>
            </a:r>
            <a:endParaRPr kumimoji="0" lang="en-GB" sz="7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lvl="1" indent="0" algn="ctr">
              <a:buNone/>
            </a:pPr>
            <a:endParaRPr lang="en-GB" altLang="ja-JP" dirty="0"/>
          </a:p>
        </p:txBody>
      </p:sp>
    </p:spTree>
    <p:extLst>
      <p:ext uri="{BB962C8B-B14F-4D97-AF65-F5344CB8AC3E}">
        <p14:creationId xmlns:p14="http://schemas.microsoft.com/office/powerpoint/2010/main" val="1559510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[C] No.1: Transport of Mercenary Tao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18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However…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weight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human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heavy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enough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avoid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air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resistance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gravity,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which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highly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lead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loss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top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speed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way.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Therefore,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such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heavy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object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pillar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seems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449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2900" b="1" dirty="0">
                <a:latin typeface="Calibri (Headings)"/>
              </a:rPr>
              <a:t>[C] No.2: Piccolo's Reaction to Gohan's Transformation to Giant Ape</a:t>
            </a:r>
            <a:endParaRPr lang="en-GB" sz="29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19</a:t>
            </a:fld>
            <a:endParaRPr lang="en-GB" dirty="0"/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20E3972C-0A67-5B03-061D-18EC3C4C227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5300" y="3925824"/>
            <a:ext cx="3086100" cy="2314956"/>
          </a:xfrm>
          <a:prstGeom prst="rect">
            <a:avLst/>
          </a:prstGeom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50D2AC4D-A360-9CAC-121D-EBF4AF90E2FA}"/>
              </a:ext>
            </a:extLst>
          </p:cNvPr>
          <p:cNvSpPr txBox="1"/>
          <p:nvPr/>
        </p:nvSpPr>
        <p:spPr>
          <a:xfrm>
            <a:off x="916939" y="1710817"/>
            <a:ext cx="7187565" cy="413448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battle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against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Radditz,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400" dirty="0">
                <a:latin typeface="Calibri"/>
                <a:cs typeface="Calibri"/>
              </a:rPr>
              <a:t>Piccolo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imposed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survive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wildland</a:t>
            </a:r>
            <a:endParaRPr sz="2400" dirty="0">
              <a:latin typeface="Calibri"/>
              <a:cs typeface="Calibri"/>
            </a:endParaRPr>
          </a:p>
          <a:p>
            <a:pPr marL="12700" marR="154940">
              <a:lnSpc>
                <a:spcPct val="124600"/>
              </a:lnSpc>
            </a:pPr>
            <a:r>
              <a:rPr sz="2400" dirty="0">
                <a:latin typeface="Calibri"/>
                <a:cs typeface="Calibri"/>
              </a:rPr>
              <a:t>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prepare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harder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battle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against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Nappa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Vegita.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night,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Gohan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accidentally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stairs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24700"/>
              </a:lnSpc>
              <a:spcBef>
                <a:spcPts val="10"/>
              </a:spcBef>
            </a:pPr>
            <a:r>
              <a:rPr sz="2400" spc="-20" dirty="0">
                <a:latin typeface="Calibri"/>
                <a:cs typeface="Calibri"/>
              </a:rPr>
              <a:t>transformed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giant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Piccolo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surprised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it. </a:t>
            </a:r>
            <a:r>
              <a:rPr sz="2400" spc="-35" dirty="0">
                <a:latin typeface="Calibri"/>
                <a:cs typeface="Calibri"/>
              </a:rPr>
              <a:t>However,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Gohan's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battle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power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normal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excitement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emotion,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battle </a:t>
            </a:r>
            <a:r>
              <a:rPr sz="2400" dirty="0">
                <a:latin typeface="Calibri"/>
                <a:cs typeface="Calibri"/>
              </a:rPr>
              <a:t>power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transformation.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1A2355D7-D947-BEEB-017A-DFAEE81E3DC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15300" y="1530096"/>
            <a:ext cx="3194304" cy="239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36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2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[C] No.2: Piccolo's Reaction to Gohan's Transformation to Giant Ape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20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137410" marR="5080" lvl="0" indent="-2125345" algn="ctr" defTabSz="914400" eaLnBrk="1" fontAlgn="auto" latinLnBrk="0" hangingPunct="1">
              <a:lnSpc>
                <a:spcPts val="877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7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137410" marR="5080" lvl="0" indent="-2125345" algn="ctr" defTabSz="914400" eaLnBrk="1" fontAlgn="auto" latinLnBrk="0" hangingPunct="1">
              <a:lnSpc>
                <a:spcPts val="877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Piccolo</a:t>
            </a:r>
            <a:r>
              <a:rPr kumimoji="0" lang="en-GB" sz="72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7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72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7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too</a:t>
            </a:r>
            <a:r>
              <a:rPr kumimoji="0" lang="en-GB" sz="72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7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weak,</a:t>
            </a:r>
          </a:p>
          <a:p>
            <a:pPr marL="2137410" marR="5080" lvl="0" indent="-2125345" algn="ctr" defTabSz="914400" eaLnBrk="1" fontAlgn="auto" latinLnBrk="0" hangingPunct="1">
              <a:lnSpc>
                <a:spcPts val="877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isn't </a:t>
            </a:r>
            <a:r>
              <a:rPr kumimoji="0" lang="en-GB" sz="7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he?</a:t>
            </a:r>
            <a:endParaRPr kumimoji="0" lang="en-GB" sz="7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lvl="1" indent="0" algn="ctr">
              <a:buNone/>
            </a:pPr>
            <a:endParaRPr lang="en-GB" altLang="ja-JP" dirty="0"/>
          </a:p>
        </p:txBody>
      </p:sp>
    </p:spTree>
    <p:extLst>
      <p:ext uri="{BB962C8B-B14F-4D97-AF65-F5344CB8AC3E}">
        <p14:creationId xmlns:p14="http://schemas.microsoft.com/office/powerpoint/2010/main" val="975751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2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[C] No.2: Piccolo's Reaction to Gohan's Transformation to Giant Ape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21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However…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hypophysis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official,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battle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giant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ape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10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stronger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max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normal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form,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been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high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13070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because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Gohan's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max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battle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1307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fight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against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Radditz.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33679" lvl="0" indent="0" defTabSz="914400" eaLnBrk="1" fontAlgn="auto" latinLnBrk="0" hangingPunct="1">
              <a:lnSpc>
                <a:spcPts val="259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Piccolo's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battle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ranged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408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1330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1480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time,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Gohan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could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been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10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times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stronger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Piccolo.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Piccolo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rather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weak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than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lucky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because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injured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310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[A] No.3: Survival of Vegita in Space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22</a:t>
            </a:fld>
            <a:endParaRPr lang="en-GB" dirty="0"/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421E322F-E4DF-55FE-370C-972CDCBC98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99832" y="3541776"/>
            <a:ext cx="2894076" cy="2170176"/>
          </a:xfrm>
          <a:prstGeom prst="rect">
            <a:avLst/>
          </a:prstGeom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0C04A682-167E-8B31-544D-CEA8D37223C9}"/>
              </a:ext>
            </a:extLst>
          </p:cNvPr>
          <p:cNvSpPr txBox="1"/>
          <p:nvPr/>
        </p:nvSpPr>
        <p:spPr>
          <a:xfrm>
            <a:off x="928217" y="1695114"/>
            <a:ext cx="6847205" cy="322135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400" dirty="0">
                <a:latin typeface="Calibri"/>
                <a:cs typeface="Calibri"/>
              </a:rPr>
              <a:t>According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Frieza,</a:t>
            </a:r>
            <a:endParaRPr sz="2400" dirty="0">
              <a:latin typeface="Calibri"/>
              <a:cs typeface="Calibri"/>
            </a:endParaRPr>
          </a:p>
          <a:p>
            <a:pPr marL="12700" marR="1148715">
              <a:lnSpc>
                <a:spcPct val="124600"/>
              </a:lnSpc>
              <a:spcBef>
                <a:spcPts val="10"/>
              </a:spcBef>
            </a:pPr>
            <a:r>
              <a:rPr sz="2400" dirty="0">
                <a:latin typeface="Calibri"/>
                <a:cs typeface="Calibri"/>
              </a:rPr>
              <a:t>Saiyan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cannot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survive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cosmic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official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setting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mentions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24600"/>
              </a:lnSpc>
            </a:pPr>
            <a:r>
              <a:rPr sz="2400" spc="-35" dirty="0">
                <a:latin typeface="Calibri"/>
                <a:cs typeface="Calibri"/>
              </a:rPr>
              <a:t>However,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Vegita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destroyed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ruined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cosmic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fought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against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remains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Frieza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Force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space.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3EE3EAE7-70AA-E3F6-1A1E-875C148F48D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59040" y="1827276"/>
            <a:ext cx="3134868" cy="169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37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[A] No.3: Survival of Vegita in Space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23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830705" marR="5080" lvl="0" indent="-1818639" algn="ctr" defTabSz="914400" eaLnBrk="1" fontAlgn="auto" latinLnBrk="0" hangingPunct="1">
              <a:lnSpc>
                <a:spcPts val="713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830705" marR="5080" lvl="0" indent="-1818639" algn="ctr" defTabSz="914400" eaLnBrk="1" fontAlgn="auto" latinLnBrk="0" hangingPunct="1">
              <a:lnSpc>
                <a:spcPts val="713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Does</a:t>
            </a:r>
            <a:r>
              <a:rPr kumimoji="0" lang="en-GB" sz="6600" b="1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6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Frieza</a:t>
            </a:r>
            <a:r>
              <a:rPr kumimoji="0" lang="en-GB" sz="6600" b="1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6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66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6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6600" b="1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6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official </a:t>
            </a:r>
            <a:r>
              <a:rPr kumimoji="0" lang="en-GB" sz="6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setting</a:t>
            </a:r>
            <a:r>
              <a:rPr kumimoji="0" lang="en-GB" sz="6600" b="1" i="0" u="none" strike="noStrike" kern="0" cap="none" spc="-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6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lang="en-GB" sz="6600" b="1" i="0" u="none" strike="noStrike" kern="0" cap="none" spc="-2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6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fake?</a:t>
            </a:r>
            <a:endParaRPr kumimoji="0" lang="en-GB" sz="6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1592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4000" b="1" dirty="0">
                <a:latin typeface="Calibri (Headings)"/>
              </a:rPr>
              <a:t>[C] No.4: Transformation to Cyborg of Dr. Gero</a:t>
            </a:r>
            <a:endParaRPr lang="en-GB" sz="40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24</a:t>
            </a:fld>
            <a:endParaRPr lang="en-GB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985D83F3-BEEA-B21F-3C7C-90CE1F8ACF8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43316" y="4154423"/>
            <a:ext cx="3110483" cy="1958339"/>
          </a:xfrm>
          <a:prstGeom prst="rect">
            <a:avLst/>
          </a:prstGeom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AE4E4180-FAF5-FCCA-D5F3-F77B20E68A9D}"/>
              </a:ext>
            </a:extLst>
          </p:cNvPr>
          <p:cNvSpPr txBox="1"/>
          <p:nvPr/>
        </p:nvSpPr>
        <p:spPr>
          <a:xfrm>
            <a:off x="928217" y="1691781"/>
            <a:ext cx="9020810" cy="413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800"/>
              </a:lnSpc>
              <a:spcBef>
                <a:spcPts val="100"/>
              </a:spcBef>
            </a:pPr>
            <a:r>
              <a:rPr sz="2400" spc="-70" dirty="0">
                <a:latin typeface="Calibri"/>
                <a:cs typeface="Calibri"/>
              </a:rPr>
              <a:t>Dr.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Gero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manufactured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Cyborg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No.19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ordered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transform</a:t>
            </a:r>
            <a:r>
              <a:rPr sz="2400" spc="6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himself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humanoid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cyborg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No.20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years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attempt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invasion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mechanical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Frieza.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35" dirty="0">
                <a:latin typeface="Calibri"/>
                <a:cs typeface="Calibri"/>
              </a:rPr>
              <a:t>However,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65" dirty="0">
                <a:latin typeface="Calibri"/>
                <a:cs typeface="Calibri"/>
              </a:rPr>
              <a:t>Dr. </a:t>
            </a:r>
            <a:r>
              <a:rPr sz="2400" dirty="0">
                <a:latin typeface="Calibri"/>
                <a:cs typeface="Calibri"/>
              </a:rPr>
              <a:t>Gero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old-</a:t>
            </a:r>
            <a:r>
              <a:rPr sz="2400" dirty="0">
                <a:latin typeface="Calibri"/>
                <a:cs typeface="Calibri"/>
              </a:rPr>
              <a:t>fashioned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energy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Absorbing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style</a:t>
            </a:r>
            <a:endParaRPr sz="2400" dirty="0">
              <a:latin typeface="Calibri"/>
              <a:cs typeface="Calibri"/>
            </a:endParaRPr>
          </a:p>
          <a:p>
            <a:pPr marL="12700" marR="2202180">
              <a:lnSpc>
                <a:spcPct val="124600"/>
              </a:lnSpc>
            </a:pP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battle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power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inferior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perpetual </a:t>
            </a:r>
            <a:r>
              <a:rPr sz="2400" dirty="0">
                <a:latin typeface="Calibri"/>
                <a:cs typeface="Calibri"/>
              </a:rPr>
              <a:t>energy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style.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terminated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No.17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had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perpetual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power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reactor.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CA46BF83-542C-F30B-A13D-3449184D482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35540" y="1805939"/>
            <a:ext cx="1307592" cy="234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81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[C] No.4: Transformation to Cyborg of Dr. Gero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25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-1270" algn="ctr" defTabSz="914400" eaLnBrk="1" fontAlgn="auto" latinLnBrk="0" hangingPunct="1">
              <a:lnSpc>
                <a:spcPct val="977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-1270" algn="ctr" defTabSz="914400" eaLnBrk="1" fontAlgn="auto" latinLnBrk="0" hangingPunct="1">
              <a:lnSpc>
                <a:spcPct val="977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lang="en-GB" sz="5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lang="en-GB" sz="5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wiser</a:t>
            </a:r>
            <a:r>
              <a:rPr kumimoji="0" lang="en-GB" sz="5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5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Dr.</a:t>
            </a:r>
            <a:r>
              <a:rPr kumimoji="0" lang="en-GB" sz="54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Gero</a:t>
            </a:r>
            <a:r>
              <a:rPr kumimoji="0" lang="en-GB" sz="54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5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 </a:t>
            </a: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chosen</a:t>
            </a:r>
            <a:r>
              <a:rPr kumimoji="0" lang="en-GB" sz="5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54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perpetual</a:t>
            </a:r>
            <a:r>
              <a:rPr kumimoji="0" lang="en-GB" sz="54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energy</a:t>
            </a:r>
            <a:r>
              <a:rPr kumimoji="0" lang="en-GB" sz="5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style,</a:t>
            </a:r>
          </a:p>
          <a:p>
            <a:pPr marL="12700" marR="5080" lvl="0" indent="-1270" algn="ctr" defTabSz="914400" eaLnBrk="1" fontAlgn="auto" latinLnBrk="0" hangingPunct="1">
              <a:lnSpc>
                <a:spcPct val="977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wasn't</a:t>
            </a:r>
            <a:r>
              <a:rPr kumimoji="0" lang="en-GB" sz="54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it?</a:t>
            </a:r>
            <a:endParaRPr kumimoji="0" lang="en-GB" sz="5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8816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[C] No.4: Transformation to Cyborg of Dr. Gero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26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However…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Dr.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Gero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super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genuine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who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handled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latest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mechatronics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biotechnology,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thing</a:t>
            </a:r>
            <a:r>
              <a:rPr kumimoji="0" lang="en-GB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bad</a:t>
            </a:r>
            <a:r>
              <a:rPr kumimoji="0" lang="en-GB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2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lang="en-GB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control</a:t>
            </a:r>
            <a:r>
              <a:rPr kumimoji="0" lang="en-GB" sz="2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personality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332740" lvl="0" indent="0" defTabSz="914400" eaLnBrk="1" fontAlgn="auto" latinLnBrk="0" hangingPunct="1">
              <a:lnSpc>
                <a:spcPct val="7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Actually,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both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No.17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18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turned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deaf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ear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order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all,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invented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No.19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old-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fashioned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energy-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absorbing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style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expense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greater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battle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604520" lvl="0" indent="0" defTabSz="91440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Also,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No.19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charge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transformation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Dr.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Gero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No.20,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No.19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could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been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out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control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failed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change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cyborg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had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implemented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perpetual</a:t>
            </a:r>
            <a:r>
              <a:rPr kumimoji="0" lang="en-GB" sz="22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reactor</a:t>
            </a:r>
            <a:r>
              <a:rPr kumimoji="0" lang="en-GB" sz="22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No.19.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245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Even</a:t>
            </a:r>
            <a:r>
              <a:rPr kumimoji="0" lang="en-GB" sz="22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if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Dr.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Gero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adopted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power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reactor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himself,</a:t>
            </a:r>
            <a:r>
              <a:rPr kumimoji="0" lang="en-GB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failed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control</a:t>
            </a:r>
            <a:r>
              <a:rPr kumimoji="0" lang="en-GB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2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personality</a:t>
            </a:r>
            <a:r>
              <a:rPr kumimoji="0" lang="en-GB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lost</a:t>
            </a:r>
            <a:r>
              <a:rPr kumimoji="0" lang="en-GB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his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own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mind.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1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134620" lvl="0" indent="0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Considering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it,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both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No.19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20(Dr.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Gero)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had</a:t>
            </a:r>
            <a:r>
              <a:rPr kumimoji="0" lang="en-GB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choice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lang="en-GB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manufactured</a:t>
            </a:r>
            <a:r>
              <a:rPr kumimoji="0" lang="en-GB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old-</a:t>
            </a:r>
            <a:r>
              <a:rPr kumimoji="0" lang="en-GB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fashioned</a:t>
            </a:r>
            <a:r>
              <a:rPr kumimoji="0" lang="en-GB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style.</a:t>
            </a:r>
            <a:endParaRPr kumimoji="0" lang="en-GB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9066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[A] No.5: The Number of Cell Jr.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27</a:t>
            </a:fld>
            <a:endParaRPr lang="en-GB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B39DC35-131B-A3E4-2DFC-434213FFCA22}"/>
              </a:ext>
            </a:extLst>
          </p:cNvPr>
          <p:cNvGrpSpPr/>
          <p:nvPr/>
        </p:nvGrpSpPr>
        <p:grpSpPr>
          <a:xfrm>
            <a:off x="7903464" y="3063239"/>
            <a:ext cx="3444240" cy="3063240"/>
            <a:chOff x="7903464" y="3063239"/>
            <a:chExt cx="3444240" cy="306324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A64A6E2D-907F-6270-262A-DB5E2DEC965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3464" y="3063239"/>
              <a:ext cx="3444239" cy="306324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05D967A7-67A3-5FEE-A24E-E57FAE3A0B50}"/>
                </a:ext>
              </a:extLst>
            </p:cNvPr>
            <p:cNvSpPr/>
            <p:nvPr/>
          </p:nvSpPr>
          <p:spPr>
            <a:xfrm>
              <a:off x="8089392" y="4547615"/>
              <a:ext cx="166370" cy="172720"/>
            </a:xfrm>
            <a:custGeom>
              <a:avLst/>
              <a:gdLst/>
              <a:ahLst/>
              <a:cxnLst/>
              <a:rect l="l" t="t" r="r" b="b"/>
              <a:pathLst>
                <a:path w="166370" h="172720">
                  <a:moveTo>
                    <a:pt x="166116" y="0"/>
                  </a:moveTo>
                  <a:lnTo>
                    <a:pt x="0" y="0"/>
                  </a:lnTo>
                  <a:lnTo>
                    <a:pt x="0" y="172212"/>
                  </a:lnTo>
                  <a:lnTo>
                    <a:pt x="166116" y="172212"/>
                  </a:lnTo>
                  <a:lnTo>
                    <a:pt x="166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6">
            <a:extLst>
              <a:ext uri="{FF2B5EF4-FFF2-40B4-BE49-F238E27FC236}">
                <a16:creationId xmlns:a16="http://schemas.microsoft.com/office/drawing/2014/main" id="{469A2BBD-2715-B043-9D01-4DABCC382620}"/>
              </a:ext>
            </a:extLst>
          </p:cNvPr>
          <p:cNvSpPr txBox="1"/>
          <p:nvPr/>
        </p:nvSpPr>
        <p:spPr>
          <a:xfrm>
            <a:off x="8125459" y="4528820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22F61CE6-4484-D341-4EB9-1FAB2000D4D4}"/>
              </a:ext>
            </a:extLst>
          </p:cNvPr>
          <p:cNvSpPr/>
          <p:nvPr/>
        </p:nvSpPr>
        <p:spPr>
          <a:xfrm>
            <a:off x="8482583" y="4509515"/>
            <a:ext cx="166370" cy="170815"/>
          </a:xfrm>
          <a:custGeom>
            <a:avLst/>
            <a:gdLst/>
            <a:ahLst/>
            <a:cxnLst/>
            <a:rect l="l" t="t" r="r" b="b"/>
            <a:pathLst>
              <a:path w="166370" h="170814">
                <a:moveTo>
                  <a:pt x="166116" y="0"/>
                </a:moveTo>
                <a:lnTo>
                  <a:pt x="0" y="0"/>
                </a:lnTo>
                <a:lnTo>
                  <a:pt x="0" y="170687"/>
                </a:lnTo>
                <a:lnTo>
                  <a:pt x="166116" y="170687"/>
                </a:lnTo>
                <a:lnTo>
                  <a:pt x="16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D823BA33-C756-9885-59CD-5D083E6A84E7}"/>
              </a:ext>
            </a:extLst>
          </p:cNvPr>
          <p:cNvSpPr txBox="1"/>
          <p:nvPr/>
        </p:nvSpPr>
        <p:spPr>
          <a:xfrm>
            <a:off x="8518906" y="4490465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8265C8F-2F90-9D0C-096C-C3893AE1000A}"/>
              </a:ext>
            </a:extLst>
          </p:cNvPr>
          <p:cNvSpPr/>
          <p:nvPr/>
        </p:nvSpPr>
        <p:spPr>
          <a:xfrm>
            <a:off x="8935211" y="4680203"/>
            <a:ext cx="166370" cy="172720"/>
          </a:xfrm>
          <a:custGeom>
            <a:avLst/>
            <a:gdLst/>
            <a:ahLst/>
            <a:cxnLst/>
            <a:rect l="l" t="t" r="r" b="b"/>
            <a:pathLst>
              <a:path w="166370" h="172720">
                <a:moveTo>
                  <a:pt x="166116" y="0"/>
                </a:moveTo>
                <a:lnTo>
                  <a:pt x="0" y="0"/>
                </a:lnTo>
                <a:lnTo>
                  <a:pt x="0" y="172212"/>
                </a:lnTo>
                <a:lnTo>
                  <a:pt x="166116" y="172212"/>
                </a:lnTo>
                <a:lnTo>
                  <a:pt x="16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761E5047-6B20-4206-69EA-3826CA405EAB}"/>
              </a:ext>
            </a:extLst>
          </p:cNvPr>
          <p:cNvSpPr txBox="1"/>
          <p:nvPr/>
        </p:nvSpPr>
        <p:spPr>
          <a:xfrm>
            <a:off x="8970644" y="4662042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8656D113-BF15-9E0C-8F95-B02B85D1E3A7}"/>
              </a:ext>
            </a:extLst>
          </p:cNvPr>
          <p:cNvSpPr/>
          <p:nvPr/>
        </p:nvSpPr>
        <p:spPr>
          <a:xfrm>
            <a:off x="9418319" y="4136135"/>
            <a:ext cx="166370" cy="172720"/>
          </a:xfrm>
          <a:custGeom>
            <a:avLst/>
            <a:gdLst/>
            <a:ahLst/>
            <a:cxnLst/>
            <a:rect l="l" t="t" r="r" b="b"/>
            <a:pathLst>
              <a:path w="166370" h="172720">
                <a:moveTo>
                  <a:pt x="166116" y="0"/>
                </a:moveTo>
                <a:lnTo>
                  <a:pt x="0" y="0"/>
                </a:lnTo>
                <a:lnTo>
                  <a:pt x="0" y="172212"/>
                </a:lnTo>
                <a:lnTo>
                  <a:pt x="166116" y="172212"/>
                </a:lnTo>
                <a:lnTo>
                  <a:pt x="16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992E8AFF-AB8B-7C3A-A103-D52D46730F44}"/>
              </a:ext>
            </a:extLst>
          </p:cNvPr>
          <p:cNvSpPr txBox="1"/>
          <p:nvPr/>
        </p:nvSpPr>
        <p:spPr>
          <a:xfrm>
            <a:off x="9454388" y="4117340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EAB4780D-196E-BE47-0F58-F963880A60F3}"/>
              </a:ext>
            </a:extLst>
          </p:cNvPr>
          <p:cNvSpPr/>
          <p:nvPr/>
        </p:nvSpPr>
        <p:spPr>
          <a:xfrm>
            <a:off x="10754868" y="4178808"/>
            <a:ext cx="166370" cy="170815"/>
          </a:xfrm>
          <a:custGeom>
            <a:avLst/>
            <a:gdLst/>
            <a:ahLst/>
            <a:cxnLst/>
            <a:rect l="l" t="t" r="r" b="b"/>
            <a:pathLst>
              <a:path w="166370" h="170814">
                <a:moveTo>
                  <a:pt x="166116" y="0"/>
                </a:moveTo>
                <a:lnTo>
                  <a:pt x="0" y="0"/>
                </a:lnTo>
                <a:lnTo>
                  <a:pt x="0" y="170688"/>
                </a:lnTo>
                <a:lnTo>
                  <a:pt x="166116" y="170688"/>
                </a:lnTo>
                <a:lnTo>
                  <a:pt x="16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D3A2B21C-6E2D-C481-B901-378D24C77D1C}"/>
              </a:ext>
            </a:extLst>
          </p:cNvPr>
          <p:cNvSpPr txBox="1"/>
          <p:nvPr/>
        </p:nvSpPr>
        <p:spPr>
          <a:xfrm>
            <a:off x="10790681" y="4159377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1C3BBD62-9E5F-B3E2-0402-94F57BD5A3E7}"/>
              </a:ext>
            </a:extLst>
          </p:cNvPr>
          <p:cNvSpPr/>
          <p:nvPr/>
        </p:nvSpPr>
        <p:spPr>
          <a:xfrm>
            <a:off x="10130028" y="4331208"/>
            <a:ext cx="167640" cy="170815"/>
          </a:xfrm>
          <a:custGeom>
            <a:avLst/>
            <a:gdLst/>
            <a:ahLst/>
            <a:cxnLst/>
            <a:rect l="l" t="t" r="r" b="b"/>
            <a:pathLst>
              <a:path w="167640" h="170814">
                <a:moveTo>
                  <a:pt x="167640" y="0"/>
                </a:moveTo>
                <a:lnTo>
                  <a:pt x="0" y="0"/>
                </a:lnTo>
                <a:lnTo>
                  <a:pt x="0" y="170688"/>
                </a:lnTo>
                <a:lnTo>
                  <a:pt x="167640" y="170688"/>
                </a:lnTo>
                <a:lnTo>
                  <a:pt x="167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2BED3672-0B7C-3682-AB42-93E342F4FC93}"/>
              </a:ext>
            </a:extLst>
          </p:cNvPr>
          <p:cNvSpPr txBox="1"/>
          <p:nvPr/>
        </p:nvSpPr>
        <p:spPr>
          <a:xfrm>
            <a:off x="10166731" y="4311777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5166612F-8777-FEB0-276B-CB89B165C2A0}"/>
              </a:ext>
            </a:extLst>
          </p:cNvPr>
          <p:cNvSpPr/>
          <p:nvPr/>
        </p:nvSpPr>
        <p:spPr>
          <a:xfrm>
            <a:off x="11178540" y="4366259"/>
            <a:ext cx="166370" cy="172720"/>
          </a:xfrm>
          <a:custGeom>
            <a:avLst/>
            <a:gdLst/>
            <a:ahLst/>
            <a:cxnLst/>
            <a:rect l="l" t="t" r="r" b="b"/>
            <a:pathLst>
              <a:path w="166370" h="172720">
                <a:moveTo>
                  <a:pt x="166116" y="0"/>
                </a:moveTo>
                <a:lnTo>
                  <a:pt x="0" y="0"/>
                </a:lnTo>
                <a:lnTo>
                  <a:pt x="0" y="172212"/>
                </a:lnTo>
                <a:lnTo>
                  <a:pt x="166116" y="172212"/>
                </a:lnTo>
                <a:lnTo>
                  <a:pt x="16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63B12D75-142E-0CB7-ABAB-4AF7FACFB87C}"/>
              </a:ext>
            </a:extLst>
          </p:cNvPr>
          <p:cNvSpPr txBox="1"/>
          <p:nvPr/>
        </p:nvSpPr>
        <p:spPr>
          <a:xfrm>
            <a:off x="11214354" y="4347717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10F6AFDC-FDA4-39B0-F68D-4ED6415D5D4E}"/>
              </a:ext>
            </a:extLst>
          </p:cNvPr>
          <p:cNvSpPr txBox="1"/>
          <p:nvPr/>
        </p:nvSpPr>
        <p:spPr>
          <a:xfrm>
            <a:off x="923645" y="1751533"/>
            <a:ext cx="9941560" cy="241935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90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scene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Game,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born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children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Jrs.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tried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educe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Gohan's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incredible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potential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power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kids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injure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Z </a:t>
            </a:r>
            <a:r>
              <a:rPr sz="2400" spc="-10" dirty="0">
                <a:latin typeface="Calibri"/>
                <a:cs typeface="Calibri"/>
              </a:rPr>
              <a:t>fighters.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2400" dirty="0">
              <a:latin typeface="Calibri"/>
              <a:cs typeface="Calibri"/>
            </a:endParaRPr>
          </a:p>
          <a:p>
            <a:pPr marL="12700" marR="3579495">
              <a:lnSpc>
                <a:spcPct val="124600"/>
              </a:lnSpc>
            </a:pPr>
            <a:r>
              <a:rPr sz="2400" dirty="0">
                <a:latin typeface="Calibri"/>
                <a:cs typeface="Calibri"/>
              </a:rPr>
              <a:t>Cell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born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children,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Gohan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actually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terminated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Cell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Jrs.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0496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[A] No.5: The Number of Cell Jr.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28</a:t>
            </a:fld>
            <a:endParaRPr lang="en-GB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EAF0FFB-90B9-010E-10EA-A6988624CF68}"/>
              </a:ext>
            </a:extLst>
          </p:cNvPr>
          <p:cNvGrpSpPr/>
          <p:nvPr/>
        </p:nvGrpSpPr>
        <p:grpSpPr>
          <a:xfrm>
            <a:off x="431291" y="2046732"/>
            <a:ext cx="10791825" cy="4051300"/>
            <a:chOff x="431291" y="2046732"/>
            <a:chExt cx="10791825" cy="40513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1B5ABCF6-B0D7-C715-7743-7130AC53CB2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291" y="2046732"/>
              <a:ext cx="10783823" cy="2025396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27AD186D-08C5-6DAC-4F9F-5671903C504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3483" y="4072127"/>
              <a:ext cx="10779252" cy="2025396"/>
            </a:xfrm>
            <a:prstGeom prst="rect">
              <a:avLst/>
            </a:prstGeom>
          </p:spPr>
        </p:pic>
      </p:grpSp>
      <p:sp>
        <p:nvSpPr>
          <p:cNvPr id="7" name="object 6">
            <a:extLst>
              <a:ext uri="{FF2B5EF4-FFF2-40B4-BE49-F238E27FC236}">
                <a16:creationId xmlns:a16="http://schemas.microsoft.com/office/drawing/2014/main" id="{D4E1EE57-288C-5B81-982C-477B2D1C7DD9}"/>
              </a:ext>
            </a:extLst>
          </p:cNvPr>
          <p:cNvSpPr/>
          <p:nvPr/>
        </p:nvSpPr>
        <p:spPr>
          <a:xfrm>
            <a:off x="428244" y="2046732"/>
            <a:ext cx="166370" cy="170815"/>
          </a:xfrm>
          <a:custGeom>
            <a:avLst/>
            <a:gdLst/>
            <a:ahLst/>
            <a:cxnLst/>
            <a:rect l="l" t="t" r="r" b="b"/>
            <a:pathLst>
              <a:path w="166370" h="170814">
                <a:moveTo>
                  <a:pt x="166115" y="0"/>
                </a:moveTo>
                <a:lnTo>
                  <a:pt x="0" y="0"/>
                </a:lnTo>
                <a:lnTo>
                  <a:pt x="0" y="170687"/>
                </a:lnTo>
                <a:lnTo>
                  <a:pt x="166115" y="170687"/>
                </a:lnTo>
                <a:lnTo>
                  <a:pt x="1661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FC4EA23-DCBD-CF78-C67C-DC148589FA1D}"/>
              </a:ext>
            </a:extLst>
          </p:cNvPr>
          <p:cNvSpPr txBox="1"/>
          <p:nvPr/>
        </p:nvSpPr>
        <p:spPr>
          <a:xfrm>
            <a:off x="462787" y="2027047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22B4CB31-5753-A036-8ACD-9D0CCB0E8D52}"/>
              </a:ext>
            </a:extLst>
          </p:cNvPr>
          <p:cNvSpPr/>
          <p:nvPr/>
        </p:nvSpPr>
        <p:spPr>
          <a:xfrm>
            <a:off x="3113532" y="2049779"/>
            <a:ext cx="166370" cy="170815"/>
          </a:xfrm>
          <a:custGeom>
            <a:avLst/>
            <a:gdLst/>
            <a:ahLst/>
            <a:cxnLst/>
            <a:rect l="l" t="t" r="r" b="b"/>
            <a:pathLst>
              <a:path w="166370" h="170814">
                <a:moveTo>
                  <a:pt x="166116" y="0"/>
                </a:moveTo>
                <a:lnTo>
                  <a:pt x="0" y="0"/>
                </a:lnTo>
                <a:lnTo>
                  <a:pt x="0" y="170687"/>
                </a:lnTo>
                <a:lnTo>
                  <a:pt x="166116" y="170687"/>
                </a:lnTo>
                <a:lnTo>
                  <a:pt x="16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9BCF66F-1494-7EA7-4B3F-1C16113BAC7D}"/>
              </a:ext>
            </a:extLst>
          </p:cNvPr>
          <p:cNvSpPr txBox="1"/>
          <p:nvPr/>
        </p:nvSpPr>
        <p:spPr>
          <a:xfrm>
            <a:off x="3148964" y="2030095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C65B0549-422E-25D4-9B01-F94AE71CB762}"/>
              </a:ext>
            </a:extLst>
          </p:cNvPr>
          <p:cNvSpPr/>
          <p:nvPr/>
        </p:nvSpPr>
        <p:spPr>
          <a:xfrm>
            <a:off x="5817108" y="2046732"/>
            <a:ext cx="166370" cy="170815"/>
          </a:xfrm>
          <a:custGeom>
            <a:avLst/>
            <a:gdLst/>
            <a:ahLst/>
            <a:cxnLst/>
            <a:rect l="l" t="t" r="r" b="b"/>
            <a:pathLst>
              <a:path w="166370" h="170814">
                <a:moveTo>
                  <a:pt x="166115" y="0"/>
                </a:moveTo>
                <a:lnTo>
                  <a:pt x="0" y="0"/>
                </a:lnTo>
                <a:lnTo>
                  <a:pt x="0" y="170687"/>
                </a:lnTo>
                <a:lnTo>
                  <a:pt x="166115" y="170687"/>
                </a:lnTo>
                <a:lnTo>
                  <a:pt x="1661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22370CF5-9072-8B30-D767-14307392D752}"/>
              </a:ext>
            </a:extLst>
          </p:cNvPr>
          <p:cNvSpPr txBox="1"/>
          <p:nvPr/>
        </p:nvSpPr>
        <p:spPr>
          <a:xfrm>
            <a:off x="5852540" y="2027047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AA6B0ACB-91E2-7260-3A28-992260FD0869}"/>
              </a:ext>
            </a:extLst>
          </p:cNvPr>
          <p:cNvSpPr/>
          <p:nvPr/>
        </p:nvSpPr>
        <p:spPr>
          <a:xfrm>
            <a:off x="8494776" y="2046732"/>
            <a:ext cx="167640" cy="170815"/>
          </a:xfrm>
          <a:custGeom>
            <a:avLst/>
            <a:gdLst/>
            <a:ahLst/>
            <a:cxnLst/>
            <a:rect l="l" t="t" r="r" b="b"/>
            <a:pathLst>
              <a:path w="167640" h="170814">
                <a:moveTo>
                  <a:pt x="167640" y="0"/>
                </a:moveTo>
                <a:lnTo>
                  <a:pt x="0" y="0"/>
                </a:lnTo>
                <a:lnTo>
                  <a:pt x="0" y="170687"/>
                </a:lnTo>
                <a:lnTo>
                  <a:pt x="167640" y="170687"/>
                </a:lnTo>
                <a:lnTo>
                  <a:pt x="167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818608B-D791-3793-6B63-1773D52172A9}"/>
              </a:ext>
            </a:extLst>
          </p:cNvPr>
          <p:cNvSpPr txBox="1"/>
          <p:nvPr/>
        </p:nvSpPr>
        <p:spPr>
          <a:xfrm>
            <a:off x="8531097" y="2027047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9818660F-CCFD-3D50-4A06-2A4102A56048}"/>
              </a:ext>
            </a:extLst>
          </p:cNvPr>
          <p:cNvSpPr/>
          <p:nvPr/>
        </p:nvSpPr>
        <p:spPr>
          <a:xfrm>
            <a:off x="3127248" y="4069079"/>
            <a:ext cx="166370" cy="170815"/>
          </a:xfrm>
          <a:custGeom>
            <a:avLst/>
            <a:gdLst/>
            <a:ahLst/>
            <a:cxnLst/>
            <a:rect l="l" t="t" r="r" b="b"/>
            <a:pathLst>
              <a:path w="166370" h="170814">
                <a:moveTo>
                  <a:pt x="166115" y="0"/>
                </a:moveTo>
                <a:lnTo>
                  <a:pt x="0" y="0"/>
                </a:lnTo>
                <a:lnTo>
                  <a:pt x="0" y="170688"/>
                </a:lnTo>
                <a:lnTo>
                  <a:pt x="166115" y="170688"/>
                </a:lnTo>
                <a:lnTo>
                  <a:pt x="1661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759804F4-2886-772D-E86F-E0D440815BB8}"/>
              </a:ext>
            </a:extLst>
          </p:cNvPr>
          <p:cNvSpPr txBox="1"/>
          <p:nvPr/>
        </p:nvSpPr>
        <p:spPr>
          <a:xfrm>
            <a:off x="3162426" y="4049344"/>
            <a:ext cx="971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A637AB2A-EEB2-B18B-240B-97EF2E93C173}"/>
              </a:ext>
            </a:extLst>
          </p:cNvPr>
          <p:cNvSpPr/>
          <p:nvPr/>
        </p:nvSpPr>
        <p:spPr>
          <a:xfrm>
            <a:off x="443483" y="4069079"/>
            <a:ext cx="166370" cy="170815"/>
          </a:xfrm>
          <a:custGeom>
            <a:avLst/>
            <a:gdLst/>
            <a:ahLst/>
            <a:cxnLst/>
            <a:rect l="l" t="t" r="r" b="b"/>
            <a:pathLst>
              <a:path w="166370" h="170814">
                <a:moveTo>
                  <a:pt x="166115" y="0"/>
                </a:moveTo>
                <a:lnTo>
                  <a:pt x="0" y="0"/>
                </a:lnTo>
                <a:lnTo>
                  <a:pt x="0" y="170688"/>
                </a:lnTo>
                <a:lnTo>
                  <a:pt x="166115" y="170688"/>
                </a:lnTo>
                <a:lnTo>
                  <a:pt x="1661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2BFABB27-259C-2652-B32E-38CBFC25D44D}"/>
              </a:ext>
            </a:extLst>
          </p:cNvPr>
          <p:cNvSpPr txBox="1"/>
          <p:nvPr/>
        </p:nvSpPr>
        <p:spPr>
          <a:xfrm>
            <a:off x="478332" y="4049344"/>
            <a:ext cx="971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27B17960-10CA-AB4D-92E8-50158BE51159}"/>
              </a:ext>
            </a:extLst>
          </p:cNvPr>
          <p:cNvSpPr/>
          <p:nvPr/>
        </p:nvSpPr>
        <p:spPr>
          <a:xfrm>
            <a:off x="5826252" y="4069079"/>
            <a:ext cx="166370" cy="170815"/>
          </a:xfrm>
          <a:custGeom>
            <a:avLst/>
            <a:gdLst/>
            <a:ahLst/>
            <a:cxnLst/>
            <a:rect l="l" t="t" r="r" b="b"/>
            <a:pathLst>
              <a:path w="166370" h="170814">
                <a:moveTo>
                  <a:pt x="166115" y="0"/>
                </a:moveTo>
                <a:lnTo>
                  <a:pt x="0" y="0"/>
                </a:lnTo>
                <a:lnTo>
                  <a:pt x="0" y="170688"/>
                </a:lnTo>
                <a:lnTo>
                  <a:pt x="166115" y="170688"/>
                </a:lnTo>
                <a:lnTo>
                  <a:pt x="1661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BDA4A593-1741-BEEF-5E36-7C96E2CC004A}"/>
              </a:ext>
            </a:extLst>
          </p:cNvPr>
          <p:cNvSpPr txBox="1"/>
          <p:nvPr/>
        </p:nvSpPr>
        <p:spPr>
          <a:xfrm>
            <a:off x="5861430" y="4049344"/>
            <a:ext cx="9715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9C53A616-FC45-9825-293B-DEADA77B48B3}"/>
              </a:ext>
            </a:extLst>
          </p:cNvPr>
          <p:cNvSpPr/>
          <p:nvPr/>
        </p:nvSpPr>
        <p:spPr>
          <a:xfrm>
            <a:off x="8516111" y="4079747"/>
            <a:ext cx="167640" cy="170815"/>
          </a:xfrm>
          <a:custGeom>
            <a:avLst/>
            <a:gdLst/>
            <a:ahLst/>
            <a:cxnLst/>
            <a:rect l="l" t="t" r="r" b="b"/>
            <a:pathLst>
              <a:path w="167640" h="170814">
                <a:moveTo>
                  <a:pt x="167640" y="0"/>
                </a:moveTo>
                <a:lnTo>
                  <a:pt x="0" y="0"/>
                </a:lnTo>
                <a:lnTo>
                  <a:pt x="0" y="170687"/>
                </a:lnTo>
                <a:lnTo>
                  <a:pt x="167640" y="170687"/>
                </a:lnTo>
                <a:lnTo>
                  <a:pt x="1676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07F990B4-0CBD-02CA-FC44-BC3AA07E0B4E}"/>
              </a:ext>
            </a:extLst>
          </p:cNvPr>
          <p:cNvSpPr txBox="1"/>
          <p:nvPr/>
        </p:nvSpPr>
        <p:spPr>
          <a:xfrm>
            <a:off x="8552815" y="4060697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6415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[A] No.5: The Number of Cell Jr.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29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Where</a:t>
            </a:r>
            <a:r>
              <a:rPr kumimoji="0" lang="en-GB" sz="6000" b="1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6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did</a:t>
            </a:r>
            <a:r>
              <a:rPr kumimoji="0" lang="en-GB" sz="60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6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60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6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lang="en-GB" sz="6000" b="1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6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show</a:t>
            </a:r>
            <a:r>
              <a:rPr kumimoji="0" lang="en-GB" sz="60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60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up?</a:t>
            </a:r>
            <a:endParaRPr kumimoji="0" lang="en-GB" sz="6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8071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sz="3600" b="1" dirty="0">
                <a:latin typeface="Calibri (Headings)"/>
              </a:rPr>
              <a:t>[A] No.6: An English Class in Orange Star High School</a:t>
            </a:r>
            <a:endParaRPr lang="en-GB" sz="3600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30</a:t>
            </a:fld>
            <a:endParaRPr lang="en-GB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EF11CD0-9072-5D28-BA87-EFC526A14893}"/>
              </a:ext>
            </a:extLst>
          </p:cNvPr>
          <p:cNvSpPr txBox="1"/>
          <p:nvPr/>
        </p:nvSpPr>
        <p:spPr>
          <a:xfrm>
            <a:off x="914806" y="1659808"/>
            <a:ext cx="6685915" cy="367855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24800"/>
              </a:lnSpc>
              <a:spcBef>
                <a:spcPts val="110"/>
              </a:spcBef>
            </a:pPr>
            <a:r>
              <a:rPr sz="2400" dirty="0">
                <a:latin typeface="Calibri"/>
                <a:cs typeface="Calibri"/>
              </a:rPr>
              <a:t>7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years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Game,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Gohan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started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school </a:t>
            </a:r>
            <a:r>
              <a:rPr sz="2400" dirty="0">
                <a:latin typeface="Calibri"/>
                <a:cs typeface="Calibri"/>
              </a:rPr>
              <a:t>life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Orange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School,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took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 </a:t>
            </a:r>
            <a:r>
              <a:rPr sz="2400" dirty="0">
                <a:latin typeface="Calibri"/>
                <a:cs typeface="Calibri"/>
              </a:rPr>
              <a:t>English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2400" dirty="0">
              <a:latin typeface="Calibri"/>
              <a:cs typeface="Calibri"/>
            </a:endParaRPr>
          </a:p>
          <a:p>
            <a:pPr marL="12700" marR="258445">
              <a:lnSpc>
                <a:spcPct val="124800"/>
              </a:lnSpc>
            </a:pPr>
            <a:r>
              <a:rPr sz="2400" spc="-35" dirty="0">
                <a:latin typeface="Calibri"/>
                <a:cs typeface="Calibri"/>
              </a:rPr>
              <a:t>However,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character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themselves understood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Japanese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cosmopolitan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language </a:t>
            </a:r>
            <a:r>
              <a:rPr sz="2400" spc="-20" dirty="0">
                <a:latin typeface="Calibri"/>
                <a:cs typeface="Calibri"/>
              </a:rPr>
              <a:t>regardless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differences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world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Dragon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Ball.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97498568-7FFC-3CFC-7312-367B2A4B6B7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00772" y="1659808"/>
            <a:ext cx="3653028" cy="273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566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GB" altLang="ja-JP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Headings)"/>
                <a:ea typeface="游ゴシック Light" panose="020B0300000000000000" pitchFamily="50" charset="-128"/>
                <a:cs typeface="+mj-cs"/>
              </a:rPr>
              <a:t>[A] No.6: An English Class in Orange Star High School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31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220720" marR="5080" lvl="0" indent="-3208655" algn="ctr" defTabSz="914400" eaLnBrk="1" fontAlgn="auto" latinLnBrk="0" hangingPunct="1">
              <a:lnSpc>
                <a:spcPct val="1054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220720" marR="5080" lvl="0" indent="-3208655" algn="ctr" defTabSz="914400" eaLnBrk="1" fontAlgn="auto" latinLnBrk="0" hangingPunct="1">
              <a:lnSpc>
                <a:spcPct val="1054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Learning</a:t>
            </a:r>
            <a:r>
              <a:rPr kumimoji="0" lang="en-GB" sz="54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English</a:t>
            </a:r>
            <a:r>
              <a:rPr kumimoji="0" lang="en-GB" sz="5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makes</a:t>
            </a:r>
            <a:r>
              <a:rPr kumimoji="0" lang="en-GB" sz="54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</a:t>
            </a:r>
            <a:r>
              <a:rPr kumimoji="0" lang="en-GB" sz="54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sense,</a:t>
            </a:r>
          </a:p>
          <a:p>
            <a:pPr marL="3220720" marR="5080" lvl="0" indent="-3208655" algn="ctr" defTabSz="914400" eaLnBrk="1" fontAlgn="auto" latinLnBrk="0" hangingPunct="1">
              <a:lnSpc>
                <a:spcPct val="1054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doesn't</a:t>
            </a:r>
            <a:r>
              <a:rPr kumimoji="0" lang="en-GB" sz="54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54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it?</a:t>
            </a:r>
            <a:endParaRPr kumimoji="0" lang="en-GB" sz="5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0900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[C] No.7: Aging of Gohan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32</a:t>
            </a:fld>
            <a:endParaRPr lang="en-GB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2DEC537-139C-17EE-4A2F-7926FC64FEA0}"/>
              </a:ext>
            </a:extLst>
          </p:cNvPr>
          <p:cNvSpPr txBox="1"/>
          <p:nvPr/>
        </p:nvSpPr>
        <p:spPr>
          <a:xfrm>
            <a:off x="954912" y="1766642"/>
            <a:ext cx="4305935" cy="3183564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400" dirty="0">
                <a:latin typeface="Calibri"/>
                <a:cs typeface="Calibri"/>
              </a:rPr>
              <a:t>Gohan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11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years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old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Cell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Calibri"/>
                <a:cs typeface="Calibri"/>
              </a:rPr>
              <a:t>Game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held.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ts val="3590"/>
              </a:lnSpc>
              <a:spcBef>
                <a:spcPts val="235"/>
              </a:spcBef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fought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against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Majin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Buu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years,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turned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400" b="1" dirty="0">
                <a:latin typeface="Calibri"/>
                <a:cs typeface="Calibri"/>
              </a:rPr>
              <a:t>16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years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old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lang="en-GB" sz="2400" spc="-2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endParaRPr lang="en-GB" sz="2400" spc="-20" dirty="0">
              <a:latin typeface="Calibri"/>
              <a:cs typeface="Calibri"/>
            </a:endParaRPr>
          </a:p>
          <a:p>
            <a:pPr marL="12700">
              <a:spcBef>
                <a:spcPts val="484"/>
              </a:spcBef>
            </a:pPr>
            <a:r>
              <a:rPr lang="en-GB" sz="2400" dirty="0">
                <a:latin typeface="Calibri"/>
                <a:cs typeface="Calibri"/>
              </a:rPr>
              <a:t>'11</a:t>
            </a:r>
            <a:r>
              <a:rPr lang="en-GB" sz="2400" spc="-4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+</a:t>
            </a:r>
            <a:r>
              <a:rPr lang="en-GB" sz="2400" spc="-2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7</a:t>
            </a:r>
            <a:r>
              <a:rPr lang="en-GB" sz="2400" spc="-3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=</a:t>
            </a:r>
            <a:r>
              <a:rPr lang="en-GB" sz="2400" spc="-1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18',</a:t>
            </a:r>
            <a:r>
              <a:rPr lang="en-GB" sz="2400" spc="-2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so</a:t>
            </a:r>
            <a:r>
              <a:rPr lang="en-GB" sz="2400" spc="-25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he</a:t>
            </a:r>
            <a:r>
              <a:rPr lang="en-GB" sz="2400" spc="-2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had</a:t>
            </a:r>
            <a:r>
              <a:rPr lang="en-GB" sz="2400" spc="-2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to</a:t>
            </a:r>
            <a:r>
              <a:rPr lang="en-GB" sz="2400" spc="-30" dirty="0">
                <a:latin typeface="Calibri"/>
                <a:cs typeface="Calibri"/>
              </a:rPr>
              <a:t> </a:t>
            </a:r>
            <a:r>
              <a:rPr lang="en-GB" sz="2400" dirty="0">
                <a:latin typeface="Calibri"/>
                <a:cs typeface="Calibri"/>
              </a:rPr>
              <a:t>be</a:t>
            </a:r>
            <a:r>
              <a:rPr lang="en-GB" sz="2400" spc="-15" dirty="0">
                <a:latin typeface="Calibri"/>
                <a:cs typeface="Calibri"/>
              </a:rPr>
              <a:t> </a:t>
            </a:r>
            <a:r>
              <a:rPr lang="en-GB" sz="2400" b="1" spc="-25" dirty="0">
                <a:latin typeface="Calibri"/>
                <a:cs typeface="Calibri"/>
              </a:rPr>
              <a:t>18</a:t>
            </a:r>
            <a:r>
              <a:rPr lang="en-GB" sz="2400" spc="-25" dirty="0">
                <a:latin typeface="Calibri"/>
                <a:cs typeface="Calibri"/>
              </a:rPr>
              <a:t>.</a:t>
            </a:r>
            <a:endParaRPr lang="en-GB" sz="2400" dirty="0">
              <a:latin typeface="Calibri"/>
              <a:cs typeface="Calibri"/>
            </a:endParaRPr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E054F4DB-EAB2-01D1-FF9D-5888F872C204}"/>
              </a:ext>
            </a:extLst>
          </p:cNvPr>
          <p:cNvGrpSpPr/>
          <p:nvPr/>
        </p:nvGrpSpPr>
        <p:grpSpPr>
          <a:xfrm>
            <a:off x="5340096" y="1775460"/>
            <a:ext cx="6012180" cy="2966085"/>
            <a:chOff x="5340096" y="1775460"/>
            <a:chExt cx="6012180" cy="2966085"/>
          </a:xfrm>
        </p:grpSpPr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006185AF-0CED-B202-9EF2-C0C9BBCFFA3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34500" y="1775460"/>
              <a:ext cx="2017776" cy="2965704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94E1B12E-857C-861B-ECFD-5BBF6C46E5E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40096" y="1775460"/>
              <a:ext cx="2956559" cy="2955036"/>
            </a:xfrm>
            <a:prstGeom prst="rect">
              <a:avLst/>
            </a:prstGeom>
          </p:spPr>
        </p:pic>
      </p:grpSp>
      <p:sp>
        <p:nvSpPr>
          <p:cNvPr id="10" name="object 8">
            <a:extLst>
              <a:ext uri="{FF2B5EF4-FFF2-40B4-BE49-F238E27FC236}">
                <a16:creationId xmlns:a16="http://schemas.microsoft.com/office/drawing/2014/main" id="{1582A432-CE3C-AA2A-3555-B5E0415D49BE}"/>
              </a:ext>
            </a:extLst>
          </p:cNvPr>
          <p:cNvSpPr txBox="1"/>
          <p:nvPr/>
        </p:nvSpPr>
        <p:spPr>
          <a:xfrm>
            <a:off x="6374891" y="4730496"/>
            <a:ext cx="885825" cy="21971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841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45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years</a:t>
            </a:r>
            <a:r>
              <a:rPr sz="1100" b="1" spc="-25" dirty="0">
                <a:solidFill>
                  <a:srgbClr val="FFFFFF"/>
                </a:solidFill>
                <a:latin typeface="Calibri"/>
                <a:cs typeface="Calibri"/>
              </a:rPr>
              <a:t> old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7D9406A0-CEF3-05F8-5A44-1B50AB697406}"/>
              </a:ext>
            </a:extLst>
          </p:cNvPr>
          <p:cNvSpPr/>
          <p:nvPr/>
        </p:nvSpPr>
        <p:spPr>
          <a:xfrm>
            <a:off x="8296656" y="2970276"/>
            <a:ext cx="1038225" cy="283845"/>
          </a:xfrm>
          <a:custGeom>
            <a:avLst/>
            <a:gdLst/>
            <a:ahLst/>
            <a:cxnLst/>
            <a:rect l="l" t="t" r="r" b="b"/>
            <a:pathLst>
              <a:path w="1038225" h="283845">
                <a:moveTo>
                  <a:pt x="896112" y="0"/>
                </a:moveTo>
                <a:lnTo>
                  <a:pt x="896112" y="70865"/>
                </a:lnTo>
                <a:lnTo>
                  <a:pt x="0" y="70865"/>
                </a:lnTo>
                <a:lnTo>
                  <a:pt x="0" y="212598"/>
                </a:lnTo>
                <a:lnTo>
                  <a:pt x="896112" y="212598"/>
                </a:lnTo>
                <a:lnTo>
                  <a:pt x="896112" y="283463"/>
                </a:lnTo>
                <a:lnTo>
                  <a:pt x="1037844" y="141732"/>
                </a:lnTo>
                <a:lnTo>
                  <a:pt x="89611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D64E0E35-3B6F-D9E4-A3F0-839D02034CE8}"/>
              </a:ext>
            </a:extLst>
          </p:cNvPr>
          <p:cNvSpPr txBox="1"/>
          <p:nvPr/>
        </p:nvSpPr>
        <p:spPr>
          <a:xfrm>
            <a:off x="8375904" y="2750820"/>
            <a:ext cx="821690" cy="21971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8415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45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1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alibri"/>
                <a:cs typeface="Calibri"/>
              </a:rPr>
              <a:t>years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5D116D52-818E-AB8B-1FAC-F04E601F998F}"/>
              </a:ext>
            </a:extLst>
          </p:cNvPr>
          <p:cNvSpPr txBox="1"/>
          <p:nvPr/>
        </p:nvSpPr>
        <p:spPr>
          <a:xfrm>
            <a:off x="9899904" y="4730496"/>
            <a:ext cx="885825" cy="21971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841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45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years</a:t>
            </a: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Calibri"/>
                <a:cs typeface="Calibri"/>
              </a:rPr>
              <a:t>old</a:t>
            </a:r>
            <a:endParaRPr sz="11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71003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altLang="ja-JP" b="1" dirty="0">
                <a:latin typeface="Calibri (Headings)"/>
              </a:rPr>
              <a:t>[C] No.7: Aging of Gohan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33</a:t>
            </a:fld>
            <a:endParaRPr lang="en-GB" dirty="0"/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41D975A9-3DBB-CEFE-DAC0-18FBAFEE7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0" b="1" i="0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6000" b="1" kern="0" spc="-10" dirty="0">
              <a:solidFill>
                <a:sysClr val="windowText" lastClr="000000"/>
              </a:solidFill>
              <a:latin typeface="Yu Gothic"/>
              <a:cs typeface="Yu Gothic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Yu Gothic"/>
                <a:cs typeface="Yu Gothic"/>
              </a:rPr>
              <a:t>？？？？？？？？？？？？？</a:t>
            </a:r>
            <a:endParaRPr kumimoji="0" lang="en-GB" sz="6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615052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D19E4-4E6D-4D62-BD00-B0E0B36B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677"/>
            <a:ext cx="10515600" cy="1325563"/>
          </a:xfrm>
        </p:spPr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3.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607565-85F0-4266-A5D0-2804040E9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87880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3.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35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5080" lvl="0" indent="0" algn="just" defTabSz="914400" eaLnBrk="1" fontAlgn="auto" latinLnBrk="0" hangingPunct="1">
              <a:lnSpc>
                <a:spcPct val="90000"/>
              </a:lnSpc>
              <a:spcBef>
                <a:spcPts val="3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Poor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communication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author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staff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publication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company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saying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author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himself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brought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loads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contradictions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both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comics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anime.</a:t>
            </a: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lang="en-GB" sz="2400" b="0" i="0" u="none" strike="noStrike" kern="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interesting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than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negative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because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there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space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where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readers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</a:t>
            </a: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hidden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pleasure.</a:t>
            </a:r>
          </a:p>
          <a:p>
            <a:pPr marL="12700" marR="831215" lvl="0" indent="0" defTabSz="914400" eaLnBrk="1" fontAlgn="auto" latinLnBrk="0" hangingPunct="1">
              <a:lnSpc>
                <a:spcPts val="259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Also,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Dragon</a:t>
            </a:r>
            <a:r>
              <a:rPr kumimoji="0" lang="en-GB" sz="2400" b="0" i="0" u="none" strike="noStrike" kern="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Ball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purely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sophisticated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vividly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describes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exciting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battles</a:t>
            </a:r>
            <a:r>
              <a:rPr kumimoji="0" lang="en-GB" sz="2400" b="0" i="0" u="none" strike="noStrike" kern="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grown-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ups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enjoy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reading</a:t>
            </a:r>
            <a:r>
              <a:rPr kumimoji="0" lang="en-GB" sz="2400" b="0" i="0" u="none" strike="noStrike" kern="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it.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episodes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comics,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anime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version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Dragon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Ball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Dragon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Ball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Z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fun!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(Some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people</a:t>
            </a:r>
            <a:r>
              <a:rPr kumimoji="0" lang="en-GB" sz="24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fans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Majin</a:t>
            </a:r>
            <a:r>
              <a:rPr kumimoji="0" lang="en-GB" sz="2400" b="0" i="0" u="none" strike="noStrike" kern="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Buu</a:t>
            </a:r>
            <a:r>
              <a:rPr kumimoji="0" lang="en-GB" sz="2400" b="0" i="0" u="none" strike="noStrike" kern="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episodes</a:t>
            </a:r>
            <a:r>
              <a:rPr kumimoji="0" lang="en-GB" sz="2400" b="0" i="0" u="none" strike="noStrike" kern="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not,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lang="en-GB" sz="2400" b="0" i="0" u="none" strike="noStrike" kern="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lang="en-GB" sz="2400" b="0" i="0" u="none" strike="noStrike" kern="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personally</a:t>
            </a:r>
            <a:r>
              <a:rPr kumimoji="0" lang="en-GB" sz="24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GB" sz="2400" b="0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am.)</a:t>
            </a:r>
          </a:p>
        </p:txBody>
      </p:sp>
    </p:spTree>
    <p:extLst>
      <p:ext uri="{BB962C8B-B14F-4D97-AF65-F5344CB8AC3E}">
        <p14:creationId xmlns:p14="http://schemas.microsoft.com/office/powerpoint/2010/main" val="444826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62089B-F9EC-4D99-BC73-4EBB101F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ja-JP" b="1" dirty="0">
                <a:latin typeface="Calibri (Headings)"/>
              </a:rPr>
              <a:t>3.</a:t>
            </a:r>
            <a:r>
              <a:rPr lang="en-GB" altLang="ja-JP" b="1" dirty="0">
                <a:latin typeface="Calibri (Headings)"/>
              </a:rPr>
              <a:t> </a:t>
            </a:r>
            <a:r>
              <a:rPr lang="en-GB" altLang="ja-JP" b="1" dirty="0">
                <a:latin typeface="Calibri (Headings)"/>
                <a:sym typeface="Arial"/>
              </a:rPr>
              <a:t>Summary</a:t>
            </a:r>
            <a:endParaRPr lang="en-GB" b="1" dirty="0">
              <a:latin typeface="Calibri (Headings)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AB6BA3-6562-4A65-9A41-66FD61A7F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36</a:t>
            </a:fld>
            <a:endParaRPr lang="en-GB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92490B7A-6E18-A5F8-262B-EABFCBE9F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</a:t>
            </a:r>
            <a:r>
              <a:rPr kumimoji="0" lang="en-GB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lang="en-GB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said</a:t>
            </a:r>
            <a:r>
              <a:rPr kumimoji="0" lang="en-GB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lang="en-GB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lot,</a:t>
            </a:r>
            <a:r>
              <a:rPr kumimoji="0" lang="en-GB" sz="2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lang="en-GB" sz="2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lang="en-GB" sz="2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short…</a:t>
            </a:r>
            <a:endParaRPr kumimoji="0" lang="en-GB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Dragon</a:t>
            </a:r>
            <a:r>
              <a:rPr kumimoji="0" lang="en-GB" sz="80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8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Ball</a:t>
            </a:r>
            <a:r>
              <a:rPr kumimoji="0" lang="en-GB" sz="80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8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lang="en-GB" sz="8000" b="1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8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lang="en-GB" sz="8000" b="1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GB" sz="8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Best!</a:t>
            </a:r>
            <a:endParaRPr kumimoji="0" lang="en-GB" sz="8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54773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6BD63-86C0-4411-B65D-4080E9A95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5400" b="1" dirty="0"/>
          </a:p>
          <a:p>
            <a:pPr marL="0" indent="0" algn="ctr">
              <a:buNone/>
            </a:pPr>
            <a:r>
              <a:rPr lang="en-GB" sz="5400" b="1" dirty="0"/>
              <a:t>EOD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458194-12B8-434A-8D6D-E01520C8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731A-DCF7-4273-BA1A-21517ACBB5E5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35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2366</Words>
  <Application>Microsoft Office PowerPoint</Application>
  <PresentationFormat>Widescreen</PresentationFormat>
  <Paragraphs>307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 MT</vt:lpstr>
      <vt:lpstr>Calibri (Headings)</vt:lpstr>
      <vt:lpstr>Yu Gothic</vt:lpstr>
      <vt:lpstr>Arial</vt:lpstr>
      <vt:lpstr>Calibri</vt:lpstr>
      <vt:lpstr>Calibri Light</vt:lpstr>
      <vt:lpstr>Office テーマ</vt:lpstr>
      <vt:lpstr>Top 7 Riddles of Dragon Ball Series</vt:lpstr>
      <vt:lpstr>About Me</vt:lpstr>
      <vt:lpstr>Licences / Certifications</vt:lpstr>
      <vt:lpstr>Skill Stack</vt:lpstr>
      <vt:lpstr>Work Histories</vt:lpstr>
      <vt:lpstr>Work Histories</vt:lpstr>
      <vt:lpstr>International-Exchange Activities</vt:lpstr>
      <vt:lpstr>Agenda</vt:lpstr>
      <vt:lpstr>1. What Dragon Ball Series Are About</vt:lpstr>
      <vt:lpstr>What Dragon Ball Is</vt:lpstr>
      <vt:lpstr>The World of View</vt:lpstr>
      <vt:lpstr>Species</vt:lpstr>
      <vt:lpstr>Forms of Saiyan</vt:lpstr>
      <vt:lpstr>2. Top 7 Riddles of Dragon Ball Series</vt:lpstr>
      <vt:lpstr>Notes</vt:lpstr>
      <vt:lpstr>[C] No.1: Transport of Mercenary Tao</vt:lpstr>
      <vt:lpstr>[C] No.1: Transport of Mercenary Tao</vt:lpstr>
      <vt:lpstr>[C] No.1: Transport of Mercenary Tao</vt:lpstr>
      <vt:lpstr>[C] No.2: Piccolo's Reaction to Gohan's Transformation to Giant Ape</vt:lpstr>
      <vt:lpstr>[C] No.2: Piccolo's Reaction to Gohan's Transformation to Giant Ape</vt:lpstr>
      <vt:lpstr>[C] No.2: Piccolo's Reaction to Gohan's Transformation to Giant Ape</vt:lpstr>
      <vt:lpstr>[A] No.3: Survival of Vegita in Space</vt:lpstr>
      <vt:lpstr>[A] No.3: Survival of Vegita in Space</vt:lpstr>
      <vt:lpstr>[C] No.4: Transformation to Cyborg of Dr. Gero</vt:lpstr>
      <vt:lpstr>[C] No.4: Transformation to Cyborg of Dr. Gero</vt:lpstr>
      <vt:lpstr>[C] No.4: Transformation to Cyborg of Dr. Gero</vt:lpstr>
      <vt:lpstr>[A] No.5: The Number of Cell Jr.</vt:lpstr>
      <vt:lpstr>[A] No.5: The Number of Cell Jr.</vt:lpstr>
      <vt:lpstr>[A] No.5: The Number of Cell Jr.</vt:lpstr>
      <vt:lpstr>[A] No.6: An English Class in Orange Star High School</vt:lpstr>
      <vt:lpstr>[A] No.6: An English Class in Orange Star High School</vt:lpstr>
      <vt:lpstr>[C] No.7: Aging of Gohan</vt:lpstr>
      <vt:lpstr>[C] No.7: Aging of Gohan</vt:lpstr>
      <vt:lpstr>3. Summary</vt:lpstr>
      <vt:lpstr>3. Summary</vt:lpstr>
      <vt:lpstr>3.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Hayato Ishida</dc:creator>
  <cp:lastModifiedBy>Hayato Ishida</cp:lastModifiedBy>
  <cp:revision>53</cp:revision>
  <dcterms:modified xsi:type="dcterms:W3CDTF">2025-08-31T17:52:59Z</dcterms:modified>
</cp:coreProperties>
</file>