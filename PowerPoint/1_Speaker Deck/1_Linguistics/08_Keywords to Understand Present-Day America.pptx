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7" r:id="rId3"/>
    <p:sldId id="407" r:id="rId4"/>
    <p:sldId id="387" r:id="rId5"/>
    <p:sldId id="286" r:id="rId6"/>
    <p:sldId id="280" r:id="rId7"/>
    <p:sldId id="311" r:id="rId8"/>
    <p:sldId id="259" r:id="rId9"/>
    <p:sldId id="330" r:id="rId10"/>
    <p:sldId id="325" r:id="rId11"/>
    <p:sldId id="354" r:id="rId12"/>
    <p:sldId id="408" r:id="rId13"/>
    <p:sldId id="409" r:id="rId14"/>
    <p:sldId id="410" r:id="rId15"/>
    <p:sldId id="411" r:id="rId16"/>
    <p:sldId id="326" r:id="rId17"/>
    <p:sldId id="336" r:id="rId18"/>
    <p:sldId id="412" r:id="rId19"/>
    <p:sldId id="357" r:id="rId20"/>
    <p:sldId id="358" r:id="rId21"/>
    <p:sldId id="413" r:id="rId22"/>
    <p:sldId id="359" r:id="rId23"/>
    <p:sldId id="360" r:id="rId24"/>
    <p:sldId id="385" r:id="rId25"/>
    <p:sldId id="386" r:id="rId26"/>
    <p:sldId id="328" r:id="rId27"/>
    <p:sldId id="295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098E9516-7D5F-4051-9ACC-B98F847096B9}"/>
    <pc:docChg chg="custSel modSld">
      <pc:chgData name="Hayato Ishida" userId="585fa0fa6384767c" providerId="LiveId" clId="{098E9516-7D5F-4051-9ACC-B98F847096B9}" dt="2025-08-31T17:24:18.065" v="8"/>
      <pc:docMkLst>
        <pc:docMk/>
      </pc:docMkLst>
      <pc:sldChg chg="addSp delSp modSp mod">
        <pc:chgData name="Hayato Ishida" userId="585fa0fa6384767c" providerId="LiveId" clId="{098E9516-7D5F-4051-9ACC-B98F847096B9}" dt="2025-08-31T17:24:02.573" v="5"/>
        <pc:sldMkLst>
          <pc:docMk/>
          <pc:sldMk cId="155858466" sldId="286"/>
        </pc:sldMkLst>
        <pc:spChg chg="add del mod">
          <ac:chgData name="Hayato Ishida" userId="585fa0fa6384767c" providerId="LiveId" clId="{098E9516-7D5F-4051-9ACC-B98F847096B9}" dt="2025-08-31T17:24:02.274" v="4" actId="478"/>
          <ac:spMkLst>
            <pc:docMk/>
            <pc:sldMk cId="155858466" sldId="286"/>
            <ac:spMk id="3" creationId="{AD5B390E-2CAD-A148-9C64-B21F85FBB1DC}"/>
          </ac:spMkLst>
        </pc:spChg>
        <pc:spChg chg="add mod">
          <ac:chgData name="Hayato Ishida" userId="585fa0fa6384767c" providerId="LiveId" clId="{098E9516-7D5F-4051-9ACC-B98F847096B9}" dt="2025-08-31T17:24:02.573" v="5"/>
          <ac:spMkLst>
            <pc:docMk/>
            <pc:sldMk cId="155858466" sldId="286"/>
            <ac:spMk id="4" creationId="{459FC3BA-6530-B646-ABA1-8919A8164E1A}"/>
          </ac:spMkLst>
        </pc:spChg>
        <pc:spChg chg="del">
          <ac:chgData name="Hayato Ishida" userId="585fa0fa6384767c" providerId="LiveId" clId="{098E9516-7D5F-4051-9ACC-B98F847096B9}" dt="2025-08-31T17:23:59.511" v="3" actId="478"/>
          <ac:spMkLst>
            <pc:docMk/>
            <pc:sldMk cId="155858466" sldId="286"/>
            <ac:spMk id="7" creationId="{65018C57-0E5C-C58E-48C6-5D794A14F8BF}"/>
          </ac:spMkLst>
        </pc:spChg>
        <pc:spChg chg="del">
          <ac:chgData name="Hayato Ishida" userId="585fa0fa6384767c" providerId="LiveId" clId="{098E9516-7D5F-4051-9ACC-B98F847096B9}" dt="2025-08-31T17:23:59.511" v="3" actId="478"/>
          <ac:spMkLst>
            <pc:docMk/>
            <pc:sldMk cId="155858466" sldId="286"/>
            <ac:spMk id="9" creationId="{99752A7F-00AA-0C47-DFBE-5AC65AA8FB4F}"/>
          </ac:spMkLst>
        </pc:spChg>
        <pc:graphicFrameChg chg="add mod">
          <ac:chgData name="Hayato Ishida" userId="585fa0fa6384767c" providerId="LiveId" clId="{098E9516-7D5F-4051-9ACC-B98F847096B9}" dt="2025-08-31T17:24:02.573" v="5"/>
          <ac:graphicFrameMkLst>
            <pc:docMk/>
            <pc:sldMk cId="155858466" sldId="286"/>
            <ac:graphicFrameMk id="5" creationId="{E87C5A74-BB03-F504-5BAE-38CA2A50D091}"/>
          </ac:graphicFrameMkLst>
        </pc:graphicFrameChg>
      </pc:sldChg>
      <pc:sldChg chg="addSp delSp modSp mod">
        <pc:chgData name="Hayato Ishida" userId="585fa0fa6384767c" providerId="LiveId" clId="{098E9516-7D5F-4051-9ACC-B98F847096B9}" dt="2025-08-31T17:12:00.404" v="2"/>
        <pc:sldMkLst>
          <pc:docMk/>
          <pc:sldMk cId="654251065" sldId="287"/>
        </pc:sldMkLst>
        <pc:spChg chg="add del mod">
          <ac:chgData name="Hayato Ishida" userId="585fa0fa6384767c" providerId="LiveId" clId="{098E9516-7D5F-4051-9ACC-B98F847096B9}" dt="2025-08-31T17:12:00.077" v="1" actId="478"/>
          <ac:spMkLst>
            <pc:docMk/>
            <pc:sldMk cId="654251065" sldId="287"/>
            <ac:spMk id="3" creationId="{199B04F4-098A-A6A9-3AE1-9D50E8C970BD}"/>
          </ac:spMkLst>
        </pc:spChg>
        <pc:spChg chg="add mod">
          <ac:chgData name="Hayato Ishida" userId="585fa0fa6384767c" providerId="LiveId" clId="{098E9516-7D5F-4051-9ACC-B98F847096B9}" dt="2025-08-31T17:12:00.404" v="2"/>
          <ac:spMkLst>
            <pc:docMk/>
            <pc:sldMk cId="654251065" sldId="287"/>
            <ac:spMk id="5" creationId="{526AC303-96AC-E0F2-D920-D6FD7C0FEC20}"/>
          </ac:spMkLst>
        </pc:spChg>
        <pc:spChg chg="del">
          <ac:chgData name="Hayato Ishida" userId="585fa0fa6384767c" providerId="LiveId" clId="{098E9516-7D5F-4051-9ACC-B98F847096B9}" dt="2025-08-31T17:11:56.235" v="0" actId="478"/>
          <ac:spMkLst>
            <pc:docMk/>
            <pc:sldMk cId="654251065" sldId="287"/>
            <ac:spMk id="10" creationId="{95C8895A-58D2-CD71-92B0-8D2E768836B5}"/>
          </ac:spMkLst>
        </pc:spChg>
        <pc:picChg chg="add mod">
          <ac:chgData name="Hayato Ishida" userId="585fa0fa6384767c" providerId="LiveId" clId="{098E9516-7D5F-4051-9ACC-B98F847096B9}" dt="2025-08-31T17:12:00.404" v="2"/>
          <ac:picMkLst>
            <pc:docMk/>
            <pc:sldMk cId="654251065" sldId="287"/>
            <ac:picMk id="4" creationId="{46B5636B-F052-344E-141A-524E29560E76}"/>
          </ac:picMkLst>
        </pc:picChg>
        <pc:picChg chg="del">
          <ac:chgData name="Hayato Ishida" userId="585fa0fa6384767c" providerId="LiveId" clId="{098E9516-7D5F-4051-9ACC-B98F847096B9}" dt="2025-08-31T17:11:56.235" v="0" actId="478"/>
          <ac:picMkLst>
            <pc:docMk/>
            <pc:sldMk cId="654251065" sldId="287"/>
            <ac:picMk id="12" creationId="{3EDCB46C-968B-4617-C639-D2CDB0DF9EB6}"/>
          </ac:picMkLst>
        </pc:picChg>
      </pc:sldChg>
      <pc:sldChg chg="addSp delSp modSp mod">
        <pc:chgData name="Hayato Ishida" userId="585fa0fa6384767c" providerId="LiveId" clId="{098E9516-7D5F-4051-9ACC-B98F847096B9}" dt="2025-08-31T17:24:18.065" v="8"/>
        <pc:sldMkLst>
          <pc:docMk/>
          <pc:sldMk cId="417452178" sldId="387"/>
        </pc:sldMkLst>
        <pc:spChg chg="add del mod">
          <ac:chgData name="Hayato Ishida" userId="585fa0fa6384767c" providerId="LiveId" clId="{098E9516-7D5F-4051-9ACC-B98F847096B9}" dt="2025-08-31T17:24:17.633" v="7" actId="478"/>
          <ac:spMkLst>
            <pc:docMk/>
            <pc:sldMk cId="417452178" sldId="387"/>
            <ac:spMk id="3" creationId="{59A9B758-A92C-A8B6-BFA9-A2377902BB52}"/>
          </ac:spMkLst>
        </pc:spChg>
        <pc:spChg chg="add del mod">
          <ac:chgData name="Hayato Ishida" userId="585fa0fa6384767c" providerId="LiveId" clId="{098E9516-7D5F-4051-9ACC-B98F847096B9}" dt="2025-08-31T17:24:17.633" v="7" actId="478"/>
          <ac:spMkLst>
            <pc:docMk/>
            <pc:sldMk cId="417452178" sldId="387"/>
            <ac:spMk id="5" creationId="{FD1097AE-A7F1-6645-5B04-DB19A13E59D5}"/>
          </ac:spMkLst>
        </pc:spChg>
        <pc:spChg chg="del">
          <ac:chgData name="Hayato Ishida" userId="585fa0fa6384767c" providerId="LiveId" clId="{098E9516-7D5F-4051-9ACC-B98F847096B9}" dt="2025-08-31T17:24:14.741" v="6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098E9516-7D5F-4051-9ACC-B98F847096B9}" dt="2025-08-31T17:24:14.741" v="6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098E9516-7D5F-4051-9ACC-B98F847096B9}" dt="2025-08-31T17:24:18.065" v="8"/>
          <ac:spMkLst>
            <pc:docMk/>
            <pc:sldMk cId="417452178" sldId="387"/>
            <ac:spMk id="9" creationId="{F868BF2A-31AD-90F1-EEF5-A0B03CD2BC65}"/>
          </ac:spMkLst>
        </pc:spChg>
        <pc:spChg chg="add mod">
          <ac:chgData name="Hayato Ishida" userId="585fa0fa6384767c" providerId="LiveId" clId="{098E9516-7D5F-4051-9ACC-B98F847096B9}" dt="2025-08-31T17:24:18.065" v="8"/>
          <ac:spMkLst>
            <pc:docMk/>
            <pc:sldMk cId="417452178" sldId="387"/>
            <ac:spMk id="10" creationId="{10D487BE-7DE2-5902-E732-6DC7642CFF0A}"/>
          </ac:spMkLst>
        </pc:spChg>
      </pc:sldChg>
    </pc:docChg>
  </pc:docChgLst>
  <pc:docChgLst>
    <pc:chgData name="Hayato Ishida" userId="585fa0fa6384767c" providerId="LiveId" clId="{CF06769B-5E31-4F3C-8AC7-1BA0F76D8A23}"/>
    <pc:docChg chg="custSel modSld">
      <pc:chgData name="Hayato Ishida" userId="585fa0fa6384767c" providerId="LiveId" clId="{CF06769B-5E31-4F3C-8AC7-1BA0F76D8A23}" dt="2025-05-03T11:39:45.586" v="8"/>
      <pc:docMkLst>
        <pc:docMk/>
      </pc:docMkLst>
      <pc:sldChg chg="addSp delSp modSp mod">
        <pc:chgData name="Hayato Ishida" userId="585fa0fa6384767c" providerId="LiveId" clId="{CF06769B-5E31-4F3C-8AC7-1BA0F76D8A23}" dt="2025-05-03T11:39:45.586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CF06769B-5E31-4F3C-8AC7-1BA0F76D8A23}" dt="2025-05-03T11:39:05.604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CF06769B-5E31-4F3C-8AC7-1BA0F76D8A23}" dt="2025-05-03T11:38:10.823" v="5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ZNQ42Z-keywords-to-understand-present-day-americ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slide" Target="slide8.xml"/><Relationship Id="rId7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Relationship Id="rId9" Type="http://schemas.openxmlformats.org/officeDocument/2006/relationships/slide" Target="slide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vitaljapan.com/event/20181110-vital-japan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litical_correctnes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ion.cnn.com/2018/10/23/media/megyn-kelly-blackface/index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litical_correctnes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ition.cnn.com/2018/10/23/media/megyn-kelly-blackface/index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Keywords to Understand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America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233DE078-A400-87F4-E30B-CA69CE2B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6B278D4E-FBB6-4BC9-E57E-5FC4D24A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5636B-F052-344E-141A-524E29560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26AC303-96AC-E0F2-D920-D6FD7C0F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F868BF2A-31AD-90F1-EEF5-A0B03CD2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0D487BE-7DE2-5902-E732-6DC7642C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488C58C8-A2BF-6B96-5F4D-2DE87F29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459FC3BA-6530-B646-ABA1-8919A816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7C5A74-BB03-F504-5BAE-38CA2A50D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166100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BC34F73B-D7FC-9EFD-39C2-2631094F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6DAC924-CE6E-ABCE-5925-60E92B90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76C34126-CAE9-19F3-02D5-5066879BB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Prologue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PC Terms 1 -Genders</a:t>
            </a:r>
            <a:r>
              <a:rPr lang="ja-JP" altLang="en-GB" sz="2400" dirty="0">
                <a:sym typeface="Arial"/>
                <a:hlinkClick r:id="rId4" action="ppaction://hlinksldjump"/>
              </a:rPr>
              <a:t>・</a:t>
            </a:r>
            <a:r>
              <a:rPr lang="en-GB" altLang="ja-JP" sz="2400" dirty="0">
                <a:sym typeface="Arial"/>
                <a:hlinkClick r:id="rId4" action="ppaction://hlinksldjump"/>
              </a:rPr>
              <a:t>Sexes</a:t>
            </a:r>
            <a:r>
              <a:rPr lang="ja-JP" altLang="en-GB" sz="2400" dirty="0">
                <a:sym typeface="Arial"/>
                <a:hlinkClick r:id="rId4" action="ppaction://hlinksldjump"/>
              </a:rPr>
              <a:t>・</a:t>
            </a:r>
            <a:r>
              <a:rPr lang="en-GB" altLang="ja-JP" sz="2400" dirty="0">
                <a:sym typeface="Arial"/>
                <a:hlinkClick r:id="rId4" action="ppaction://hlinksldjump"/>
              </a:rPr>
              <a:t>Diversity-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PC Terms 2 -Social Movements-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Highly Digitalised Society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Others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lang="en-GB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2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8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November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2018,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the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168th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monthly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session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Vital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Japan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whose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theme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was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Learn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Keywords</a:t>
            </a:r>
            <a:r>
              <a:rPr kumimoji="0" lang="en-GB" sz="2400" b="0" i="1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to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Interpret</a:t>
            </a:r>
            <a:r>
              <a:rPr kumimoji="0" lang="en-GB" sz="2400" b="0" i="1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Present-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Day</a:t>
            </a:r>
            <a:r>
              <a:rPr kumimoji="0" lang="en-GB" sz="2400" b="0" i="1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America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held, presented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Mr.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Satoshi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Sugita</a:t>
            </a:r>
            <a:r>
              <a:rPr lang="en-GB" sz="2400" kern="0" spc="-75" dirty="0">
                <a:solidFill>
                  <a:sysClr val="windowText" lastClr="000000"/>
                </a:solidFill>
                <a:latin typeface="Calibri"/>
                <a:cs typeface="Calibri"/>
              </a:rPr>
              <a:t>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lecturer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Practical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NHK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Radio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visiting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professor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Women's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University.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8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Political</a:t>
            </a:r>
            <a:r>
              <a:rPr kumimoji="0" lang="en-GB" sz="28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Correctness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93370" lvl="0" indent="0" defTabSz="914400" eaLnBrk="1" fontAlgn="auto" latinLnBrk="0" hangingPunct="1">
              <a:lnSpc>
                <a:spcPts val="281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Political</a:t>
            </a:r>
            <a:r>
              <a:rPr kumimoji="0" lang="en-GB" sz="2400" b="0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correctness</a:t>
            </a:r>
            <a:r>
              <a:rPr kumimoji="0" lang="en-GB" sz="2400" b="0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(adjectivally:</a:t>
            </a:r>
            <a:r>
              <a:rPr kumimoji="0" lang="en-GB" sz="24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politically</a:t>
            </a:r>
            <a:r>
              <a:rPr kumimoji="0" lang="en-GB" sz="2400" b="0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correct;</a:t>
            </a:r>
            <a:r>
              <a:rPr kumimoji="0" lang="en-GB" sz="2400" b="0" i="1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commonly</a:t>
            </a:r>
            <a:r>
              <a:rPr kumimoji="0" lang="en-GB" sz="2400" b="0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abbreviated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PC)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describe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language,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policies,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intended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avoid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offense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disadvantage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particular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groups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society.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Reference:</a:t>
            </a:r>
            <a:r>
              <a:rPr kumimoji="0" lang="en-GB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Political</a:t>
            </a:r>
            <a:r>
              <a:rPr kumimoji="0" lang="en-GB" sz="18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Correctness</a:t>
            </a:r>
            <a:r>
              <a:rPr kumimoji="0" lang="en-GB" sz="18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-</a:t>
            </a:r>
            <a:r>
              <a:rPr kumimoji="0" lang="en-GB" sz="18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Wikipedia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say…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United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States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ethnic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cultural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state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interpret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expression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description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various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highly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likely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generous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treat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taboo.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PC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necessary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sensitive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touching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taboos.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3710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63A9D5-05F3-01AF-61A8-F075FA8D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09849"/>
              </p:ext>
            </p:extLst>
          </p:nvPr>
        </p:nvGraphicFramePr>
        <p:xfrm>
          <a:off x="819150" y="1806575"/>
          <a:ext cx="10493404" cy="407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861">
                  <a:extLst>
                    <a:ext uri="{9D8B030D-6E8A-4147-A177-3AD203B41FA5}">
                      <a16:colId xmlns:a16="http://schemas.microsoft.com/office/drawing/2014/main" val="1934988506"/>
                    </a:ext>
                  </a:extLst>
                </a:gridCol>
                <a:gridCol w="3967993">
                  <a:extLst>
                    <a:ext uri="{9D8B030D-6E8A-4147-A177-3AD203B41FA5}">
                      <a16:colId xmlns:a16="http://schemas.microsoft.com/office/drawing/2014/main" val="3627267291"/>
                    </a:ext>
                  </a:extLst>
                </a:gridCol>
                <a:gridCol w="4152550">
                  <a:extLst>
                    <a:ext uri="{9D8B030D-6E8A-4147-A177-3AD203B41FA5}">
                      <a16:colId xmlns:a16="http://schemas.microsoft.com/office/drawing/2014/main" val="2077054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289179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Ladies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gentleman.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1440" marR="2762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morning,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passengers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(transport)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Hello,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everyone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(greetings)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92075" marR="1212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female,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it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inclusively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treated.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841924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neuter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non-binary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92075" marR="3619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Complement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male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female.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2014,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Facebook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offers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ABC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News.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82958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gender-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free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gender-neuter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gender-fluid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gender-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free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absent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Oxford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Dictionary.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1604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19411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he she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 marR="36734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75" dirty="0">
                          <a:latin typeface="Calibri"/>
                          <a:cs typeface="Calibri"/>
                        </a:rPr>
                        <a:t>xe 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ze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 marR="3263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z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masks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remaining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some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pronouns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English.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351046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they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child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played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her</a:t>
                      </a: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u="sng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his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4102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parent.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child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played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parent.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Singular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pronouns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he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she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exposes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gender,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cover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it.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234164920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044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785F29-EAE6-4575-B1BF-DBB4ED207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38811"/>
              </p:ext>
            </p:extLst>
          </p:nvPr>
        </p:nvGraphicFramePr>
        <p:xfrm>
          <a:off x="819912" y="1815255"/>
          <a:ext cx="10516233" cy="348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97">
                  <a:extLst>
                    <a:ext uri="{9D8B030D-6E8A-4147-A177-3AD203B41FA5}">
                      <a16:colId xmlns:a16="http://schemas.microsoft.com/office/drawing/2014/main" val="1041651221"/>
                    </a:ext>
                  </a:extLst>
                </a:gridCol>
                <a:gridCol w="2697061">
                  <a:extLst>
                    <a:ext uri="{9D8B030D-6E8A-4147-A177-3AD203B41FA5}">
                      <a16:colId xmlns:a16="http://schemas.microsoft.com/office/drawing/2014/main" val="1504665199"/>
                    </a:ext>
                  </a:extLst>
                </a:gridCol>
                <a:gridCol w="5598075">
                  <a:extLst>
                    <a:ext uri="{9D8B030D-6E8A-4147-A177-3AD203B41FA5}">
                      <a16:colId xmlns:a16="http://schemas.microsoft.com/office/drawing/2014/main" val="2579430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590541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170" marR="16859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Mr.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Mrs. Miss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Mx.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masks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gender.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 marR="419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precedent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claimant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defendant</a:t>
                      </a:r>
                      <a:r>
                        <a:rPr sz="1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claimant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unhappy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called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with.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881368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foreign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students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882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students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92075" marR="876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likely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exclusive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modified.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However,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non-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living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objects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exceptions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foreign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minister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exchange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reserve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328000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170" marR="1043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chairman anchorman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91440" marR="351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chairperson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chair anchorperson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anchor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92075" marR="1593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suffix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-person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often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omitted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mentioned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self-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evident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it.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 marR="826135">
                        <a:lnSpc>
                          <a:spcPts val="212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MS Gothic"/>
                          <a:cs typeface="MS Gothic"/>
                        </a:rPr>
                        <a:t>※</a:t>
                      </a:r>
                      <a:r>
                        <a:rPr sz="1800" spc="-495" dirty="0">
                          <a:latin typeface="MS Gothic"/>
                          <a:cs typeface="MS Gothic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rename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-man</a:t>
                      </a:r>
                      <a:r>
                        <a:rPr sz="18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legally approved.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2477810312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18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PC Terms 1 -Genders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Sexes</a:t>
            </a:r>
            <a:r>
              <a:rPr lang="ja-JP" altLang="en-GB" b="1" dirty="0">
                <a:latin typeface="Calibri (Headings)"/>
                <a:sym typeface="Arial"/>
              </a:rPr>
              <a:t>・</a:t>
            </a:r>
            <a:r>
              <a:rPr lang="en-GB" altLang="ja-JP" b="1" dirty="0">
                <a:latin typeface="Calibri (Headings)"/>
                <a:sym typeface="Arial"/>
              </a:rPr>
              <a:t>Diversity-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5CC0420-2B63-60FE-97AD-9DB4EF5728A9}"/>
              </a:ext>
            </a:extLst>
          </p:cNvPr>
          <p:cNvGraphicFramePr>
            <a:graphicFrameLocks noGrp="1"/>
          </p:cNvGraphicFramePr>
          <p:nvPr/>
        </p:nvGraphicFramePr>
        <p:xfrm>
          <a:off x="831850" y="1819275"/>
          <a:ext cx="10516870" cy="375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14020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actor actress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actor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Covers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relations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occupations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genders.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 marR="14471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hero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heroin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hero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waitress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waitperson,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waitron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waitstaff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student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36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Shorten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coeducation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female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coeducational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institution,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especially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college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university.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 marR="2432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prefix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co-</a:t>
                      </a:r>
                      <a:r>
                        <a:rPr sz="18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suggests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female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subject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male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students.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89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PC Terms 2 -Social Movements-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PC Terms 2 -Social Movements-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DC0150-BE26-ABDD-CD6D-0CE3A16D5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982409"/>
              </p:ext>
            </p:extLst>
          </p:nvPr>
        </p:nvGraphicFramePr>
        <p:xfrm>
          <a:off x="819150" y="1819275"/>
          <a:ext cx="10515600" cy="2893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555">
                  <a:extLst>
                    <a:ext uri="{9D8B030D-6E8A-4147-A177-3AD203B41FA5}">
                      <a16:colId xmlns:a16="http://schemas.microsoft.com/office/drawing/2014/main" val="1679416712"/>
                    </a:ext>
                  </a:extLst>
                </a:gridCol>
                <a:gridCol w="3980576">
                  <a:extLst>
                    <a:ext uri="{9D8B030D-6E8A-4147-A177-3AD203B41FA5}">
                      <a16:colId xmlns:a16="http://schemas.microsoft.com/office/drawing/2014/main" val="1048164617"/>
                    </a:ext>
                  </a:extLst>
                </a:gridCol>
                <a:gridCol w="4233469">
                  <a:extLst>
                    <a:ext uri="{9D8B030D-6E8A-4147-A177-3AD203B41FA5}">
                      <a16:colId xmlns:a16="http://schemas.microsoft.com/office/drawing/2014/main" val="3115169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87402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global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warming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climate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64135" marR="1257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Suggests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phenomenon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caused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call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nature,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economical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activities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beings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402050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slow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children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682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slow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drive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slowly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children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pass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by.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4135" marR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Adjective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slow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dull</a:t>
                      </a:r>
                      <a:r>
                        <a:rPr sz="18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seems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quite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insulting.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extLst>
                  <a:ext uri="{0D108BD9-81ED-4DB2-BD59-A6C34878D82A}">
                    <a16:rowId xmlns:a16="http://schemas.microsoft.com/office/drawing/2014/main" val="1721854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disabled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handicapped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40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discussed)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expression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politically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discussion.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801719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PC Terms 2 -Social Movements-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AF842E-163D-97F9-400E-A027A5D45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375184"/>
              </p:ext>
            </p:extLst>
          </p:nvPr>
        </p:nvGraphicFramePr>
        <p:xfrm>
          <a:off x="825618" y="1819275"/>
          <a:ext cx="10509132" cy="3646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641">
                  <a:extLst>
                    <a:ext uri="{9D8B030D-6E8A-4147-A177-3AD203B41FA5}">
                      <a16:colId xmlns:a16="http://schemas.microsoft.com/office/drawing/2014/main" val="1397072953"/>
                    </a:ext>
                  </a:extLst>
                </a:gridCol>
                <a:gridCol w="3292679">
                  <a:extLst>
                    <a:ext uri="{9D8B030D-6E8A-4147-A177-3AD203B41FA5}">
                      <a16:colId xmlns:a16="http://schemas.microsoft.com/office/drawing/2014/main" val="2467269523"/>
                    </a:ext>
                  </a:extLst>
                </a:gridCol>
                <a:gridCol w="5038812">
                  <a:extLst>
                    <a:ext uri="{9D8B030D-6E8A-4147-A177-3AD203B41FA5}">
                      <a16:colId xmlns:a16="http://schemas.microsoft.com/office/drawing/2014/main" val="605420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3802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Negro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black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Afro-American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African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American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coloured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people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colour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terribly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discriminatory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absolute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taboo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dangerous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F-words.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4135" marR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2018,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American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Journalist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Megyn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Kelly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was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sucked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NBC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scandal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called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Blackface</a:t>
                      </a:r>
                      <a:r>
                        <a:rPr sz="1800" i="1" spc="-10" dirty="0">
                          <a:solidFill>
                            <a:srgbClr val="0462C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u="sng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comments</a:t>
                      </a:r>
                      <a:r>
                        <a:rPr sz="1800" i="1" spc="-60" dirty="0">
                          <a:solidFill>
                            <a:srgbClr val="0462C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lost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glorious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career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overnight.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12258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flip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chart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easel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flip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insulting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Filipino.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289828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Christmas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party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office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640" marB="0"/>
                </a:tc>
                <a:tc>
                  <a:txBody>
                    <a:bodyPr/>
                    <a:lstStyle/>
                    <a:p>
                      <a:pPr marL="64135" marR="6286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Hanukkah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ritual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Jewish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Christmas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Christians.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57968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Oriental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Chinese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insulting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Chinese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people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39272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Jew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Jewish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/>
                </a:tc>
                <a:tc>
                  <a:txBody>
                    <a:bodyPr/>
                    <a:lstStyle/>
                    <a:p>
                      <a:pPr marL="64135" marR="5943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insulting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Jewish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people.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Akin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Jap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Japanese.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5534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494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Highly Digitalised Society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Highly Digitalised Society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19322D-E7D4-0F24-C33A-45EE1D18C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37763"/>
              </p:ext>
            </p:extLst>
          </p:nvPr>
        </p:nvGraphicFramePr>
        <p:xfrm>
          <a:off x="838200" y="2082926"/>
          <a:ext cx="10496550" cy="3366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701">
                  <a:extLst>
                    <a:ext uri="{9D8B030D-6E8A-4147-A177-3AD203B41FA5}">
                      <a16:colId xmlns:a16="http://schemas.microsoft.com/office/drawing/2014/main" val="1840419972"/>
                    </a:ext>
                  </a:extLst>
                </a:gridCol>
                <a:gridCol w="8058849">
                  <a:extLst>
                    <a:ext uri="{9D8B030D-6E8A-4147-A177-3AD203B41FA5}">
                      <a16:colId xmlns:a16="http://schemas.microsoft.com/office/drawing/2014/main" val="682887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29888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63500" marR="68580">
                        <a:lnSpc>
                          <a:spcPct val="99400"/>
                        </a:lnSpc>
                        <a:spcBef>
                          <a:spcPts val="155"/>
                        </a:spcBef>
                        <a:tabLst>
                          <a:tab pos="754380" algn="l"/>
                          <a:tab pos="5516880" algn="l"/>
                          <a:tab pos="6451600" algn="l"/>
                          <a:tab pos="714057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verb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befriend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unfriend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born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networking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verbalized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friend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negative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suffix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-un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born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expressions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/>
                        <a:t>like</a:t>
                      </a:r>
                      <a:r>
                        <a:rPr lang="en-GB" dirty="0">
                          <a:latin typeface="+mn-lt"/>
                        </a:rPr>
                        <a:t> </a:t>
                      </a:r>
                      <a:r>
                        <a:rPr lang="ja-JP" altLang="en-US" sz="1800" i="0" dirty="0">
                          <a:latin typeface="+mn-lt"/>
                          <a:cs typeface="Calibri"/>
                        </a:rPr>
                        <a:t>↔</a:t>
                      </a:r>
                      <a:r>
                        <a:rPr lang="en-GB" altLang="ja-JP" sz="1800" i="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dirty="0"/>
                        <a:t>unlike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lang="en-GB"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lang="en-GB" dirty="0">
                          <a:latin typeface="+mn-lt"/>
                        </a:rPr>
                        <a:t> </a:t>
                      </a:r>
                      <a:r>
                        <a:rPr lang="ja-JP" altLang="en-US" sz="1800" i="0" dirty="0">
                          <a:latin typeface="+mn-lt"/>
                          <a:cs typeface="Calibri"/>
                        </a:rPr>
                        <a:t>↔</a:t>
                      </a:r>
                      <a:r>
                        <a:rPr lang="en-GB" altLang="ja-JP" sz="1800" i="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800" i="1" spc="-10" dirty="0" err="1">
                          <a:latin typeface="Calibri"/>
                          <a:cs typeface="Calibri"/>
                        </a:rPr>
                        <a:t>unsta</a:t>
                      </a:r>
                      <a:r>
                        <a:rPr lang="en-GB" sz="1800" i="1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flag</a:t>
                      </a:r>
                      <a:r>
                        <a:rPr lang="en-GB" dirty="0">
                          <a:latin typeface="+mn-lt"/>
                        </a:rPr>
                        <a:t> </a:t>
                      </a:r>
                      <a:r>
                        <a:rPr lang="ja-JP" altLang="en-US" sz="1800" i="0" dirty="0">
                          <a:latin typeface="+mn-lt"/>
                          <a:cs typeface="Calibri"/>
                        </a:rPr>
                        <a:t>↔</a:t>
                      </a:r>
                      <a:r>
                        <a:rPr lang="en-GB" altLang="ja-JP" sz="1800" i="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unflag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(Just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Newspeak</a:t>
                      </a:r>
                      <a:r>
                        <a:rPr sz="18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Nineteen-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Eight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Four).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685" marB="0"/>
                </a:tc>
                <a:extLst>
                  <a:ext uri="{0D108BD9-81ED-4DB2-BD59-A6C34878D82A}">
                    <a16:rowId xmlns:a16="http://schemas.microsoft.com/office/drawing/2014/main" val="225021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ghosting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disappearance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networking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services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772025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trolling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5735" marB="0"/>
                </a:tc>
                <a:tc>
                  <a:txBody>
                    <a:bodyPr/>
                    <a:lstStyle/>
                    <a:p>
                      <a:pPr marL="63500" marR="49275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uploading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unpleasant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inappropriate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contents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networking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pull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people's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eyes.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Videos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shared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timers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lacking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common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sense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YouTube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familiar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examples.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353326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catfish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villain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fraud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hiding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identity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impersonating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4041217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always-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networking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time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90311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Highly Digitalised Society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503D56-BB61-6EC7-031F-6A1656034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60279"/>
              </p:ext>
            </p:extLst>
          </p:nvPr>
        </p:nvGraphicFramePr>
        <p:xfrm>
          <a:off x="819149" y="1819275"/>
          <a:ext cx="10515600" cy="315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141">
                  <a:extLst>
                    <a:ext uri="{9D8B030D-6E8A-4147-A177-3AD203B41FA5}">
                      <a16:colId xmlns:a16="http://schemas.microsoft.com/office/drawing/2014/main" val="1747131075"/>
                    </a:ext>
                  </a:extLst>
                </a:gridCol>
                <a:gridCol w="8050459">
                  <a:extLst>
                    <a:ext uri="{9D8B030D-6E8A-4147-A177-3AD203B41FA5}">
                      <a16:colId xmlns:a16="http://schemas.microsoft.com/office/drawing/2014/main" val="2912828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412698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text-neck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distorted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neck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caused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keeping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one's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downward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242733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Instagrammable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attractive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networking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services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37000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FOMO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issing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 marR="4489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passive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afraid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fall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behind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latest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lose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best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opportunity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273123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JOMO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issing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antonym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FOMO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aggressive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incoming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back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joy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daily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life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58009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couch-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potato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[Obsolete]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Taking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chips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watching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TV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2632222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3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Others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Others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2E8E36B-691F-88A1-1F87-6869A40C8F6E}"/>
              </a:ext>
            </a:extLst>
          </p:cNvPr>
          <p:cNvGraphicFramePr>
            <a:graphicFrameLocks noGrp="1"/>
          </p:cNvGraphicFramePr>
          <p:nvPr/>
        </p:nvGraphicFramePr>
        <p:xfrm>
          <a:off x="831850" y="1819275"/>
          <a:ext cx="10516235" cy="333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Politically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9671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gender-neutral gender-fluid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67690" algn="just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transgender</a:t>
                      </a:r>
                      <a:r>
                        <a:rPr sz="18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mismatch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sex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cognitive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gender,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these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terms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fascinated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beyond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concept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genders.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postal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Run,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Hide,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Mass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shooting.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 marR="3079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often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occur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offices,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happen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public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spaces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such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schools.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Once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rises,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first,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hide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second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fight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worst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case,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permitted.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senior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moment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Dementia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among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elderly.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Elderly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couples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call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Darling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Honey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looks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sweet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third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party,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actually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forgot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other's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name.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6.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6.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0840" marR="276225" lvl="0" indent="-358775" algn="just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Personally,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political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correctness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somewhat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sensitive,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buried.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"I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awfully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sorry,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it."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never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situations,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	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affairs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5080" lvl="0" indent="-361950" defTabSz="914400" eaLnBrk="1" fontAlgn="auto" latinLnBrk="0" hangingPunct="1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technology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becomes,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likely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up.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fail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catch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discussion,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fatal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work.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small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talks,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better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familiar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worldwide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political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affairs.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wiser</a:t>
            </a:r>
            <a:r>
              <a:rPr kumimoji="0" lang="en-GB" sz="2400" b="0" i="0" u="none" strike="noStrike" kern="0" cap="none" spc="6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matters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maximise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intersection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The 168th monthly session of Vital Japan - Learn Keywords to Interpret Present-Day America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12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June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Political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Correctness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-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Wikipedia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12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June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Megyn</a:t>
            </a:r>
            <a:r>
              <a:rPr kumimoji="0" lang="en-GB" sz="2400" b="0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Kelly</a:t>
            </a:r>
            <a:r>
              <a:rPr kumimoji="0" lang="en-GB" sz="2400" b="0" i="0" u="sng" strike="noStrike" kern="0" cap="none" spc="-8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apologizes</a:t>
            </a:r>
            <a:r>
              <a:rPr kumimoji="0" lang="en-GB" sz="2400" b="0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for</a:t>
            </a:r>
            <a:r>
              <a:rPr kumimoji="0" lang="en-GB" sz="2400" b="0" i="0" u="sng" strike="noStrike" kern="0" cap="none" spc="-8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defending</a:t>
            </a:r>
            <a:r>
              <a:rPr kumimoji="0" lang="en-GB" sz="24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blackface</a:t>
            </a:r>
            <a:r>
              <a:rPr kumimoji="0" lang="en-GB" sz="2400" b="0" i="0" u="sng" strike="noStrike" kern="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Halloween</a:t>
            </a:r>
            <a:r>
              <a:rPr kumimoji="0" lang="en-GB" sz="24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costumes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7235" marR="0" lvl="1" indent="-267335" defTabSz="91440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723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February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2024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1751</Words>
  <Application>Microsoft Office PowerPoint</Application>
  <PresentationFormat>Widescreen</PresentationFormat>
  <Paragraphs>311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 MT</vt:lpstr>
      <vt:lpstr>Calibri (Headings)</vt:lpstr>
      <vt:lpstr>MS Gothic</vt:lpstr>
      <vt:lpstr>Arial</vt:lpstr>
      <vt:lpstr>Calibri</vt:lpstr>
      <vt:lpstr>Calibri Light</vt:lpstr>
      <vt:lpstr>Times New Roman</vt:lpstr>
      <vt:lpstr>Office テーマ</vt:lpstr>
      <vt:lpstr>Keywords to Understand Present-Day America</vt:lpstr>
      <vt:lpstr>About Me</vt:lpstr>
      <vt:lpstr>Licences / Certifications</vt:lpstr>
      <vt:lpstr>Skill Stack</vt:lpstr>
      <vt:lpstr>Work Histories</vt:lpstr>
      <vt:lpstr>International-Exchange Activities</vt:lpstr>
      <vt:lpstr>Agenda</vt:lpstr>
      <vt:lpstr>1. Prologue</vt:lpstr>
      <vt:lpstr>1. Prologue</vt:lpstr>
      <vt:lpstr>2. PC Terms 1 -Genders・Sexes・Diversity-</vt:lpstr>
      <vt:lpstr>2. PC Terms 1 -Genders・Sexes・Diversity-</vt:lpstr>
      <vt:lpstr>2. PC Terms 1 -Genders・Sexes・Diversity-</vt:lpstr>
      <vt:lpstr>2. PC Terms 1 -Genders・Sexes・Diversity-</vt:lpstr>
      <vt:lpstr>2. PC Terms 1 -Genders・Sexes・Diversity-</vt:lpstr>
      <vt:lpstr>2. PC Terms 1 -Genders・Sexes・Diversity-</vt:lpstr>
      <vt:lpstr>3. PC Terms 2 -Social Movements-</vt:lpstr>
      <vt:lpstr>3. PC Terms 2 -Social Movements-</vt:lpstr>
      <vt:lpstr>3. PC Terms 2 -Social Movements-</vt:lpstr>
      <vt:lpstr>4. Highly Digitalised Society</vt:lpstr>
      <vt:lpstr>4. Highly Digitalised Society</vt:lpstr>
      <vt:lpstr>4. Highly Digitalised Society</vt:lpstr>
      <vt:lpstr>5. Others</vt:lpstr>
      <vt:lpstr>5. Others</vt:lpstr>
      <vt:lpstr>6. Summary</vt:lpstr>
      <vt:lpstr>6. Summary</vt:lpstr>
      <vt:lpstr>7. References</vt:lpstr>
      <vt:lpstr>7.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35</cp:revision>
  <dcterms:modified xsi:type="dcterms:W3CDTF">2025-08-31T17:24:18Z</dcterms:modified>
</cp:coreProperties>
</file>