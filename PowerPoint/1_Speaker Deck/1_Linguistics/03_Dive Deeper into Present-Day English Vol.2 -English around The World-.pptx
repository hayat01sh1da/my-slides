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7" r:id="rId3"/>
    <p:sldId id="407" r:id="rId4"/>
    <p:sldId id="387" r:id="rId5"/>
    <p:sldId id="286" r:id="rId6"/>
    <p:sldId id="423" r:id="rId7"/>
    <p:sldId id="280" r:id="rId8"/>
    <p:sldId id="408" r:id="rId9"/>
    <p:sldId id="311" r:id="rId10"/>
    <p:sldId id="259" r:id="rId11"/>
    <p:sldId id="330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9" r:id="rId20"/>
    <p:sldId id="417" r:id="rId21"/>
    <p:sldId id="418" r:id="rId22"/>
    <p:sldId id="325" r:id="rId23"/>
    <p:sldId id="354" r:id="rId24"/>
    <p:sldId id="420" r:id="rId25"/>
    <p:sldId id="421" r:id="rId26"/>
    <p:sldId id="422" r:id="rId27"/>
    <p:sldId id="385" r:id="rId28"/>
    <p:sldId id="386" r:id="rId29"/>
    <p:sldId id="328" r:id="rId30"/>
    <p:sldId id="295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92D9BEBA-4AF7-47F3-B16B-2D627D4254F1}"/>
    <pc:docChg chg="undo custSel addSld modSld">
      <pc:chgData name="Hayato Ishida" userId="585fa0fa6384767c" providerId="LiveId" clId="{92D9BEBA-4AF7-47F3-B16B-2D627D4254F1}" dt="2025-08-31T17:25:21.766" v="16"/>
      <pc:docMkLst>
        <pc:docMk/>
      </pc:docMkLst>
      <pc:sldChg chg="addSp delSp modSp mod">
        <pc:chgData name="Hayato Ishida" userId="585fa0fa6384767c" providerId="LiveId" clId="{92D9BEBA-4AF7-47F3-B16B-2D627D4254F1}" dt="2025-08-31T17:25:06.612" v="13"/>
        <pc:sldMkLst>
          <pc:docMk/>
          <pc:sldMk cId="155858466" sldId="286"/>
        </pc:sldMkLst>
        <pc:spChg chg="add del mod">
          <ac:chgData name="Hayato Ishida" userId="585fa0fa6384767c" providerId="LiveId" clId="{92D9BEBA-4AF7-47F3-B16B-2D627D4254F1}" dt="2025-08-31T17:25:02.588" v="12" actId="478"/>
          <ac:spMkLst>
            <pc:docMk/>
            <pc:sldMk cId="155858466" sldId="286"/>
            <ac:spMk id="3" creationId="{C3FDF664-7381-694D-F520-64FFD2810A3E}"/>
          </ac:spMkLst>
        </pc:spChg>
        <pc:spChg chg="add mod">
          <ac:chgData name="Hayato Ishida" userId="585fa0fa6384767c" providerId="LiveId" clId="{92D9BEBA-4AF7-47F3-B16B-2D627D4254F1}" dt="2025-08-31T17:25:06.612" v="13"/>
          <ac:spMkLst>
            <pc:docMk/>
            <pc:sldMk cId="155858466" sldId="286"/>
            <ac:spMk id="4" creationId="{918993C3-4FC8-B4DA-E8A6-D06C73BCA645}"/>
          </ac:spMkLst>
        </pc:spChg>
        <pc:spChg chg="add mod">
          <ac:chgData name="Hayato Ishida" userId="585fa0fa6384767c" providerId="LiveId" clId="{92D9BEBA-4AF7-47F3-B16B-2D627D4254F1}" dt="2025-08-31T17:25:06.612" v="13"/>
          <ac:spMkLst>
            <pc:docMk/>
            <pc:sldMk cId="155858466" sldId="286"/>
            <ac:spMk id="5" creationId="{E5B33AFC-BE1E-5857-7AF9-1ACC2D1D2253}"/>
          </ac:spMkLst>
        </pc:spChg>
        <pc:spChg chg="del">
          <ac:chgData name="Hayato Ishida" userId="585fa0fa6384767c" providerId="LiveId" clId="{92D9BEBA-4AF7-47F3-B16B-2D627D4254F1}" dt="2025-08-31T17:25:02.048" v="11" actId="478"/>
          <ac:spMkLst>
            <pc:docMk/>
            <pc:sldMk cId="155858466" sldId="286"/>
            <ac:spMk id="7" creationId="{6F1BB54C-F567-5E3B-C824-2608BDF6FF16}"/>
          </ac:spMkLst>
        </pc:spChg>
        <pc:spChg chg="del">
          <ac:chgData name="Hayato Ishida" userId="585fa0fa6384767c" providerId="LiveId" clId="{92D9BEBA-4AF7-47F3-B16B-2D627D4254F1}" dt="2025-08-31T17:25:02.048" v="11" actId="478"/>
          <ac:spMkLst>
            <pc:docMk/>
            <pc:sldMk cId="155858466" sldId="286"/>
            <ac:spMk id="8" creationId="{4942237C-266E-6F0A-1A1C-2ADD6B06C9B0}"/>
          </ac:spMkLst>
        </pc:spChg>
        <pc:spChg chg="del">
          <ac:chgData name="Hayato Ishida" userId="585fa0fa6384767c" providerId="LiveId" clId="{92D9BEBA-4AF7-47F3-B16B-2D627D4254F1}" dt="2025-08-31T17:25:02.048" v="11" actId="478"/>
          <ac:spMkLst>
            <pc:docMk/>
            <pc:sldMk cId="155858466" sldId="286"/>
            <ac:spMk id="9" creationId="{7D2D0EB1-2E15-8D09-D154-C3A5FB4EFDD4}"/>
          </ac:spMkLst>
        </pc:spChg>
        <pc:graphicFrameChg chg="add mod">
          <ac:chgData name="Hayato Ishida" userId="585fa0fa6384767c" providerId="LiveId" clId="{92D9BEBA-4AF7-47F3-B16B-2D627D4254F1}" dt="2025-08-31T17:25:06.612" v="13"/>
          <ac:graphicFrameMkLst>
            <pc:docMk/>
            <pc:sldMk cId="155858466" sldId="286"/>
            <ac:graphicFrameMk id="6" creationId="{193DD132-6F24-9496-1A5D-47B938018F50}"/>
          </ac:graphicFrameMkLst>
        </pc:graphicFrameChg>
      </pc:sldChg>
      <pc:sldChg chg="addSp delSp modSp mod">
        <pc:chgData name="Hayato Ishida" userId="585fa0fa6384767c" providerId="LiveId" clId="{92D9BEBA-4AF7-47F3-B16B-2D627D4254F1}" dt="2025-08-31T17:10:14.741" v="2"/>
        <pc:sldMkLst>
          <pc:docMk/>
          <pc:sldMk cId="654251065" sldId="287"/>
        </pc:sldMkLst>
        <pc:spChg chg="add del mod">
          <ac:chgData name="Hayato Ishida" userId="585fa0fa6384767c" providerId="LiveId" clId="{92D9BEBA-4AF7-47F3-B16B-2D627D4254F1}" dt="2025-08-31T17:10:14.197" v="1" actId="478"/>
          <ac:spMkLst>
            <pc:docMk/>
            <pc:sldMk cId="654251065" sldId="287"/>
            <ac:spMk id="3" creationId="{75A07AD5-60F2-6584-0C65-338ED3287FD8}"/>
          </ac:spMkLst>
        </pc:spChg>
        <pc:spChg chg="add mod">
          <ac:chgData name="Hayato Ishida" userId="585fa0fa6384767c" providerId="LiveId" clId="{92D9BEBA-4AF7-47F3-B16B-2D627D4254F1}" dt="2025-08-31T17:10:14.741" v="2"/>
          <ac:spMkLst>
            <pc:docMk/>
            <pc:sldMk cId="654251065" sldId="287"/>
            <ac:spMk id="5" creationId="{DC9E51B5-29CD-310C-13F4-E7D8F79AEB6D}"/>
          </ac:spMkLst>
        </pc:spChg>
        <pc:spChg chg="del">
          <ac:chgData name="Hayato Ishida" userId="585fa0fa6384767c" providerId="LiveId" clId="{92D9BEBA-4AF7-47F3-B16B-2D627D4254F1}" dt="2025-08-31T17:10:12.215" v="0" actId="478"/>
          <ac:spMkLst>
            <pc:docMk/>
            <pc:sldMk cId="654251065" sldId="287"/>
            <ac:spMk id="10" creationId="{A9D8E7AB-0917-29AB-ADDF-04D5A9D730ED}"/>
          </ac:spMkLst>
        </pc:spChg>
        <pc:picChg chg="add mod">
          <ac:chgData name="Hayato Ishida" userId="585fa0fa6384767c" providerId="LiveId" clId="{92D9BEBA-4AF7-47F3-B16B-2D627D4254F1}" dt="2025-08-31T17:10:14.741" v="2"/>
          <ac:picMkLst>
            <pc:docMk/>
            <pc:sldMk cId="654251065" sldId="287"/>
            <ac:picMk id="4" creationId="{BE1DBA1E-E49D-79B4-8FFE-4187FDF3E82B}"/>
          </ac:picMkLst>
        </pc:picChg>
        <pc:picChg chg="del">
          <ac:chgData name="Hayato Ishida" userId="585fa0fa6384767c" providerId="LiveId" clId="{92D9BEBA-4AF7-47F3-B16B-2D627D4254F1}" dt="2025-08-31T17:10:12.215" v="0" actId="478"/>
          <ac:picMkLst>
            <pc:docMk/>
            <pc:sldMk cId="654251065" sldId="287"/>
            <ac:picMk id="12" creationId="{9317549D-DD36-D2CF-6D00-60BD6FCC76C3}"/>
          </ac:picMkLst>
        </pc:picChg>
      </pc:sldChg>
      <pc:sldChg chg="addSp delSp modSp mod">
        <pc:chgData name="Hayato Ishida" userId="585fa0fa6384767c" providerId="LiveId" clId="{92D9BEBA-4AF7-47F3-B16B-2D627D4254F1}" dt="2025-08-31T17:24:58.072" v="10"/>
        <pc:sldMkLst>
          <pc:docMk/>
          <pc:sldMk cId="417452178" sldId="387"/>
        </pc:sldMkLst>
        <pc:spChg chg="add del mod">
          <ac:chgData name="Hayato Ishida" userId="585fa0fa6384767c" providerId="LiveId" clId="{92D9BEBA-4AF7-47F3-B16B-2D627D4254F1}" dt="2025-08-31T17:24:57.607" v="9" actId="478"/>
          <ac:spMkLst>
            <pc:docMk/>
            <pc:sldMk cId="417452178" sldId="387"/>
            <ac:spMk id="3" creationId="{4E8E01BA-9CC0-C146-FBFF-B57A67543671}"/>
          </ac:spMkLst>
        </pc:spChg>
        <pc:spChg chg="add del mod">
          <ac:chgData name="Hayato Ishida" userId="585fa0fa6384767c" providerId="LiveId" clId="{92D9BEBA-4AF7-47F3-B16B-2D627D4254F1}" dt="2025-08-31T17:24:57.607" v="9" actId="478"/>
          <ac:spMkLst>
            <pc:docMk/>
            <pc:sldMk cId="417452178" sldId="387"/>
            <ac:spMk id="5" creationId="{627AA96D-4997-5F02-039F-1B5A97652088}"/>
          </ac:spMkLst>
        </pc:spChg>
        <pc:spChg chg="del">
          <ac:chgData name="Hayato Ishida" userId="585fa0fa6384767c" providerId="LiveId" clId="{92D9BEBA-4AF7-47F3-B16B-2D627D4254F1}" dt="2025-08-31T17:24:56.494" v="8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92D9BEBA-4AF7-47F3-B16B-2D627D4254F1}" dt="2025-08-31T17:24:56.494" v="8" actId="478"/>
          <ac:spMkLst>
            <pc:docMk/>
            <pc:sldMk cId="417452178" sldId="387"/>
            <ac:spMk id="7" creationId="{F4EECFEB-CDB9-69A5-6CEA-9BCBE6B4DFDF}"/>
          </ac:spMkLst>
        </pc:spChg>
        <pc:spChg chg="del">
          <ac:chgData name="Hayato Ishida" userId="585fa0fa6384767c" providerId="LiveId" clId="{92D9BEBA-4AF7-47F3-B16B-2D627D4254F1}" dt="2025-08-31T17:24:56.494" v="8" actId="478"/>
          <ac:spMkLst>
            <pc:docMk/>
            <pc:sldMk cId="417452178" sldId="387"/>
            <ac:spMk id="8" creationId="{951EF88E-FFFA-549B-2569-5C543AFB3E96}"/>
          </ac:spMkLst>
        </pc:spChg>
        <pc:spChg chg="add mod">
          <ac:chgData name="Hayato Ishida" userId="585fa0fa6384767c" providerId="LiveId" clId="{92D9BEBA-4AF7-47F3-B16B-2D627D4254F1}" dt="2025-08-31T17:24:58.072" v="10"/>
          <ac:spMkLst>
            <pc:docMk/>
            <pc:sldMk cId="417452178" sldId="387"/>
            <ac:spMk id="9" creationId="{1C859F12-9323-49EF-B529-8F22ECBB94B0}"/>
          </ac:spMkLst>
        </pc:spChg>
        <pc:spChg chg="add mod">
          <ac:chgData name="Hayato Ishida" userId="585fa0fa6384767c" providerId="LiveId" clId="{92D9BEBA-4AF7-47F3-B16B-2D627D4254F1}" dt="2025-08-31T17:24:58.072" v="10"/>
          <ac:spMkLst>
            <pc:docMk/>
            <pc:sldMk cId="417452178" sldId="387"/>
            <ac:spMk id="10" creationId="{4551EDE4-6F64-798A-7FA0-7A668F917432}"/>
          </ac:spMkLst>
        </pc:spChg>
        <pc:spChg chg="add mod">
          <ac:chgData name="Hayato Ishida" userId="585fa0fa6384767c" providerId="LiveId" clId="{92D9BEBA-4AF7-47F3-B16B-2D627D4254F1}" dt="2025-08-31T17:24:58.072" v="10"/>
          <ac:spMkLst>
            <pc:docMk/>
            <pc:sldMk cId="417452178" sldId="387"/>
            <ac:spMk id="11" creationId="{8B33405F-EC57-D056-039D-524DEF8310DA}"/>
          </ac:spMkLst>
        </pc:spChg>
      </pc:sldChg>
      <pc:sldChg chg="addSp delSp modSp mod">
        <pc:chgData name="Hayato Ishida" userId="585fa0fa6384767c" providerId="LiveId" clId="{92D9BEBA-4AF7-47F3-B16B-2D627D4254F1}" dt="2025-08-31T17:24:34.959" v="7" actId="478"/>
        <pc:sldMkLst>
          <pc:docMk/>
          <pc:sldMk cId="2978262175" sldId="407"/>
        </pc:sldMkLst>
        <pc:spChg chg="add del mod">
          <ac:chgData name="Hayato Ishida" userId="585fa0fa6384767c" providerId="LiveId" clId="{92D9BEBA-4AF7-47F3-B16B-2D627D4254F1}" dt="2025-08-31T17:24:34.959" v="7" actId="478"/>
          <ac:spMkLst>
            <pc:docMk/>
            <pc:sldMk cId="2978262175" sldId="407"/>
            <ac:spMk id="3" creationId="{88B2E95D-F90A-AC70-7E9D-7B1558E0E47D}"/>
          </ac:spMkLst>
        </pc:spChg>
        <pc:spChg chg="add del mod">
          <ac:chgData name="Hayato Ishida" userId="585fa0fa6384767c" providerId="LiveId" clId="{92D9BEBA-4AF7-47F3-B16B-2D627D4254F1}" dt="2025-08-31T17:24:34.959" v="7" actId="478"/>
          <ac:spMkLst>
            <pc:docMk/>
            <pc:sldMk cId="2978262175" sldId="407"/>
            <ac:spMk id="5" creationId="{E93D9E1D-E2FA-EBE1-209D-B53D3AA0DF87}"/>
          </ac:spMkLst>
        </pc:spChg>
        <pc:spChg chg="add mod">
          <ac:chgData name="Hayato Ishida" userId="585fa0fa6384767c" providerId="LiveId" clId="{92D9BEBA-4AF7-47F3-B16B-2D627D4254F1}" dt="2025-08-31T17:14:06.629" v="5"/>
          <ac:spMkLst>
            <pc:docMk/>
            <pc:sldMk cId="2978262175" sldId="407"/>
            <ac:spMk id="6" creationId="{82C4C459-6FD3-32F0-C25C-04FA0B5BCA5D}"/>
          </ac:spMkLst>
        </pc:spChg>
        <pc:spChg chg="add mod">
          <ac:chgData name="Hayato Ishida" userId="585fa0fa6384767c" providerId="LiveId" clId="{92D9BEBA-4AF7-47F3-B16B-2D627D4254F1}" dt="2025-08-31T17:14:06.629" v="5"/>
          <ac:spMkLst>
            <pc:docMk/>
            <pc:sldMk cId="2978262175" sldId="407"/>
            <ac:spMk id="7" creationId="{FF857073-7362-9500-4746-2D7CDB1B1669}"/>
          </ac:spMkLst>
        </pc:spChg>
        <pc:spChg chg="add del">
          <ac:chgData name="Hayato Ishida" userId="585fa0fa6384767c" providerId="LiveId" clId="{92D9BEBA-4AF7-47F3-B16B-2D627D4254F1}" dt="2025-08-31T17:24:34.959" v="7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92D9BEBA-4AF7-47F3-B16B-2D627D4254F1}" dt="2025-08-31T17:24:34.959" v="7" actId="478"/>
          <ac:spMkLst>
            <pc:docMk/>
            <pc:sldMk cId="2978262175" sldId="407"/>
            <ac:spMk id="10" creationId="{45885E2A-9A6E-037E-12A8-07D43B0256DF}"/>
          </ac:spMkLst>
        </pc:spChg>
      </pc:sldChg>
      <pc:sldChg chg="addSp delSp modSp add mod">
        <pc:chgData name="Hayato Ishida" userId="585fa0fa6384767c" providerId="LiveId" clId="{92D9BEBA-4AF7-47F3-B16B-2D627D4254F1}" dt="2025-08-31T17:25:21.766" v="16"/>
        <pc:sldMkLst>
          <pc:docMk/>
          <pc:sldMk cId="571567098" sldId="423"/>
        </pc:sldMkLst>
        <pc:graphicFrameChg chg="add mod">
          <ac:chgData name="Hayato Ishida" userId="585fa0fa6384767c" providerId="LiveId" clId="{92D9BEBA-4AF7-47F3-B16B-2D627D4254F1}" dt="2025-08-31T17:25:21.766" v="16"/>
          <ac:graphicFrameMkLst>
            <pc:docMk/>
            <pc:sldMk cId="571567098" sldId="423"/>
            <ac:graphicFrameMk id="2" creationId="{80EF36D5-8978-4F96-D3F7-387F32CBC8FF}"/>
          </ac:graphicFrameMkLst>
        </pc:graphicFrameChg>
        <pc:graphicFrameChg chg="del">
          <ac:chgData name="Hayato Ishida" userId="585fa0fa6384767c" providerId="LiveId" clId="{92D9BEBA-4AF7-47F3-B16B-2D627D4254F1}" dt="2025-08-31T17:25:21.477" v="15" actId="478"/>
          <ac:graphicFrameMkLst>
            <pc:docMk/>
            <pc:sldMk cId="571567098" sldId="423"/>
            <ac:graphicFrameMk id="6" creationId="{4D20BF26-36B4-8872-582E-EB2645D8049C}"/>
          </ac:graphicFrameMkLst>
        </pc:graphicFrameChg>
      </pc:sldChg>
    </pc:docChg>
  </pc:docChgLst>
  <pc:docChgLst>
    <pc:chgData name="Hayato Ishida" userId="585fa0fa6384767c" providerId="LiveId" clId="{4BB3F83E-5454-44A0-BC39-717D212EE993}"/>
    <pc:docChg chg="custSel modSld">
      <pc:chgData name="Hayato Ishida" userId="585fa0fa6384767c" providerId="LiveId" clId="{4BB3F83E-5454-44A0-BC39-717D212EE993}" dt="2025-05-03T11:40:11.991" v="8"/>
      <pc:docMkLst>
        <pc:docMk/>
      </pc:docMkLst>
      <pc:sldChg chg="addSp delSp modSp mod">
        <pc:chgData name="Hayato Ishida" userId="585fa0fa6384767c" providerId="LiveId" clId="{4BB3F83E-5454-44A0-BC39-717D212EE993}" dt="2025-05-03T11:40:11.991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4BB3F83E-5454-44A0-BC39-717D212EE993}" dt="2025-05-03T11:38:48.639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4BB3F83E-5454-44A0-BC39-717D212EE993}" dt="2025-05-03T11:38:03.631" v="6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YV795-dive-deeper-into-presentday-english-vol2-english-around-the-world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27.xml"/><Relationship Id="rId4" Type="http://schemas.openxmlformats.org/officeDocument/2006/relationships/slide" Target="slide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anadianencyclopedia.ca/en/article/canadian-english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ncyclopedia.com/humanities/encyclopedias-almanacs-transcripts-and-maps/new-zealand-english" TargetMode="External"/><Relationship Id="rId5" Type="http://schemas.openxmlformats.org/officeDocument/2006/relationships/hyperlink" Target="https://blog.lingoda.com/en/a-guide-to-australian-english/" TargetMode="External"/><Relationship Id="rId4" Type="http://schemas.openxmlformats.org/officeDocument/2006/relationships/hyperlink" Target="https://www.language-museum.com/encyclopedia/n/nigerian-pidgin-english.php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Dive Deeper into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Present-Day English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Vol.2 -English around The World-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16F92B3-14AA-9369-46C8-95212E99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1E380B49-F92A-0E68-186C-DB9F4FDC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DBA1E-E49D-79B4-8FFE-4187FDF3E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C9E51B5-29CD-310C-13F4-E7D8F79AE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C859F12-9323-49EF-B529-8F22ECBB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51EDE4-6F64-798A-7FA0-7A668F917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8B33405F-EC57-D056-039D-524DEF83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18993C3-4FC8-B4DA-E8A6-D06C73BC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E5B33AFC-BE1E-5857-7AF9-1ACC2D1D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3DD132-6F24-9496-1A5D-47B938018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9834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CA3A9-80F3-C117-4281-59451C09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ABC4F658-8AA2-2006-BBF0-DDB1ABDC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5" name="スライド番号プレースホルダー 3">
            <a:extLst>
              <a:ext uri="{FF2B5EF4-FFF2-40B4-BE49-F238E27FC236}">
                <a16:creationId xmlns:a16="http://schemas.microsoft.com/office/drawing/2014/main" id="{714EBA32-1A65-3E28-620D-92B11F9B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EF36D5-8978-4F96-D3F7-387F32CBC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32819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56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0A7C8BB2-FB14-9D27-E070-B1BA3805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800524A0-B235-D4BF-33E0-5C967BBB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D6B16FD-80C3-DFC3-44D3-9A77D123F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Goals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deep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6670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simply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knowing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5080" lvl="1" indent="-267335" defTabSz="914400" eaLnBrk="1" fontAlgn="auto" latinLnBrk="0" hangingPunct="1">
              <a:lnSpc>
                <a:spcPts val="2160"/>
              </a:lnSpc>
              <a:spcBef>
                <a:spcPts val="5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foreign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Johann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Wolfgang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von 	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Goethe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pursue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essence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instantly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meaningless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genuine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81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Various 'English' around the World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British English vs. American English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i="0" u="none" strike="noStrike" kern="0" cap="none" spc="-3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kern="0" spc="-3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i="0" u="none" strike="noStrike" kern="0" cap="none" spc="-3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Present-</a:t>
            </a:r>
            <a:r>
              <a:rPr kumimoji="0" lang="en-GB" sz="3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360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360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360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360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Categorised</a:t>
            </a:r>
            <a:r>
              <a:rPr kumimoji="0" lang="en-GB" sz="360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360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lang="en-GB" sz="360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60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Genres.</a:t>
            </a:r>
            <a:endParaRPr kumimoji="0" lang="en-GB" sz="36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Natively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English-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Speaking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English(British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Queen's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1" indent="-268605" defTabSz="914400" eaLnBrk="1" fontAlgn="auto" latinLnBrk="0" hangingPunct="1">
              <a:lnSpc>
                <a:spcPts val="259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Anglo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Saxon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established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immigrated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Great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Britain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A.D.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450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Angle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inscribed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7870" marR="0" lvl="2" indent="-26797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7870" algn="l"/>
              </a:tabLst>
              <a:defRPr/>
            </a:pP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England</a:t>
            </a:r>
            <a:r>
              <a:rPr kumimoji="0" lang="en-GB" sz="20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&lt;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Englaland</a:t>
            </a:r>
            <a:r>
              <a:rPr kumimoji="0" lang="en-GB" sz="20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Angle's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Land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7870" marR="0" lvl="2" indent="-26797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7870" algn="l"/>
              </a:tabLst>
              <a:defRPr/>
            </a:pP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&lt;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Englisc</a:t>
            </a:r>
            <a:r>
              <a:rPr kumimoji="0" lang="en-GB" sz="2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Angle's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34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Natively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English-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Speaking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Countries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American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President's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113030" lvl="1" indent="-268605" defTabSz="914400" eaLnBrk="1" fontAlgn="auto" latinLnBrk="0" hangingPunct="1">
              <a:lnSpc>
                <a:spcPts val="259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Originates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Middle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Century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William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Shakespeare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John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Milton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gained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fame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Arrived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Britain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~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coast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Atlantic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North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American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continent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5080" lvl="1" indent="-268605" defTabSz="914400" eaLnBrk="1" fontAlgn="auto" latinLnBrk="0" hangingPunct="1">
              <a:lnSpc>
                <a:spcPts val="259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politically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linguistically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strong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movements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promoted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distinctive development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evolution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independence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United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Kingdom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18th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century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821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Natively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English-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Speaking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Countries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Canadian</a:t>
            </a:r>
            <a:r>
              <a:rPr kumimoji="0" lang="en-GB" sz="2400" b="1" i="0" u="none" strike="noStrike" kern="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775970" lvl="1" indent="-268605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European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immigrants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began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dwell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Canada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coast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Atlantic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released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Treaty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Paris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1763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American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Revolution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1775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1783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brought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large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American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immigrants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Industry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Revolution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19th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century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brought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British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immigrants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394970" lvl="2" indent="-260985" defTabSz="914400" eaLnBrk="1" fontAlgn="auto" latinLnBrk="0" hangingPunct="1">
              <a:lnSpc>
                <a:spcPts val="2160"/>
              </a:lnSpc>
              <a:spcBef>
                <a:spcPts val="5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nation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consists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immigrants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world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counted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ethically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diverse state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ts val="2735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conflicts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American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British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second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comer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influences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linguistic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features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Canadian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226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Natively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English-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Speaking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Countries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Australian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Aussie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Originates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brought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immigrants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Southern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East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Britain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Basically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inherits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vocabulary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grammar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British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exc.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inquire</a:t>
            </a:r>
            <a:r>
              <a:rPr kumimoji="0" lang="en-GB" sz="20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enquire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</a:t>
            </a:r>
            <a:r>
              <a:rPr kumimoji="0" lang="en-GB" sz="2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programme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labor</a:t>
            </a:r>
            <a:r>
              <a:rPr kumimoji="0" lang="en-GB" sz="20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labour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Countless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slang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G'day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Aussie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Brissie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Tassie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fridge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veggies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sunnies</a:t>
            </a:r>
            <a:r>
              <a:rPr kumimoji="0" lang="en-GB" sz="20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etc.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179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Natively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English-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Speaking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Zealand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Kiwi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indigenous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Maori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ceded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dominion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government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1840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started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immigration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since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Basically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inherits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grammar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Regularisation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irregular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inflections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caused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Analogy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3" indent="-252729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e.g.,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roofs</a:t>
            </a:r>
            <a:r>
              <a:rPr kumimoji="0" lang="en-GB" sz="18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rooves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wharfs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wharves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whose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suffix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ize</a:t>
            </a:r>
            <a:r>
              <a:rPr kumimoji="0" lang="en-GB" sz="2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American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ends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ise</a:t>
            </a:r>
            <a:r>
              <a:rPr kumimoji="0" lang="en-GB" sz="20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Australian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3" indent="-252729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e.g.,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realise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initialise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Maori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29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265" marR="0" lvl="0" indent="-329565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342265" algn="l"/>
              </a:tabLst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6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6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6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Official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6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below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plantations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Empire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Sri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Lanka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Kenia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Tanzania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Singapore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Philippines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Hong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Kong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663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Pidgin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Concise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sake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1" indent="-268605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among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African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South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Pacific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regions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coast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Caribbean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Britain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Mixture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indigenous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Pidgin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Chinese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Ambiguous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distinction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/p/</a:t>
            </a:r>
            <a:r>
              <a:rPr kumimoji="0" lang="en-GB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/b/</a:t>
            </a:r>
            <a:r>
              <a:rPr kumimoji="0" lang="en-GB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made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/b/</a:t>
            </a:r>
            <a:r>
              <a:rPr kumimoji="0" lang="en-GB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pronounced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/p/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/s/</a:t>
            </a:r>
            <a:r>
              <a:rPr kumimoji="0" lang="en-GB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dropped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745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Pidgin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7E08E43-DF57-740D-77E4-8C54E6B1A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5005"/>
              </p:ext>
            </p:extLst>
          </p:nvPr>
        </p:nvGraphicFramePr>
        <p:xfrm>
          <a:off x="838200" y="2317750"/>
          <a:ext cx="351282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Pidgin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gude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hello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laik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nau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skulboi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schoolboy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guttaim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peace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5">
            <a:extLst>
              <a:ext uri="{FF2B5EF4-FFF2-40B4-BE49-F238E27FC236}">
                <a16:creationId xmlns:a16="http://schemas.microsoft.com/office/drawing/2014/main" id="{081E20C1-C095-1A18-9DAA-3A3DFFE83255}"/>
              </a:ext>
            </a:extLst>
          </p:cNvPr>
          <p:cNvGrpSpPr/>
          <p:nvPr/>
        </p:nvGrpSpPr>
        <p:grpSpPr>
          <a:xfrm>
            <a:off x="4493383" y="2328178"/>
            <a:ext cx="5324475" cy="2437765"/>
            <a:chOff x="4573079" y="2274887"/>
            <a:chExt cx="5324475" cy="2437765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014742D1-045B-5B76-2EF1-0E0CB631512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667" y="2284475"/>
              <a:ext cx="5305044" cy="2418588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8FEB55F-B840-D6AD-0F08-BF964E660FF7}"/>
                </a:ext>
              </a:extLst>
            </p:cNvPr>
            <p:cNvSpPr/>
            <p:nvPr/>
          </p:nvSpPr>
          <p:spPr>
            <a:xfrm>
              <a:off x="4577841" y="2279650"/>
              <a:ext cx="5314950" cy="2428240"/>
            </a:xfrm>
            <a:custGeom>
              <a:avLst/>
              <a:gdLst/>
              <a:ahLst/>
              <a:cxnLst/>
              <a:rect l="l" t="t" r="r" b="b"/>
              <a:pathLst>
                <a:path w="5314950" h="2428240">
                  <a:moveTo>
                    <a:pt x="0" y="2428113"/>
                  </a:moveTo>
                  <a:lnTo>
                    <a:pt x="5314569" y="2428113"/>
                  </a:lnTo>
                  <a:lnTo>
                    <a:pt x="5314569" y="0"/>
                  </a:lnTo>
                  <a:lnTo>
                    <a:pt x="0" y="0"/>
                  </a:lnTo>
                  <a:lnTo>
                    <a:pt x="0" y="24281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41312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 startAt="4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Creole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Indigenised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Pidgin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became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mother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tongue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1" indent="-268605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various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everyday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scenes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Pidgin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sake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concise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Richer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complicated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grammar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creolization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7610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Various 'English' around the World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 startAt="5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Ethically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English-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Speaking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colour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America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distinctive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population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basic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words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1" indent="-26797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grammar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standard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Double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Denial(used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affirmation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standard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English)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Double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Comparison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2" indent="-26035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Omission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articles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propositions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220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British English vs. American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British English vs. American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sz="2800" b="1" dirty="0">
                <a:latin typeface="Calibri"/>
                <a:cs typeface="Calibri"/>
              </a:rPr>
              <a:t>The</a:t>
            </a:r>
            <a:r>
              <a:rPr lang="en-GB" sz="2800" b="1" spc="-105" dirty="0">
                <a:latin typeface="Calibri"/>
                <a:cs typeface="Calibri"/>
              </a:rPr>
              <a:t> </a:t>
            </a:r>
            <a:r>
              <a:rPr lang="en-GB" sz="2800" b="1" dirty="0">
                <a:latin typeface="Calibri"/>
                <a:cs typeface="Calibri"/>
              </a:rPr>
              <a:t>Same</a:t>
            </a:r>
            <a:r>
              <a:rPr lang="en-GB" sz="2800" b="1" spc="-80" dirty="0">
                <a:latin typeface="Calibri"/>
                <a:cs typeface="Calibri"/>
              </a:rPr>
              <a:t> </a:t>
            </a:r>
            <a:r>
              <a:rPr lang="en-GB" sz="2800" b="1" spc="-20" dirty="0">
                <a:latin typeface="Calibri"/>
                <a:cs typeface="Calibri"/>
              </a:rPr>
              <a:t>Word,</a:t>
            </a:r>
            <a:r>
              <a:rPr lang="en-GB" sz="2800" b="1" spc="-90" dirty="0">
                <a:latin typeface="Calibri"/>
                <a:cs typeface="Calibri"/>
              </a:rPr>
              <a:t> </a:t>
            </a:r>
            <a:r>
              <a:rPr lang="en-GB" sz="2800" b="1" spc="-10" dirty="0">
                <a:latin typeface="Calibri"/>
                <a:cs typeface="Calibri"/>
              </a:rPr>
              <a:t>Different</a:t>
            </a:r>
            <a:r>
              <a:rPr lang="en-GB" sz="2800" b="1" spc="-65" dirty="0">
                <a:latin typeface="Calibri"/>
                <a:cs typeface="Calibri"/>
              </a:rPr>
              <a:t> </a:t>
            </a:r>
            <a:r>
              <a:rPr lang="en-GB" sz="2800" b="1" spc="-10" dirty="0">
                <a:latin typeface="Calibri"/>
                <a:cs typeface="Calibri"/>
              </a:rPr>
              <a:t>Meanings</a:t>
            </a:r>
            <a:endParaRPr lang="en-GB" sz="2800" dirty="0"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3562675-D894-0015-610E-78941952035D}"/>
              </a:ext>
            </a:extLst>
          </p:cNvPr>
          <p:cNvGraphicFramePr>
            <a:graphicFrameLocks noGrp="1"/>
          </p:cNvGraphicFramePr>
          <p:nvPr/>
        </p:nvGraphicFramePr>
        <p:xfrm>
          <a:off x="935088" y="2280157"/>
          <a:ext cx="9163685" cy="2217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British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American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corn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grains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maise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floor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second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lowest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floor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lowest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floor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rubber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eraser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condom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pants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trousers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chips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French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fried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potato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crisp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British English vs. American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sz="2800" b="1" spc="-10" dirty="0">
                <a:latin typeface="Calibri"/>
                <a:cs typeface="Calibri"/>
              </a:rPr>
              <a:t>Different</a:t>
            </a:r>
            <a:r>
              <a:rPr lang="en-GB" sz="2800" b="1" spc="-80" dirty="0">
                <a:latin typeface="Calibri"/>
                <a:cs typeface="Calibri"/>
              </a:rPr>
              <a:t> </a:t>
            </a:r>
            <a:r>
              <a:rPr lang="en-GB" sz="2800" b="1" spc="-20" dirty="0">
                <a:latin typeface="Calibri"/>
                <a:cs typeface="Calibri"/>
              </a:rPr>
              <a:t>Words,</a:t>
            </a:r>
            <a:r>
              <a:rPr lang="en-GB" sz="2800" b="1" spc="-85" dirty="0">
                <a:latin typeface="Calibri"/>
                <a:cs typeface="Calibri"/>
              </a:rPr>
              <a:t> </a:t>
            </a:r>
            <a:r>
              <a:rPr lang="en-GB" sz="2800" b="1" dirty="0">
                <a:latin typeface="Calibri"/>
                <a:cs typeface="Calibri"/>
              </a:rPr>
              <a:t>the</a:t>
            </a:r>
            <a:r>
              <a:rPr lang="en-GB" sz="2800" b="1" spc="-80" dirty="0">
                <a:latin typeface="Calibri"/>
                <a:cs typeface="Calibri"/>
              </a:rPr>
              <a:t> </a:t>
            </a:r>
            <a:r>
              <a:rPr lang="en-GB" sz="2800" b="1" dirty="0">
                <a:latin typeface="Calibri"/>
                <a:cs typeface="Calibri"/>
              </a:rPr>
              <a:t>Same</a:t>
            </a:r>
            <a:r>
              <a:rPr lang="en-GB" sz="2800" b="1" spc="-90" dirty="0">
                <a:latin typeface="Calibri"/>
                <a:cs typeface="Calibri"/>
              </a:rPr>
              <a:t> </a:t>
            </a:r>
            <a:r>
              <a:rPr lang="en-GB" sz="2800" b="1" spc="-10" dirty="0">
                <a:latin typeface="Calibri"/>
                <a:cs typeface="Calibri"/>
              </a:rPr>
              <a:t>Meaning</a:t>
            </a:r>
            <a:endParaRPr lang="en-GB" sz="2800" dirty="0"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743A30E0-0B0D-AEB7-FA7C-DC8D57098197}"/>
              </a:ext>
            </a:extLst>
          </p:cNvPr>
          <p:cNvGraphicFramePr>
            <a:graphicFrameLocks noGrp="1"/>
          </p:cNvGraphicFramePr>
          <p:nvPr/>
        </p:nvGraphicFramePr>
        <p:xfrm>
          <a:off x="930884" y="2270760"/>
          <a:ext cx="5419090" cy="407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British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American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elevator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luggage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baggage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lorry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truck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biscuit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cookie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mobile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cell(celluar)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petrol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gasoline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return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round-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trip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sweet(s)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candy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CV(curriculum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vitae)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Resume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09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British English vs. American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F934E46-0966-E22C-60BD-F4973F46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sz="2800" b="1" spc="-10" dirty="0">
                <a:latin typeface="Calibri"/>
                <a:cs typeface="Calibri"/>
              </a:rPr>
              <a:t>Different</a:t>
            </a:r>
            <a:r>
              <a:rPr lang="en-GB" sz="2800" b="1" spc="-80" dirty="0">
                <a:latin typeface="Calibri"/>
                <a:cs typeface="Calibri"/>
              </a:rPr>
              <a:t> </a:t>
            </a:r>
            <a:r>
              <a:rPr lang="en-GB" sz="2800" b="1" spc="-20" dirty="0">
                <a:latin typeface="Calibri"/>
                <a:cs typeface="Calibri"/>
              </a:rPr>
              <a:t>Words,</a:t>
            </a:r>
            <a:r>
              <a:rPr lang="en-GB" sz="2800" b="1" spc="-85" dirty="0">
                <a:latin typeface="Calibri"/>
                <a:cs typeface="Calibri"/>
              </a:rPr>
              <a:t> </a:t>
            </a:r>
            <a:r>
              <a:rPr lang="en-GB" sz="2800" b="1" dirty="0">
                <a:latin typeface="Calibri"/>
                <a:cs typeface="Calibri"/>
              </a:rPr>
              <a:t>the</a:t>
            </a:r>
            <a:r>
              <a:rPr lang="en-GB" sz="2800" b="1" spc="-80" dirty="0">
                <a:latin typeface="Calibri"/>
                <a:cs typeface="Calibri"/>
              </a:rPr>
              <a:t> </a:t>
            </a:r>
            <a:r>
              <a:rPr lang="en-GB" sz="2800" b="1" dirty="0">
                <a:latin typeface="Calibri"/>
                <a:cs typeface="Calibri"/>
              </a:rPr>
              <a:t>Same</a:t>
            </a:r>
            <a:r>
              <a:rPr lang="en-GB" sz="2800" b="1" spc="-90" dirty="0">
                <a:latin typeface="Calibri"/>
                <a:cs typeface="Calibri"/>
              </a:rPr>
              <a:t> </a:t>
            </a:r>
            <a:r>
              <a:rPr lang="en-GB" sz="2800" b="1" spc="-10" dirty="0">
                <a:latin typeface="Calibri"/>
                <a:cs typeface="Calibri"/>
              </a:rPr>
              <a:t>Meaning</a:t>
            </a:r>
            <a:endParaRPr lang="en-GB" sz="2800" dirty="0">
              <a:latin typeface="Calibri"/>
              <a:cs typeface="Calibri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9CE55D02-1FAD-9DB3-47A9-1B1A81800E46}"/>
              </a:ext>
            </a:extLst>
          </p:cNvPr>
          <p:cNvGraphicFramePr>
            <a:graphicFrameLocks noGrp="1"/>
          </p:cNvGraphicFramePr>
          <p:nvPr/>
        </p:nvGraphicFramePr>
        <p:xfrm>
          <a:off x="930884" y="2270760"/>
          <a:ext cx="5419090" cy="407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British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American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shop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flat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apartment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tube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underground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subway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pavement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sidewalk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wash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basin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film /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cinema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movie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fun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amusement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graduation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ceremony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commencement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queue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gaol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jail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596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British English vs. American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Word,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Spellings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F4D46A4-02F0-655D-CFD6-02DFF1049854}"/>
              </a:ext>
            </a:extLst>
          </p:cNvPr>
          <p:cNvGraphicFramePr>
            <a:graphicFrameLocks noGrp="1"/>
          </p:cNvGraphicFramePr>
          <p:nvPr/>
        </p:nvGraphicFramePr>
        <p:xfrm>
          <a:off x="930884" y="2270760"/>
          <a:ext cx="5419725" cy="296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British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American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colour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cheque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check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centre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center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theatre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theater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omelette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omelet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organise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organize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grey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gray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159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315" defTabSz="91440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categorised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genres.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Natively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English-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spoken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Official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Pidgin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Creole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Ethically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English-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Speaking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Countries: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Colour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5080" lvl="0" indent="-361950" defTabSz="914400" eaLnBrk="1" fontAlgn="auto" latinLnBrk="0" hangingPunct="1">
              <a:lnSpc>
                <a:spcPct val="87600"/>
              </a:lnSpc>
              <a:spcBef>
                <a:spcPts val="71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differences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observed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American English.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Word,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Words,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Word,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Spellings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ts val="259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Kiyoaki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Kikuchi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Ryuichi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Hotta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Yasuyuki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Kaizuka,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</a:t>
            </a:r>
            <a:endParaRPr kumimoji="0" lang="ja-JP" altLang="en-US" sz="2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1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史：現代英語の特質を求めて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1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多文化性と国際性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Osaka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ja-JP" altLang="en-US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関西人文科学出版会</a:t>
            </a:r>
            <a:r>
              <a:rPr kumimoji="0" lang="en-US" altLang="ja-JP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2009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79400" marR="5080" lvl="0" indent="-267335" algn="just" defTabSz="914400" eaLnBrk="1" fontAlgn="auto" latinLnBrk="0" hangingPunct="1">
              <a:lnSpc>
                <a:spcPts val="2300"/>
              </a:lnSpc>
              <a:spcBef>
                <a:spcPts val="27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Kiyoaki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Kikuchi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Takeshi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Koike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Ryuichi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Hotta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Kazuki 	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Fukuda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Yasuyuki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Kaizuka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Takeshi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Matsuzaki,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英語学：現代英語をより深く知る	</a:t>
            </a:r>
            <a:r>
              <a:rPr kumimoji="0" lang="ja-JP" altLang="en-US" sz="2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ために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現代英語の諸相と英語学術語解説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Osaka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浪漫書房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2008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Canadian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English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–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THE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CANADIAN</a:t>
            </a:r>
            <a:r>
              <a:rPr kumimoji="0" lang="en-GB" sz="24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ENCYCLOPEDIA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19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October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3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Nigerian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Pidgin</a:t>
            </a:r>
            <a:r>
              <a:rPr kumimoji="0" lang="en-GB" sz="24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English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-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LM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Languages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October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guide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to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Australian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English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(and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everything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you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need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to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know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about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the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0" defTabSz="914400" eaLnBrk="1" fontAlgn="auto" latinLnBrk="0" hangingPunct="1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Aussies!)</a:t>
            </a:r>
            <a:r>
              <a:rPr kumimoji="0" lang="en-GB" sz="24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-</a:t>
            </a:r>
            <a:r>
              <a:rPr kumimoji="0" lang="en-GB" sz="24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Lingoda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October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3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NEW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ZEALAND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ENGLISH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-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Encyclopedia.com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ts val="217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October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1706</Words>
  <Application>Microsoft Office PowerPoint</Application>
  <PresentationFormat>Widescreen</PresentationFormat>
  <Paragraphs>357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 MT</vt:lpstr>
      <vt:lpstr>Calibri (Headings)</vt:lpstr>
      <vt:lpstr>Yu Gothic</vt:lpstr>
      <vt:lpstr>Arial</vt:lpstr>
      <vt:lpstr>Calibri</vt:lpstr>
      <vt:lpstr>Calibri Light</vt:lpstr>
      <vt:lpstr>Office テーマ</vt:lpstr>
      <vt:lpstr>Dive Deeper into Present-Day English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Goals of This Series</vt:lpstr>
      <vt:lpstr>Agenda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1. Various 'English' around the World</vt:lpstr>
      <vt:lpstr>2. British English vs. American English</vt:lpstr>
      <vt:lpstr>2. British English vs. American English</vt:lpstr>
      <vt:lpstr>2. British English vs. American English</vt:lpstr>
      <vt:lpstr>2. British English vs. American English</vt:lpstr>
      <vt:lpstr>2. British English vs. American English</vt:lpstr>
      <vt:lpstr>3. Summary</vt:lpstr>
      <vt:lpstr>3. Summary</vt:lpstr>
      <vt:lpstr>4. References</vt:lpstr>
      <vt:lpstr>4.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46</cp:revision>
  <dcterms:modified xsi:type="dcterms:W3CDTF">2025-08-31T17:25:22Z</dcterms:modified>
</cp:coreProperties>
</file>