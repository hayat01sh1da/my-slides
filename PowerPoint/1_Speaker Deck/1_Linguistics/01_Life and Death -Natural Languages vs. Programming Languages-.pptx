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jpeg"/>
  <Override PartName="/ppt/media/image3.jpg" ContentType="image/jpg"/>
  <Override PartName="/ppt/media/image4.jpg" ContentType="image/jpg"/>
  <Override PartName="/ppt/media/image5.jpg" ContentType="image/jpg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media/image6.jpg" ContentType="image/jp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87" r:id="rId3"/>
    <p:sldId id="407" r:id="rId4"/>
    <p:sldId id="387" r:id="rId5"/>
    <p:sldId id="286" r:id="rId6"/>
    <p:sldId id="420" r:id="rId7"/>
    <p:sldId id="280" r:id="rId8"/>
    <p:sldId id="408" r:id="rId9"/>
    <p:sldId id="409" r:id="rId10"/>
    <p:sldId id="410" r:id="rId11"/>
    <p:sldId id="411" r:id="rId12"/>
    <p:sldId id="311" r:id="rId13"/>
    <p:sldId id="259" r:id="rId14"/>
    <p:sldId id="330" r:id="rId15"/>
    <p:sldId id="412" r:id="rId16"/>
    <p:sldId id="325" r:id="rId17"/>
    <p:sldId id="415" r:id="rId18"/>
    <p:sldId id="413" r:id="rId19"/>
    <p:sldId id="414" r:id="rId20"/>
    <p:sldId id="416" r:id="rId21"/>
    <p:sldId id="326" r:id="rId22"/>
    <p:sldId id="336" r:id="rId23"/>
    <p:sldId id="417" r:id="rId24"/>
    <p:sldId id="418" r:id="rId25"/>
    <p:sldId id="357" r:id="rId26"/>
    <p:sldId id="358" r:id="rId27"/>
    <p:sldId id="419" r:id="rId28"/>
    <p:sldId id="359" r:id="rId29"/>
    <p:sldId id="360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170A3847-E844-45F4-BEF0-9B4833B4E26E}"/>
    <pc:docChg chg="custSel addSld delSld modSld">
      <pc:chgData name="Hayato Ishida" userId="585fa0fa6384767c" providerId="LiveId" clId="{170A3847-E844-45F4-BEF0-9B4833B4E26E}" dt="2025-08-31T17:18:22.195" v="25"/>
      <pc:docMkLst>
        <pc:docMk/>
      </pc:docMkLst>
      <pc:sldChg chg="addSp delSp modSp mod">
        <pc:chgData name="Hayato Ishida" userId="585fa0fa6384767c" providerId="LiveId" clId="{170A3847-E844-45F4-BEF0-9B4833B4E26E}" dt="2025-08-31T17:18:14.466" v="24"/>
        <pc:sldMkLst>
          <pc:docMk/>
          <pc:sldMk cId="155858466" sldId="286"/>
        </pc:sldMkLst>
        <pc:spChg chg="add del mod">
          <ac:chgData name="Hayato Ishida" userId="585fa0fa6384767c" providerId="LiveId" clId="{170A3847-E844-45F4-BEF0-9B4833B4E26E}" dt="2025-08-31T17:17:42.237" v="21" actId="478"/>
          <ac:spMkLst>
            <pc:docMk/>
            <pc:sldMk cId="155858466" sldId="286"/>
            <ac:spMk id="3" creationId="{50DB9278-BB78-8903-71E3-09870B9E96F5}"/>
          </ac:spMkLst>
        </pc:spChg>
        <pc:spChg chg="del">
          <ac:chgData name="Hayato Ishida" userId="585fa0fa6384767c" providerId="LiveId" clId="{170A3847-E844-45F4-BEF0-9B4833B4E26E}" dt="2025-08-31T17:17:36.781" v="20" actId="478"/>
          <ac:spMkLst>
            <pc:docMk/>
            <pc:sldMk cId="155858466" sldId="286"/>
            <ac:spMk id="4" creationId="{3815C556-995E-B38F-BF48-EB9FEE09207E}"/>
          </ac:spMkLst>
        </pc:spChg>
        <pc:spChg chg="del">
          <ac:chgData name="Hayato Ishida" userId="585fa0fa6384767c" providerId="LiveId" clId="{170A3847-E844-45F4-BEF0-9B4833B4E26E}" dt="2025-08-31T17:17:36.781" v="20" actId="478"/>
          <ac:spMkLst>
            <pc:docMk/>
            <pc:sldMk cId="155858466" sldId="286"/>
            <ac:spMk id="6" creationId="{D8811293-B49C-E92D-18A9-C2EC2400BFB3}"/>
          </ac:spMkLst>
        </pc:spChg>
        <pc:spChg chg="add mod">
          <ac:chgData name="Hayato Ishida" userId="585fa0fa6384767c" providerId="LiveId" clId="{170A3847-E844-45F4-BEF0-9B4833B4E26E}" dt="2025-08-31T17:18:14.466" v="24"/>
          <ac:spMkLst>
            <pc:docMk/>
            <pc:sldMk cId="155858466" sldId="286"/>
            <ac:spMk id="7" creationId="{28676339-0E8A-20F9-094D-4A37331EDC09}"/>
          </ac:spMkLst>
        </pc:spChg>
        <pc:graphicFrameChg chg="add mod">
          <ac:chgData name="Hayato Ishida" userId="585fa0fa6384767c" providerId="LiveId" clId="{170A3847-E844-45F4-BEF0-9B4833B4E26E}" dt="2025-08-31T17:18:14.466" v="24"/>
          <ac:graphicFrameMkLst>
            <pc:docMk/>
            <pc:sldMk cId="155858466" sldId="286"/>
            <ac:graphicFrameMk id="8" creationId="{1CEAB204-174C-F07B-45A3-73AE6DEF2720}"/>
          </ac:graphicFrameMkLst>
        </pc:graphicFrameChg>
      </pc:sldChg>
      <pc:sldChg chg="addSp delSp modSp mod">
        <pc:chgData name="Hayato Ishida" userId="585fa0fa6384767c" providerId="LiveId" clId="{170A3847-E844-45F4-BEF0-9B4833B4E26E}" dt="2025-08-31T17:10:40.848" v="13"/>
        <pc:sldMkLst>
          <pc:docMk/>
          <pc:sldMk cId="654251065" sldId="287"/>
        </pc:sldMkLst>
        <pc:spChg chg="add del mod">
          <ac:chgData name="Hayato Ishida" userId="585fa0fa6384767c" providerId="LiveId" clId="{170A3847-E844-45F4-BEF0-9B4833B4E26E}" dt="2025-08-31T17:08:43.739" v="4"/>
          <ac:spMkLst>
            <pc:docMk/>
            <pc:sldMk cId="654251065" sldId="287"/>
            <ac:spMk id="4" creationId="{B882C0CA-C0FC-BE4D-D8F3-9F7F1D680E46}"/>
          </ac:spMkLst>
        </pc:spChg>
        <pc:spChg chg="add mod">
          <ac:chgData name="Hayato Ishida" userId="585fa0fa6384767c" providerId="LiveId" clId="{170A3847-E844-45F4-BEF0-9B4833B4E26E}" dt="2025-08-31T17:08:41.148" v="2"/>
          <ac:spMkLst>
            <pc:docMk/>
            <pc:sldMk cId="654251065" sldId="287"/>
            <ac:spMk id="5" creationId="{88E50C5E-0FFC-CF41-B978-5D0AC9298D07}"/>
          </ac:spMkLst>
        </pc:spChg>
        <pc:spChg chg="del">
          <ac:chgData name="Hayato Ishida" userId="585fa0fa6384767c" providerId="LiveId" clId="{170A3847-E844-45F4-BEF0-9B4833B4E26E}" dt="2025-08-31T17:08:39.918" v="0" actId="478"/>
          <ac:spMkLst>
            <pc:docMk/>
            <pc:sldMk cId="654251065" sldId="287"/>
            <ac:spMk id="7" creationId="{9D3FB79F-A648-6C89-2077-53A8964D4B7A}"/>
          </ac:spMkLst>
        </pc:spChg>
        <pc:spChg chg="add del mod">
          <ac:chgData name="Hayato Ishida" userId="585fa0fa6384767c" providerId="LiveId" clId="{170A3847-E844-45F4-BEF0-9B4833B4E26E}" dt="2025-08-31T17:08:45.389" v="5" actId="478"/>
          <ac:spMkLst>
            <pc:docMk/>
            <pc:sldMk cId="654251065" sldId="287"/>
            <ac:spMk id="9" creationId="{509B652F-CF8B-DAEB-6926-3046E1860568}"/>
          </ac:spMkLst>
        </pc:spChg>
        <pc:spChg chg="add del mod">
          <ac:chgData name="Hayato Ishida" userId="585fa0fa6384767c" providerId="LiveId" clId="{170A3847-E844-45F4-BEF0-9B4833B4E26E}" dt="2025-08-31T17:08:49.287" v="7" actId="478"/>
          <ac:spMkLst>
            <pc:docMk/>
            <pc:sldMk cId="654251065" sldId="287"/>
            <ac:spMk id="11" creationId="{BE90300A-4ACE-9815-7708-AEB8C4F5F126}"/>
          </ac:spMkLst>
        </pc:spChg>
        <pc:spChg chg="add del mod">
          <ac:chgData name="Hayato Ishida" userId="585fa0fa6384767c" providerId="LiveId" clId="{170A3847-E844-45F4-BEF0-9B4833B4E26E}" dt="2025-08-31T17:09:13.242" v="9" actId="478"/>
          <ac:spMkLst>
            <pc:docMk/>
            <pc:sldMk cId="654251065" sldId="287"/>
            <ac:spMk id="13" creationId="{CC98D378-AC84-F46C-39CF-63296B80CFA1}"/>
          </ac:spMkLst>
        </pc:spChg>
        <pc:spChg chg="add del mod">
          <ac:chgData name="Hayato Ishida" userId="585fa0fa6384767c" providerId="LiveId" clId="{170A3847-E844-45F4-BEF0-9B4833B4E26E}" dt="2025-08-31T17:09:27.536" v="11" actId="478"/>
          <ac:spMkLst>
            <pc:docMk/>
            <pc:sldMk cId="654251065" sldId="287"/>
            <ac:spMk id="15" creationId="{8F4CA585-E704-90D5-760A-994787A2BABB}"/>
          </ac:spMkLst>
        </pc:spChg>
        <pc:spChg chg="add mod">
          <ac:chgData name="Hayato Ishida" userId="585fa0fa6384767c" providerId="LiveId" clId="{170A3847-E844-45F4-BEF0-9B4833B4E26E}" dt="2025-08-31T17:09:32.094" v="12"/>
          <ac:spMkLst>
            <pc:docMk/>
            <pc:sldMk cId="654251065" sldId="287"/>
            <ac:spMk id="17" creationId="{47F4432C-BA4F-8BFA-A35E-29A03C4B2116}"/>
          </ac:spMkLst>
        </pc:spChg>
        <pc:picChg chg="del">
          <ac:chgData name="Hayato Ishida" userId="585fa0fa6384767c" providerId="LiveId" clId="{170A3847-E844-45F4-BEF0-9B4833B4E26E}" dt="2025-08-31T17:08:39.918" v="0" actId="478"/>
          <ac:picMkLst>
            <pc:docMk/>
            <pc:sldMk cId="654251065" sldId="287"/>
            <ac:picMk id="2" creationId="{74D16AD1-7201-C929-4457-F80D1B876E3E}"/>
          </ac:picMkLst>
        </pc:picChg>
        <pc:picChg chg="add del mod">
          <ac:chgData name="Hayato Ishida" userId="585fa0fa6384767c" providerId="LiveId" clId="{170A3847-E844-45F4-BEF0-9B4833B4E26E}" dt="2025-08-31T17:09:13.242" v="9" actId="478"/>
          <ac:picMkLst>
            <pc:docMk/>
            <pc:sldMk cId="654251065" sldId="287"/>
            <ac:picMk id="12" creationId="{AA6E89EB-ADEA-5726-84CF-AE0F882E29B6}"/>
          </ac:picMkLst>
        </pc:picChg>
        <pc:picChg chg="add mod">
          <ac:chgData name="Hayato Ishida" userId="585fa0fa6384767c" providerId="LiveId" clId="{170A3847-E844-45F4-BEF0-9B4833B4E26E}" dt="2025-08-31T17:09:13.555" v="10"/>
          <ac:picMkLst>
            <pc:docMk/>
            <pc:sldMk cId="654251065" sldId="287"/>
            <ac:picMk id="16" creationId="{3C502D2F-BD2D-EEF8-1563-99355A23ED66}"/>
          </ac:picMkLst>
        </pc:picChg>
        <pc:picChg chg="add">
          <ac:chgData name="Hayato Ishida" userId="585fa0fa6384767c" providerId="LiveId" clId="{170A3847-E844-45F4-BEF0-9B4833B4E26E}" dt="2025-08-31T17:10:40.848" v="13"/>
          <ac:picMkLst>
            <pc:docMk/>
            <pc:sldMk cId="654251065" sldId="287"/>
            <ac:picMk id="18" creationId="{15F574C3-2A02-326E-1469-3DF90EF333EB}"/>
          </ac:picMkLst>
        </pc:picChg>
      </pc:sldChg>
      <pc:sldChg chg="addSp delSp modSp mod">
        <pc:chgData name="Hayato Ishida" userId="585fa0fa6384767c" providerId="LiveId" clId="{170A3847-E844-45F4-BEF0-9B4833B4E26E}" dt="2025-08-31T17:13:26.146" v="18"/>
        <pc:sldMkLst>
          <pc:docMk/>
          <pc:sldMk cId="417452178" sldId="387"/>
        </pc:sldMkLst>
        <pc:spChg chg="add del mod">
          <ac:chgData name="Hayato Ishida" userId="585fa0fa6384767c" providerId="LiveId" clId="{170A3847-E844-45F4-BEF0-9B4833B4E26E}" dt="2025-08-31T17:13:25.264" v="17" actId="478"/>
          <ac:spMkLst>
            <pc:docMk/>
            <pc:sldMk cId="417452178" sldId="387"/>
            <ac:spMk id="3" creationId="{69B2FD49-6AFF-BDE6-FA61-6E0D7A9FE294}"/>
          </ac:spMkLst>
        </pc:spChg>
        <pc:spChg chg="add del mod">
          <ac:chgData name="Hayato Ishida" userId="585fa0fa6384767c" providerId="LiveId" clId="{170A3847-E844-45F4-BEF0-9B4833B4E26E}" dt="2025-08-31T17:13:25.264" v="17" actId="478"/>
          <ac:spMkLst>
            <pc:docMk/>
            <pc:sldMk cId="417452178" sldId="387"/>
            <ac:spMk id="5" creationId="{5ABF498E-3DC7-61FC-A3F6-8142DE61CE72}"/>
          </ac:spMkLst>
        </pc:spChg>
        <pc:spChg chg="del">
          <ac:chgData name="Hayato Ishida" userId="585fa0fa6384767c" providerId="LiveId" clId="{170A3847-E844-45F4-BEF0-9B4833B4E26E}" dt="2025-08-31T17:13:21.865" v="16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170A3847-E844-45F4-BEF0-9B4833B4E26E}" dt="2025-08-31T17:13:21.865" v="16" actId="478"/>
          <ac:spMkLst>
            <pc:docMk/>
            <pc:sldMk cId="417452178" sldId="387"/>
            <ac:spMk id="7" creationId="{F4EECFEB-CDB9-69A5-6CEA-9BCBE6B4DFDF}"/>
          </ac:spMkLst>
        </pc:spChg>
        <pc:spChg chg="add mod">
          <ac:chgData name="Hayato Ishida" userId="585fa0fa6384767c" providerId="LiveId" clId="{170A3847-E844-45F4-BEF0-9B4833B4E26E}" dt="2025-08-31T17:13:26.146" v="18"/>
          <ac:spMkLst>
            <pc:docMk/>
            <pc:sldMk cId="417452178" sldId="387"/>
            <ac:spMk id="9" creationId="{DBDBE62D-2A00-ECC1-5146-5D01453068D9}"/>
          </ac:spMkLst>
        </pc:spChg>
        <pc:spChg chg="add mod">
          <ac:chgData name="Hayato Ishida" userId="585fa0fa6384767c" providerId="LiveId" clId="{170A3847-E844-45F4-BEF0-9B4833B4E26E}" dt="2025-08-31T17:13:26.146" v="18"/>
          <ac:spMkLst>
            <pc:docMk/>
            <pc:sldMk cId="417452178" sldId="387"/>
            <ac:spMk id="10" creationId="{90A2BAE7-87F5-1B99-3536-D36C849E7D8E}"/>
          </ac:spMkLst>
        </pc:spChg>
      </pc:sldChg>
      <pc:sldChg chg="add del">
        <pc:chgData name="Hayato Ishida" userId="585fa0fa6384767c" providerId="LiveId" clId="{170A3847-E844-45F4-BEF0-9B4833B4E26E}" dt="2025-08-31T17:17:44.516" v="22" actId="47"/>
        <pc:sldMkLst>
          <pc:docMk/>
          <pc:sldMk cId="104297569" sldId="420"/>
        </pc:sldMkLst>
      </pc:sldChg>
      <pc:sldChg chg="add del setBg">
        <pc:chgData name="Hayato Ishida" userId="585fa0fa6384767c" providerId="LiveId" clId="{170A3847-E844-45F4-BEF0-9B4833B4E26E}" dt="2025-08-31T17:10:54.657" v="15"/>
        <pc:sldMkLst>
          <pc:docMk/>
          <pc:sldMk cId="1396466737" sldId="420"/>
        </pc:sldMkLst>
      </pc:sldChg>
      <pc:sldChg chg="addSp modSp add">
        <pc:chgData name="Hayato Ishida" userId="585fa0fa6384767c" providerId="LiveId" clId="{170A3847-E844-45F4-BEF0-9B4833B4E26E}" dt="2025-08-31T17:18:22.195" v="25"/>
        <pc:sldMkLst>
          <pc:docMk/>
          <pc:sldMk cId="3888699743" sldId="420"/>
        </pc:sldMkLst>
        <pc:spChg chg="add mod">
          <ac:chgData name="Hayato Ishida" userId="585fa0fa6384767c" providerId="LiveId" clId="{170A3847-E844-45F4-BEF0-9B4833B4E26E}" dt="2025-08-31T17:18:22.195" v="25"/>
          <ac:spMkLst>
            <pc:docMk/>
            <pc:sldMk cId="3888699743" sldId="420"/>
            <ac:spMk id="2" creationId="{FDB1A060-AAFB-921E-FC65-699D13BFC2EF}"/>
          </ac:spMkLst>
        </pc:spChg>
        <pc:graphicFrameChg chg="add mod">
          <ac:chgData name="Hayato Ishida" userId="585fa0fa6384767c" providerId="LiveId" clId="{170A3847-E844-45F4-BEF0-9B4833B4E26E}" dt="2025-08-31T17:18:22.195" v="25"/>
          <ac:graphicFrameMkLst>
            <pc:docMk/>
            <pc:sldMk cId="3888699743" sldId="420"/>
            <ac:graphicFrameMk id="3" creationId="{68D30A4A-ADCF-C850-F368-BC47504E0B8D}"/>
          </ac:graphicFrameMkLst>
        </pc:graphicFrameChg>
      </pc:sldChg>
      <pc:sldChg chg="add del setBg">
        <pc:chgData name="Hayato Ishida" userId="585fa0fa6384767c" providerId="LiveId" clId="{170A3847-E844-45F4-BEF0-9B4833B4E26E}" dt="2025-08-31T17:10:54.657" v="15"/>
        <pc:sldMkLst>
          <pc:docMk/>
          <pc:sldMk cId="470273237" sldId="421"/>
        </pc:sldMkLst>
      </pc:sldChg>
      <pc:sldChg chg="add del setBg">
        <pc:chgData name="Hayato Ishida" userId="585fa0fa6384767c" providerId="LiveId" clId="{170A3847-E844-45F4-BEF0-9B4833B4E26E}" dt="2025-08-31T17:10:54.657" v="15"/>
        <pc:sldMkLst>
          <pc:docMk/>
          <pc:sldMk cId="13255800" sldId="422"/>
        </pc:sldMkLst>
      </pc:sldChg>
      <pc:sldChg chg="add del setBg">
        <pc:chgData name="Hayato Ishida" userId="585fa0fa6384767c" providerId="LiveId" clId="{170A3847-E844-45F4-BEF0-9B4833B4E26E}" dt="2025-08-31T17:10:54.657" v="15"/>
        <pc:sldMkLst>
          <pc:docMk/>
          <pc:sldMk cId="3038593975" sldId="461"/>
        </pc:sldMkLst>
      </pc:sldChg>
      <pc:sldChg chg="add del setBg">
        <pc:chgData name="Hayato Ishida" userId="585fa0fa6384767c" providerId="LiveId" clId="{170A3847-E844-45F4-BEF0-9B4833B4E26E}" dt="2025-08-31T17:10:54.657" v="15"/>
        <pc:sldMkLst>
          <pc:docMk/>
          <pc:sldMk cId="3838751854" sldId="462"/>
        </pc:sldMkLst>
      </pc:sldChg>
    </pc:docChg>
  </pc:docChgLst>
  <pc:docChgLst>
    <pc:chgData name="Hayato Ishida" userId="585fa0fa6384767c" providerId="LiveId" clId="{57C8D74E-8661-4E3E-9172-526A52B292F3}"/>
    <pc:docChg chg="custSel modSld">
      <pc:chgData name="Hayato Ishida" userId="585fa0fa6384767c" providerId="LiveId" clId="{57C8D74E-8661-4E3E-9172-526A52B292F3}" dt="2025-05-03T11:32:32.764" v="178" actId="20577"/>
      <pc:docMkLst>
        <pc:docMk/>
      </pc:docMkLst>
      <pc:sldChg chg="modSp mod">
        <pc:chgData name="Hayato Ishida" userId="585fa0fa6384767c" providerId="LiveId" clId="{57C8D74E-8661-4E3E-9172-526A52B292F3}" dt="2025-05-03T11:32:32.764" v="178" actId="20577"/>
        <pc:sldMkLst>
          <pc:docMk/>
          <pc:sldMk cId="2567433019" sldId="280"/>
        </pc:sldMkLst>
      </pc:sldChg>
      <pc:sldChg chg="modSp mod">
        <pc:chgData name="Hayato Ishida" userId="585fa0fa6384767c" providerId="LiveId" clId="{57C8D74E-8661-4E3E-9172-526A52B292F3}" dt="2025-05-03T11:31:50.713" v="105" actId="20577"/>
        <pc:sldMkLst>
          <pc:docMk/>
          <pc:sldMk cId="155858466" sldId="286"/>
        </pc:sldMkLst>
      </pc:sldChg>
      <pc:sldChg chg="addSp modSp mod">
        <pc:chgData name="Hayato Ishida" userId="585fa0fa6384767c" providerId="LiveId" clId="{57C8D74E-8661-4E3E-9172-526A52B292F3}" dt="2025-05-03T11:32:07.762" v="127" actId="20577"/>
        <pc:sldMkLst>
          <pc:docMk/>
          <pc:sldMk cId="654251065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ZM696K-life-and-death-natural-languages-vs-programming-language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openxmlformats.org/officeDocument/2006/relationships/slide" Target="slide2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slide" Target="slide21.xml"/><Relationship Id="rId4" Type="http://schemas.openxmlformats.org/officeDocument/2006/relationships/slide" Target="slide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lphaomegatranslations.com/foreign-language/what-causes-the-death-of-a-language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mentor.io/blog/worst-languages-to-learn-3phycr98zk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lphaomegatranslations.com/foreign-language/what-causes-the-death-of-a-language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tmarkit.itmedia.co.jp/fmobile/rensai/doja01/doja01.html" TargetMode="External"/><Relationship Id="rId4" Type="http://schemas.openxmlformats.org/officeDocument/2006/relationships/hyperlink" Target="https://www.codementor.io/blog/worst-languages-to-learn-3phycr98zk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Life and Death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 </a:t>
            </a:r>
            <a:r>
              <a:rPr lang="en-GB" sz="3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-Natural Languages vs. Programming Languages-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</a:t>
            </a:r>
            <a:r>
              <a:rPr lang="en-GB" altLang="ja-JP" sz="2000" b="1"/>
              <a:t>: 16 </a:t>
            </a:r>
            <a:r>
              <a:rPr lang="en-GB" altLang="ja-JP" sz="2000" b="1" dirty="0"/>
              <a:t>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30CAD857-15E6-D127-3F65-8AF58B68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8E645B52-9DC0-274C-188B-22A5C923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502D2F-BD2D-EEF8-1563-99355A23E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17" name="コンテンツ プレースホルダー 2">
            <a:extLst>
              <a:ext uri="{FF2B5EF4-FFF2-40B4-BE49-F238E27FC236}">
                <a16:creationId xmlns:a16="http://schemas.microsoft.com/office/drawing/2014/main" id="{47F4432C-BA4F-8BFA-A35E-29A03C4B2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51EF88E-FFFA-549B-2569-5C543AFB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DBDBE62D-2A00-ECC1-5146-5D0145306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90A2BAE7-87F5-1B99-3536-D36C849E7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F45F647D-45D5-D99F-42F6-7482D096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28676339-0E8A-20F9-094D-4A37331E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CEAB204-174C-F07B-45A3-73AE6DEF2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120203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9B184-280E-53CE-2F32-FEE2324E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7FF4E859-8781-4D70-E8A3-FCD4D5F89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DB1A060-AAFB-921E-FC65-699D13BFC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D30A4A-ADCF-C850-F368-BC47504E0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478363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69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512BE758-FB53-6C66-0126-1F159C4F2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7" name="スライド番号プレースホルダー 3">
            <a:extLst>
              <a:ext uri="{FF2B5EF4-FFF2-40B4-BE49-F238E27FC236}">
                <a16:creationId xmlns:a16="http://schemas.microsoft.com/office/drawing/2014/main" id="{953BDA2A-31DE-C369-ED0A-AFC25BF9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866D35E8-F88E-4241-F03A-712AB0DF8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</a:t>
            </a:r>
            <a:r>
              <a:rPr lang="en-GB" altLang="ja-JP" sz="1400"/>
              <a:t>Tech Conferences</a:t>
            </a:r>
            <a:endParaRPr lang="en-GB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Calibri (Headings)"/>
              </a:rPr>
              <a:t>The</a:t>
            </a:r>
            <a:r>
              <a:rPr lang="en-GB" b="1" spc="-185" dirty="0">
                <a:latin typeface="Calibri (Headings)"/>
              </a:rPr>
              <a:t> </a:t>
            </a:r>
            <a:r>
              <a:rPr lang="en-GB" b="1" dirty="0">
                <a:latin typeface="Calibri (Headings)"/>
              </a:rPr>
              <a:t>Main</a:t>
            </a:r>
            <a:r>
              <a:rPr lang="en-GB" b="1" spc="-185" dirty="0">
                <a:latin typeface="Calibri (Headings)"/>
              </a:rPr>
              <a:t> </a:t>
            </a:r>
            <a:r>
              <a:rPr lang="en-GB" b="1" spc="-20" dirty="0">
                <a:latin typeface="Calibri (Headings)"/>
              </a:rPr>
              <a:t>Theme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love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share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interesting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point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views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compare</a:t>
            </a:r>
            <a:r>
              <a:rPr kumimoji="0" lang="en-GB" sz="24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Natural</a:t>
            </a:r>
            <a:r>
              <a:rPr kumimoji="0" lang="en-GB" sz="2400" b="1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Programming</a:t>
            </a:r>
            <a:r>
              <a:rPr kumimoji="0" lang="en-GB" sz="2400" b="1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24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whose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objectives,</a:t>
            </a:r>
            <a:r>
              <a:rPr kumimoji="0" lang="en-GB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purposes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usages</a:t>
            </a:r>
            <a:r>
              <a:rPr kumimoji="0" lang="en-GB" sz="24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totally</a:t>
            </a:r>
            <a:r>
              <a:rPr kumimoji="0" lang="en-GB" sz="24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different.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definition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Live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definition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Dead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dead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brings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7916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The Theme out of Scope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80670" indent="-26860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80670" algn="l"/>
                <a:tab pos="281305" algn="l"/>
              </a:tabLst>
            </a:pPr>
            <a:r>
              <a:rPr lang="en-GB" sz="2400" dirty="0">
                <a:latin typeface="Calibri"/>
                <a:cs typeface="Calibri"/>
              </a:rPr>
              <a:t>The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Details</a:t>
            </a:r>
            <a:r>
              <a:rPr lang="en-GB" sz="2400" spc="-7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of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English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Language</a:t>
            </a:r>
            <a:r>
              <a:rPr lang="en-GB" sz="2400" spc="-3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(Words,</a:t>
            </a:r>
            <a:r>
              <a:rPr lang="en-GB" sz="2400" spc="-6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Idioms,</a:t>
            </a:r>
            <a:r>
              <a:rPr lang="en-GB" sz="2400" spc="-40" dirty="0">
                <a:latin typeface="Calibri"/>
                <a:cs typeface="Calibri"/>
              </a:rPr>
              <a:t> </a:t>
            </a:r>
            <a:r>
              <a:rPr lang="en-GB" sz="2400" spc="-25" dirty="0">
                <a:latin typeface="Calibri"/>
                <a:cs typeface="Calibri"/>
              </a:rPr>
              <a:t>Grammar,</a:t>
            </a:r>
            <a:r>
              <a:rPr lang="en-GB" sz="2400" spc="-8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Pronunciation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etc.)</a:t>
            </a:r>
            <a:endParaRPr lang="en-GB" sz="2400" dirty="0">
              <a:latin typeface="Calibri"/>
              <a:cs typeface="Calibri"/>
            </a:endParaRPr>
          </a:p>
          <a:p>
            <a:pPr marL="280670" indent="-26860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80670" algn="l"/>
                <a:tab pos="281305" algn="l"/>
              </a:tabLst>
            </a:pPr>
            <a:r>
              <a:rPr lang="en-GB" sz="2400" dirty="0">
                <a:latin typeface="Calibri"/>
                <a:cs typeface="Calibri"/>
              </a:rPr>
              <a:t>The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Details</a:t>
            </a:r>
            <a:r>
              <a:rPr lang="en-GB" sz="2400" spc="-7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of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Linguistics(History,</a:t>
            </a:r>
            <a:r>
              <a:rPr lang="en-GB" sz="2400" spc="-7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Acoustics</a:t>
            </a:r>
            <a:r>
              <a:rPr lang="en-GB" sz="2400" spc="-6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etc.)</a:t>
            </a:r>
            <a:endParaRPr lang="en-GB" sz="2400" dirty="0">
              <a:latin typeface="Calibri"/>
              <a:cs typeface="Calibri"/>
            </a:endParaRPr>
          </a:p>
          <a:p>
            <a:pPr marL="280670" marR="29845" indent="-268605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80670" algn="l"/>
                <a:tab pos="281305" algn="l"/>
              </a:tabLst>
            </a:pPr>
            <a:r>
              <a:rPr lang="en-GB" sz="2400" dirty="0">
                <a:latin typeface="Calibri"/>
                <a:cs typeface="Calibri"/>
              </a:rPr>
              <a:t>The</a:t>
            </a:r>
            <a:r>
              <a:rPr lang="en-GB" sz="2400" spc="-3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Details</a:t>
            </a:r>
            <a:r>
              <a:rPr lang="en-GB" sz="2400" spc="-6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of</a:t>
            </a:r>
            <a:r>
              <a:rPr lang="en-GB" sz="2400" spc="-35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Programming</a:t>
            </a:r>
            <a:r>
              <a:rPr lang="en-GB" sz="2400" spc="-7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Languages(Mechanisms,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spc="-20" dirty="0">
                <a:latin typeface="Calibri"/>
                <a:cs typeface="Calibri"/>
              </a:rPr>
              <a:t>History,</a:t>
            </a:r>
            <a:r>
              <a:rPr lang="en-GB" sz="2400" spc="-6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Implementation etc.)</a:t>
            </a:r>
            <a:endParaRPr lang="en-GB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8693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The Original Material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80670" indent="-26860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80670" algn="l"/>
                <a:tab pos="281305" algn="l"/>
              </a:tabLst>
            </a:pPr>
            <a:r>
              <a:rPr lang="en-GB" sz="2400" dirty="0">
                <a:latin typeface="Calibri"/>
                <a:cs typeface="Calibri"/>
              </a:rPr>
              <a:t>The</a:t>
            </a:r>
            <a:r>
              <a:rPr lang="en-GB" sz="2400" spc="-2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following</a:t>
            </a:r>
            <a:r>
              <a:rPr lang="en-GB" sz="2400" spc="-1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articles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as</a:t>
            </a:r>
            <a:r>
              <a:rPr lang="en-GB" sz="2400" spc="-2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Advent</a:t>
            </a:r>
            <a:r>
              <a:rPr lang="en-GB" sz="2400" spc="-2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Calendar</a:t>
            </a:r>
            <a:r>
              <a:rPr lang="en-GB" sz="2400" spc="-3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2018</a:t>
            </a:r>
            <a:r>
              <a:rPr lang="en-GB" sz="2400" spc="-2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in</a:t>
            </a:r>
            <a:r>
              <a:rPr lang="en-GB" sz="2400" spc="-2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the</a:t>
            </a:r>
            <a:r>
              <a:rPr lang="en-GB" sz="2400" spc="-3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2nd</a:t>
            </a:r>
            <a:r>
              <a:rPr lang="en-GB" sz="2400" spc="-15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Company</a:t>
            </a:r>
            <a:endParaRPr lang="en-GB" sz="2400" dirty="0">
              <a:latin typeface="Calibri"/>
              <a:cs typeface="Calibri"/>
            </a:endParaRPr>
          </a:p>
          <a:p>
            <a:pPr marL="280670" indent="-26860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80670" algn="l"/>
                <a:tab pos="281305" algn="l"/>
              </a:tabLst>
            </a:pPr>
            <a:r>
              <a:rPr lang="en-GB" sz="2400" dirty="0">
                <a:latin typeface="Calibri"/>
                <a:cs typeface="Calibri"/>
              </a:rPr>
              <a:t>Matz(The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Father</a:t>
            </a:r>
            <a:r>
              <a:rPr lang="en-GB" sz="2400" spc="-4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of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Ruby)</a:t>
            </a:r>
            <a:r>
              <a:rPr lang="en-GB" sz="2400" spc="-4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retweeted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them</a:t>
            </a:r>
            <a:r>
              <a:rPr lang="en-GB" sz="2400" spc="-4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as</a:t>
            </a:r>
            <a:r>
              <a:rPr lang="en-GB" sz="2400" spc="-35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follows</a:t>
            </a:r>
            <a:endParaRPr lang="en-GB" sz="2400" dirty="0">
              <a:latin typeface="Calibri"/>
              <a:cs typeface="Calibri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28A58671-DC67-099F-D1F1-C2223F58B8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6527" y="2801111"/>
            <a:ext cx="2987039" cy="3625596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4A0CEF87-BB08-727D-608A-1276C98F00B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5611" y="2801111"/>
            <a:ext cx="2987039" cy="360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71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Discussions Are Welcomed!!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25437976-5640-6F37-7A81-9A5D4C43CB0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5292" y="1825751"/>
            <a:ext cx="8546592" cy="432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388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Representative Features of Each Language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Definition of Life and Death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Effects Caused by Death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Representative Features of Each Language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Representative Features of Each Language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Natural</a:t>
            </a:r>
            <a:r>
              <a:rPr kumimoji="0" lang="en-GB" sz="2800" b="1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Naturally</a:t>
            </a:r>
            <a:r>
              <a:rPr kumimoji="0" lang="en-GB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Born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artificially</a:t>
            </a:r>
            <a:r>
              <a:rPr kumimoji="0" lang="en-GB" sz="2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invented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both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Written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Spoken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Formal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Casual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Living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Standard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Always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changing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evolving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186055" lvl="1" indent="-260985" defTabSz="914400" eaLnBrk="1" fontAlgn="auto" latinLnBrk="0" hangingPunct="1">
              <a:lnSpc>
                <a:spcPct val="8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Categorised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period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Old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English,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Middle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English,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Modern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Present-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day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English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Reflection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Societies,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Cultures,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Histories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People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Deal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r>
              <a:rPr kumimoji="0" lang="en-GB" sz="24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Tool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Exchange</a:t>
            </a:r>
            <a:r>
              <a:rPr kumimoji="0" lang="en-GB" sz="20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information,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Regulation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someone's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act,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Organising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knowledge,</a:t>
            </a:r>
            <a:r>
              <a:rPr kumimoji="0" lang="en-GB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Inference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Representative Features of Each Language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Programming</a:t>
            </a:r>
            <a:r>
              <a:rPr kumimoji="0" lang="en-GB" sz="2400" b="1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ts val="2335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Artificial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8605" defTabSz="91440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Invented</a:t>
            </a:r>
            <a:r>
              <a:rPr kumimoji="0" lang="en-GB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human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beings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ts val="233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Unable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Spoken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8605" defTabSz="914400" eaLnBrk="1" fontAlgn="auto" latinLnBrk="0" hangingPunct="1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"Do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speak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Ruby?" →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"Absolutely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NO!"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ts val="233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Constantly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Updated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Evolved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8605" defTabSz="914400" eaLnBrk="1" fontAlgn="auto" latinLnBrk="0" hangingPunct="1">
              <a:lnSpc>
                <a:spcPts val="201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3.1.2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 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Ruby,</a:t>
            </a:r>
            <a:r>
              <a:rPr kumimoji="0" lang="en-GB" sz="1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3.10.7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 Python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8605" defTabSz="91440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JavaScript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Living Standard(ES6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snapshot,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version)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ts val="2325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Reflection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Developers'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Thoughts</a:t>
            </a:r>
            <a:r>
              <a:rPr kumimoji="0" lang="en-GB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Beliefs(including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creators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committers)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8605" defTabSz="914400" eaLnBrk="1" fontAlgn="auto" latinLnBrk="0" hangingPunct="1">
              <a:lnSpc>
                <a:spcPts val="201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Design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classes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functions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8605" defTabSz="914400" eaLnBrk="1" fontAlgn="auto" latinLnBrk="0" hangingPunct="1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methods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(TDD,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DDD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etc.)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ts val="2325"/>
              </a:lnSpc>
              <a:spcBef>
                <a:spcPts val="28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Indirect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Tool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8605" defTabSz="914400" eaLnBrk="1" fontAlgn="auto" latinLnBrk="0" hangingPunct="1">
              <a:lnSpc>
                <a:spcPts val="201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codes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reflect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intention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developer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8605" defTabSz="914400" eaLnBrk="1" fontAlgn="auto" latinLnBrk="0" hangingPunct="1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review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reviewee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arrive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agreement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via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codes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 are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expected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fulfil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9217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Definition of Life and Death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Definition of Life and Death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Natural</a:t>
            </a:r>
            <a:r>
              <a:rPr kumimoji="0" lang="en-GB" sz="28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Languages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412750" lvl="0" indent="0" defTabSz="91440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true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definition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a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dead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native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speakers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left.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There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several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different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ways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happen,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bottom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line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there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person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left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speaks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400" b="0" i="1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native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tongue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fluently,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then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died.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Reference: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ll.8-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10,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Sarah-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Claire Jordan,</a:t>
            </a:r>
            <a:r>
              <a:rPr kumimoji="0" lang="en-GB" sz="1800" b="0" i="0" u="none" strike="noStrike" kern="0" cap="none" spc="4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Alpha</a:t>
            </a:r>
            <a:r>
              <a:rPr kumimoji="0" lang="en-GB" sz="1800" b="0" i="1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Omega</a:t>
            </a:r>
            <a:r>
              <a:rPr kumimoji="0" lang="en-GB" sz="1800" b="0" i="1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Translations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8517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Definition of Life and Death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Natural</a:t>
            </a:r>
            <a:r>
              <a:rPr kumimoji="0" lang="en-GB" sz="2800" b="1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Definition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Life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continue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changing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evolving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2" indent="-253365" defTabSz="91440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  <a:tab pos="118046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equal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live</a:t>
            </a:r>
            <a:r>
              <a:rPr kumimoji="0" lang="en-GB" sz="1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speakers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2" indent="-25336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  <a:tab pos="118046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between</a:t>
            </a:r>
            <a:r>
              <a:rPr kumimoji="0" lang="en-GB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native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speakers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Definition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Death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changes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updates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2" indent="-253365" defTabSz="91440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  <a:tab pos="118046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Less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equal to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 1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speaker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2" indent="-25336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  <a:tab pos="118046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between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native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speakers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2" indent="-25336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  <a:tab pos="118046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human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beings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alteregoisms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0" indent="0" defTabSz="91440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→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lang="en-GB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dies,</a:t>
            </a:r>
            <a:r>
              <a:rPr kumimoji="0" lang="en-GB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DOES.</a:t>
            </a:r>
            <a:r>
              <a:rPr kumimoji="0" lang="en-GB" sz="16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(Just</a:t>
            </a:r>
            <a:r>
              <a:rPr kumimoji="0" lang="en-GB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lang="en-GB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relationship</a:t>
            </a:r>
            <a:r>
              <a:rPr kumimoji="0" lang="en-GB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between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Piccolo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God</a:t>
            </a:r>
            <a:r>
              <a:rPr kumimoji="0" lang="en-GB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Dragon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Ball</a:t>
            </a:r>
            <a:r>
              <a:rPr kumimoji="0" lang="en-GB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Series)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8DB260A9-C329-E6B4-882C-FE7B6B220E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9252" y="1825625"/>
            <a:ext cx="4384548" cy="331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43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Definition of Life and Death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Programming</a:t>
            </a:r>
            <a:r>
              <a:rPr kumimoji="0" lang="en-GB" sz="28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Languages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36220" lvl="0" indent="0" defTabSz="914400" eaLnBrk="1" fontAlgn="auto" latinLnBrk="0" hangingPunct="1">
              <a:lnSpc>
                <a:spcPts val="281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There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two kinds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languages: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ones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people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complain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ones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nobody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uses.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Bjarne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Stroustrup,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creator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C++.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53670" lvl="0" indent="0" defTabSz="914400" eaLnBrk="1" fontAlgn="auto" latinLnBrk="0" hangingPunct="1">
              <a:lnSpc>
                <a:spcPct val="9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because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nobody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using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it,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nobody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hiring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it,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nobody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talking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based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level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community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engagement,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job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market,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overall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growth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languages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just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aren't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worth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anymore.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Reference: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ll.9-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15,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Justina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H.,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Codementer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1087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Definition of Life and Death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Programming</a:t>
            </a:r>
            <a:r>
              <a:rPr kumimoji="0" lang="en-GB" sz="2800" b="1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Definition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Life</a:t>
            </a:r>
            <a:endParaRPr lang="en-GB" sz="24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737870" lvl="1" indent="-268605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People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concerned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interested</a:t>
            </a:r>
            <a:r>
              <a:rPr kumimoji="0" lang="en-GB" sz="2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endParaRPr lang="en-GB" sz="16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737870" lvl="1" indent="-268605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Complaints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Demand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usable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2" indent="-25336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  <a:tab pos="118046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Ruby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Ruby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Rails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vigorously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alive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notwithstanding the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yearly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myth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death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2" indent="-253365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  <a:tab pos="118046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Ruby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traditionally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updated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major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version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every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Christmas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Developers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keep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enhancing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Definition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Death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pays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attention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2" indent="-253365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  <a:tab pos="118046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complaint =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demand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2" indent="-253365" defTabSz="91440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  <a:tab pos="1180465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maintenance</a:t>
            </a:r>
            <a:r>
              <a:rPr kumimoji="0" lang="en-GB" sz="1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Lack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required features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full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security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holes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2" indent="-25336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  <a:tab pos="1180465" algn="l"/>
              </a:tabLst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1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news</a:t>
            </a:r>
            <a:r>
              <a:rPr kumimoji="0" lang="en-GB" sz="1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1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bad</a:t>
            </a:r>
            <a:r>
              <a:rPr kumimoji="0" lang="en-GB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news.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5112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Effects Caused by Death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Effects Caused by Death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Natural</a:t>
            </a:r>
            <a:r>
              <a:rPr kumimoji="0" lang="en-GB" sz="3000" b="1" i="0" u="none" strike="noStrike" kern="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30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Languages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Orwell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believed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sayable, it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thinkable.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28270" lvl="0" indent="0" defTabSz="91440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novel,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told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society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tried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limit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getting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rid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certain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words(e.g.,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freedom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justice)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restricting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others.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30860" lvl="0" indent="0" defTabSz="914400" eaLnBrk="1" fontAlgn="auto" latinLnBrk="0" hangingPunct="1">
              <a:lnSpc>
                <a:spcPts val="259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purpose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certain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political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ideas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unsayable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hope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they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become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unthinkable.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Reference: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p.61</a:t>
            </a:r>
            <a:r>
              <a:rPr kumimoji="0" lang="en-GB" sz="18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ll.17-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22,</a:t>
            </a:r>
            <a:r>
              <a:rPr kumimoji="0" lang="en-GB" sz="18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Michael</a:t>
            </a:r>
            <a:r>
              <a:rPr kumimoji="0" lang="en-GB" sz="18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L.</a:t>
            </a:r>
            <a:r>
              <a:rPr kumimoji="0" lang="en-GB" sz="18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Geis,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1800" b="0" i="1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1800" b="0" i="1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Effects Caused by Death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Natural</a:t>
            </a:r>
            <a:r>
              <a:rPr kumimoji="0" lang="en-GB" sz="2800" b="1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8605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express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hunger</a:t>
            </a:r>
            <a:r>
              <a:rPr kumimoji="0" lang="en-GB" sz="20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word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5080" lvl="1" indent="-268605" defTabSz="914400" eaLnBrk="1" fontAlgn="auto" latinLnBrk="0" hangingPunct="1">
              <a:lnSpc>
                <a:spcPts val="216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nation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society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regulates the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language,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means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force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people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way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articulate</a:t>
            </a:r>
            <a:r>
              <a:rPr kumimoji="0" lang="en-GB" sz="2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specific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thoughts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Loss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Cultural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Identities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102870" lvl="1" indent="-268605" defTabSz="914400" eaLnBrk="1" fontAlgn="auto" latinLnBrk="0" hangingPunct="1">
              <a:lnSpc>
                <a:spcPts val="216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Honorifics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euphemisms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specific</a:t>
            </a:r>
            <a:r>
              <a:rPr kumimoji="0" lang="en-GB" sz="2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Japanese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molded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long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history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Japan,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example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8605" defTabSz="91440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thought,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expressed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developed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via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loads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via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227965" lvl="1" indent="-268605" defTabSz="914400" eaLnBrk="1" fontAlgn="auto" latinLnBrk="0" hangingPunct="1">
              <a:lnSpc>
                <a:spcPts val="2160"/>
              </a:lnSpc>
              <a:spcBef>
                <a:spcPts val="5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absolutely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impossible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Japanese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specific concepts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such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two-faced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pleasantries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stay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present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9360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Effects Caused by Death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Programming</a:t>
            </a:r>
            <a:r>
              <a:rPr kumimoji="0" lang="en-GB" sz="2800" b="1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Falls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Market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Values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"I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developed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Mode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Doja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long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high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expertise</a:t>
            </a:r>
            <a:r>
              <a:rPr kumimoji="0" lang="en-GB" sz="2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it"</a:t>
            </a:r>
            <a:r>
              <a:rPr kumimoji="0" lang="en-GB" sz="2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87450" marR="0" lvl="2" indent="-26098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87450" algn="l"/>
                <a:tab pos="1188085" algn="l"/>
              </a:tabLst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*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Mode</a:t>
            </a:r>
            <a:r>
              <a:rPr kumimoji="0" lang="en-GB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domestics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web</a:t>
            </a:r>
            <a:r>
              <a:rPr kumimoji="0" lang="en-GB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lang="en-GB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cellphones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provided</a:t>
            </a:r>
            <a:r>
              <a:rPr kumimoji="0" lang="en-GB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Docomo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87450" marR="0" lvl="2" indent="-260985" defTabSz="914400" eaLnBrk="1" fontAlgn="auto" latinLnBrk="0" hangingPunct="1">
              <a:lnSpc>
                <a:spcPts val="1825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87450" algn="l"/>
                <a:tab pos="1188085" algn="l"/>
              </a:tabLst>
              <a:defRPr/>
            </a:pPr>
            <a:r>
              <a:rPr kumimoji="0" lang="en-GB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However,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nothing</a:t>
            </a:r>
            <a:r>
              <a:rPr kumimoji="0" lang="en-GB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1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accurately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predictable</a:t>
            </a:r>
            <a:r>
              <a:rPr kumimoji="0" lang="en-GB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because</a:t>
            </a:r>
            <a:r>
              <a:rPr kumimoji="0" lang="en-GB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JavaScript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revived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thanks</a:t>
            </a:r>
            <a:r>
              <a:rPr kumimoji="0" lang="en-GB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Ajax</a:t>
            </a:r>
            <a:r>
              <a:rPr kumimoji="0" lang="en-GB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Google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Map</a:t>
            </a:r>
            <a:r>
              <a:rPr kumimoji="0" lang="en-GB" sz="16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87450" marR="0" lvl="0" indent="0" defTabSz="914400" eaLnBrk="1" fontAlgn="auto" latinLnBrk="0" hangingPunct="1">
              <a:lnSpc>
                <a:spcPts val="18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asynchronous</a:t>
            </a:r>
            <a:r>
              <a:rPr kumimoji="0" lang="en-GB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communications</a:t>
            </a:r>
            <a:r>
              <a:rPr kumimoji="0" lang="en-GB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after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had</a:t>
            </a:r>
            <a:r>
              <a:rPr kumimoji="0" lang="en-GB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swallowed</a:t>
            </a:r>
            <a:r>
              <a:rPr kumimoji="0" lang="en-GB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high</a:t>
            </a:r>
            <a:r>
              <a:rPr kumimoji="0" lang="en-GB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trend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Flash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Increments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Maintenance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Implementation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lacking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scratch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Security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patches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Transfer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programming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framework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3814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6303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3A17DB-21D9-B3DE-F444-6ACDF2136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149195"/>
              </p:ext>
            </p:extLst>
          </p:nvPr>
        </p:nvGraphicFramePr>
        <p:xfrm>
          <a:off x="819150" y="1819275"/>
          <a:ext cx="10515600" cy="4234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204">
                  <a:extLst>
                    <a:ext uri="{9D8B030D-6E8A-4147-A177-3AD203B41FA5}">
                      <a16:colId xmlns:a16="http://schemas.microsoft.com/office/drawing/2014/main" val="2876281663"/>
                    </a:ext>
                  </a:extLst>
                </a:gridCol>
                <a:gridCol w="3829574">
                  <a:extLst>
                    <a:ext uri="{9D8B030D-6E8A-4147-A177-3AD203B41FA5}">
                      <a16:colId xmlns:a16="http://schemas.microsoft.com/office/drawing/2014/main" val="3583627246"/>
                    </a:ext>
                  </a:extLst>
                </a:gridCol>
                <a:gridCol w="3507822">
                  <a:extLst>
                    <a:ext uri="{9D8B030D-6E8A-4147-A177-3AD203B41FA5}">
                      <a16:colId xmlns:a16="http://schemas.microsoft.com/office/drawing/2014/main" val="849230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</a:t>
                      </a:r>
                      <a:r>
                        <a:rPr lang="en-GB"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10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ur</a:t>
                      </a:r>
                      <a:r>
                        <a:rPr lang="en-GB"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Natural</a:t>
                      </a:r>
                      <a:r>
                        <a:rPr sz="18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Languages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Programming</a:t>
                      </a: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Languages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756620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Natural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Artificial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Naturally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Born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20" dirty="0">
                          <a:latin typeface="Yu Gothic"/>
                          <a:cs typeface="Yu Gothic"/>
                        </a:rPr>
                        <a:t>人工的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39" marB="0"/>
                </a:tc>
                <a:extLst>
                  <a:ext uri="{0D108BD9-81ED-4DB2-BD59-A6C34878D82A}">
                    <a16:rowId xmlns:a16="http://schemas.microsoft.com/office/drawing/2014/main" val="373938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GB" sz="1800" spc="-10" dirty="0">
                          <a:latin typeface="Calibri"/>
                          <a:cs typeface="Calibri"/>
                        </a:rPr>
                        <a:t>Written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Spoken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Written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Spoken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Written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Only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3670431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Change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Evolution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Always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Constantly(It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depends)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902663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Reflection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872490" marR="247015" indent="-6203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Individuals,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Communities,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Societies,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Cultures,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Histories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etc.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523875" marR="154940" indent="-3632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Thoughts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Belief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Developers (Creators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Committers)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7154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Tool?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〇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△</a:t>
                      </a: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695228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Definition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Life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6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Continue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Changing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Evolving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Stay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Interested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888529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Definition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Death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Equal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Native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Speaker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Communication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Updates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None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anyone's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business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Development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Updates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155538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Effects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Caused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Death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742950" marR="737235" indent="393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Loss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Way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Think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Loss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Cultural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Identities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180975" marR="172720" indent="5607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Falls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Market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Values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Increments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Development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Costs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356790031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C057BC-35CE-334B-0AC8-0E9A8B454F01}"/>
              </a:ext>
            </a:extLst>
          </p:cNvPr>
          <p:cNvSpPr/>
          <p:nvPr/>
        </p:nvSpPr>
        <p:spPr>
          <a:xfrm>
            <a:off x="838200" y="4630723"/>
            <a:ext cx="10496550" cy="8305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040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4. 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Supplementary</a:t>
            </a:r>
            <a:r>
              <a:rPr kumimoji="0" lang="en-GB" sz="2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Comments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5080" lvl="0" indent="-268605" defTabSz="914400" eaLnBrk="1" fontAlgn="auto" latinLnBrk="0" hangingPunct="1">
              <a:lnSpc>
                <a:spcPts val="259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hand,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difficult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reliable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references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programming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because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few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people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care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highly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evaluated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mentioned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532765" lvl="0" indent="-268605" defTabSz="914400" eaLnBrk="1" fontAlgn="auto" latinLnBrk="0" hangingPunct="1">
              <a:lnSpc>
                <a:spcPts val="2590"/>
              </a:lnSpc>
              <a:spcBef>
                <a:spcPts val="509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hand,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much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easier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reliable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references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natural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because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linguistics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established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academic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subject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109220" lvl="0" indent="-268605" defTabSz="914400" eaLnBrk="1" fontAlgn="auto" latinLnBrk="0" hangingPunct="1">
              <a:lnSpc>
                <a:spcPts val="259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Programming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born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raised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capitalism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era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while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natural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way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long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histories,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poor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market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values,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natures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Programming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Linguistics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present…,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like?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3323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5164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29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Sarah-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Claire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Jordan,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What</a:t>
            </a:r>
            <a:r>
              <a:rPr kumimoji="0" lang="en-GB" sz="2400" b="0" i="1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Causes</a:t>
            </a:r>
            <a:r>
              <a:rPr kumimoji="0" lang="en-GB" sz="2400" b="0" i="1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the</a:t>
            </a:r>
            <a:r>
              <a:rPr kumimoji="0" lang="en-GB" sz="24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Death</a:t>
            </a:r>
            <a:r>
              <a:rPr kumimoji="0" lang="en-GB" sz="2400" b="0" i="1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of</a:t>
            </a:r>
            <a:r>
              <a:rPr kumimoji="0" lang="en-GB" sz="2400" b="0" i="1" u="sng" strike="noStrike" kern="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</a:t>
            </a:r>
            <a:r>
              <a:rPr kumimoji="0" lang="en-GB" sz="2400" b="0" i="1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Language?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49275" marR="0" lvl="1" indent="-26289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549275" algn="l"/>
                <a:tab pos="54991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23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October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2021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Justina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H.,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Worst</a:t>
            </a:r>
            <a:r>
              <a:rPr kumimoji="0" lang="en-GB" sz="2400" b="0" i="1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Programming</a:t>
            </a:r>
            <a:r>
              <a:rPr kumimoji="0" lang="en-GB" sz="2400" b="0" i="1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Languages</a:t>
            </a:r>
            <a:r>
              <a:rPr kumimoji="0" lang="en-GB" sz="2400" b="0" i="1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to</a:t>
            </a:r>
            <a:r>
              <a:rPr kumimoji="0" lang="en-GB" sz="2400" b="0" i="1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Learn</a:t>
            </a:r>
            <a:r>
              <a:rPr kumimoji="0" lang="en-GB" sz="2400" b="0" i="1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in</a:t>
            </a:r>
            <a:r>
              <a:rPr kumimoji="0" lang="en-GB" sz="2400" b="0" i="1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1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2018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49275" marR="0" lvl="1" indent="-26289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549275" algn="l"/>
                <a:tab pos="54991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 On: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23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October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2021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Michael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L.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Geis,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Oxford,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OUP,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2001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8605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>
                <a:srgbClr val="3C3E44"/>
              </a:buClr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0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NTT</a:t>
            </a:r>
            <a:r>
              <a:rPr kumimoji="0" lang="ja-JP" altLang="en-US" sz="20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Yu Gothic"/>
                <a:cs typeface="Yu Gothic"/>
                <a:hlinkClick r:id="rId5"/>
              </a:rPr>
              <a:t>ドコモの公式開発ツールを使おう</a:t>
            </a:r>
            <a:endParaRPr kumimoji="0" lang="ja-JP" alt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549275" marR="0" lvl="1" indent="-262890" defTabSz="91440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549275" algn="l"/>
                <a:tab pos="54991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09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August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2021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5080" lvl="0" indent="-268605" defTabSz="914400" eaLnBrk="1" fontAlgn="auto" latinLnBrk="0" hangingPunct="1">
              <a:lnSpc>
                <a:spcPts val="26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@kujirahand,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ja-JP" altLang="en-US" sz="2100" b="0" i="1" u="none" strike="noStrike" kern="0" cap="none" spc="-10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Yu Gothic"/>
                <a:cs typeface="Yu Gothic"/>
              </a:rPr>
              <a:t>いまどきの</a:t>
            </a:r>
            <a:r>
              <a:rPr kumimoji="0" lang="ja-JP" altLang="en-US" sz="2100" b="0" i="1" u="none" strike="noStrike" kern="0" cap="none" spc="-16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Yu Gothic"/>
                <a:cs typeface="Yu Gothic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JS</a:t>
            </a:r>
            <a:r>
              <a:rPr kumimoji="0" lang="ja-JP" altLang="en-US" sz="2100" b="0" i="1" u="none" strike="noStrike" kern="0" cap="none" spc="-10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Yu Gothic"/>
                <a:cs typeface="Yu Gothic"/>
              </a:rPr>
              <a:t>プログラマーの</a:t>
            </a:r>
            <a:r>
              <a:rPr kumimoji="0" lang="ja-JP" altLang="en-US" sz="2100" b="0" i="1" u="none" strike="noStrike" kern="0" cap="none" spc="-12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Yu Gothic"/>
                <a:cs typeface="Yu Gothic"/>
              </a:rPr>
              <a:t>た</a:t>
            </a:r>
            <a:r>
              <a:rPr kumimoji="0" lang="ja-JP" altLang="en-US" sz="2100" b="0" i="1" u="none" strike="noStrike" kern="0" cap="none" spc="-10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Yu Gothic"/>
                <a:cs typeface="Yu Gothic"/>
              </a:rPr>
              <a:t>めの</a:t>
            </a:r>
            <a:r>
              <a:rPr kumimoji="0" lang="ja-JP" altLang="en-US" sz="2100" b="0" i="1" u="none" strike="noStrike" kern="0" cap="none" spc="-19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Yu Gothic"/>
                <a:cs typeface="Yu Gothic"/>
              </a:rPr>
              <a:t> </a:t>
            </a:r>
            <a:r>
              <a:rPr kumimoji="0" lang="en-GB" sz="2000" b="0" i="1" u="none" strike="noStrike" kern="0" cap="none" spc="-1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Node.js</a:t>
            </a:r>
            <a:r>
              <a:rPr kumimoji="0" lang="ja-JP" altLang="en-US" sz="2100" b="0" i="1" u="none" strike="noStrike" kern="0" cap="none" spc="-15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Yu Gothic"/>
                <a:cs typeface="Yu Gothic"/>
              </a:rPr>
              <a:t>と </a:t>
            </a:r>
            <a:r>
              <a:rPr kumimoji="0" lang="en-GB" sz="2000" b="0" i="1" u="none" strike="noStrike" kern="0" cap="none" spc="-1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React</a:t>
            </a:r>
            <a:r>
              <a:rPr kumimoji="0" lang="ja-JP" altLang="en-US" sz="2100" b="0" i="1" u="none" strike="noStrike" kern="0" cap="none" spc="-10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Yu Gothic"/>
                <a:cs typeface="Yu Gothic"/>
              </a:rPr>
              <a:t>アプリケーション</a:t>
            </a:r>
            <a:r>
              <a:rPr kumimoji="0" lang="en-US" altLang="ja-JP" sz="2400" b="0" i="0" u="none" strike="noStrike" kern="0" cap="none" spc="-5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Tokyo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Socym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Co,.Ltd.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rgbClr val="3C3E44"/>
                </a:solidFill>
                <a:effectLst/>
                <a:uLnTx/>
                <a:uFillTx/>
                <a:latin typeface="Calibri"/>
                <a:cs typeface="Calibri"/>
              </a:rPr>
              <a:t>2017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7677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1841</Words>
  <Application>Microsoft Office PowerPoint</Application>
  <PresentationFormat>Widescreen</PresentationFormat>
  <Paragraphs>296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 MT</vt:lpstr>
      <vt:lpstr>Calibri (Headings)</vt:lpstr>
      <vt:lpstr>Yu Gothic</vt:lpstr>
      <vt:lpstr>Arial</vt:lpstr>
      <vt:lpstr>Calibri</vt:lpstr>
      <vt:lpstr>Calibri Light</vt:lpstr>
      <vt:lpstr>Office テーマ</vt:lpstr>
      <vt:lpstr>Life and Death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The Main Theme</vt:lpstr>
      <vt:lpstr>The Theme out of Scope</vt:lpstr>
      <vt:lpstr>The Original Material</vt:lpstr>
      <vt:lpstr>Discussions Are Welcomed!!</vt:lpstr>
      <vt:lpstr>Agenda</vt:lpstr>
      <vt:lpstr>1. Representative Features of Each Language</vt:lpstr>
      <vt:lpstr>1. Representative Features of Each Language</vt:lpstr>
      <vt:lpstr>1. Representative Features of Each Language</vt:lpstr>
      <vt:lpstr>2. Definition of Life and Death</vt:lpstr>
      <vt:lpstr>2. Definition of Life and Death</vt:lpstr>
      <vt:lpstr>2. Definition of Life and Death</vt:lpstr>
      <vt:lpstr>2. Definition of Life and Death</vt:lpstr>
      <vt:lpstr>2. Definition of Life and Death</vt:lpstr>
      <vt:lpstr>3. Effects Caused by Death</vt:lpstr>
      <vt:lpstr>3. Effects Caused by Death</vt:lpstr>
      <vt:lpstr>3. Effects Caused by Death</vt:lpstr>
      <vt:lpstr>3. Effects Caused by Death</vt:lpstr>
      <vt:lpstr>4. Summary</vt:lpstr>
      <vt:lpstr>4. Summary</vt:lpstr>
      <vt:lpstr>4. Summary</vt:lpstr>
      <vt:lpstr>5. References</vt:lpstr>
      <vt:lpstr>5.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32</cp:revision>
  <dcterms:modified xsi:type="dcterms:W3CDTF">2025-08-31T17:18:22Z</dcterms:modified>
</cp:coreProperties>
</file>