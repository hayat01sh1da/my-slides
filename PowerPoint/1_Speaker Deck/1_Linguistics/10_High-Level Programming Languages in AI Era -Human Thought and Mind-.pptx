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87" r:id="rId3"/>
    <p:sldId id="407" r:id="rId4"/>
    <p:sldId id="387" r:id="rId5"/>
    <p:sldId id="286" r:id="rId6"/>
    <p:sldId id="456" r:id="rId7"/>
    <p:sldId id="280" r:id="rId8"/>
    <p:sldId id="311" r:id="rId9"/>
    <p:sldId id="259" r:id="rId10"/>
    <p:sldId id="330" r:id="rId11"/>
    <p:sldId id="433" r:id="rId12"/>
    <p:sldId id="434" r:id="rId13"/>
    <p:sldId id="408" r:id="rId14"/>
    <p:sldId id="439" r:id="rId15"/>
    <p:sldId id="437" r:id="rId16"/>
    <p:sldId id="440" r:id="rId17"/>
    <p:sldId id="325" r:id="rId18"/>
    <p:sldId id="354" r:id="rId19"/>
    <p:sldId id="435" r:id="rId20"/>
    <p:sldId id="436" r:id="rId21"/>
    <p:sldId id="427" r:id="rId22"/>
    <p:sldId id="431" r:id="rId23"/>
    <p:sldId id="441" r:id="rId24"/>
    <p:sldId id="444" r:id="rId25"/>
    <p:sldId id="442" r:id="rId26"/>
    <p:sldId id="446" r:id="rId27"/>
    <p:sldId id="443" r:id="rId28"/>
    <p:sldId id="326" r:id="rId29"/>
    <p:sldId id="430" r:id="rId30"/>
    <p:sldId id="450" r:id="rId31"/>
    <p:sldId id="455" r:id="rId32"/>
    <p:sldId id="454" r:id="rId33"/>
    <p:sldId id="449" r:id="rId34"/>
    <p:sldId id="447" r:id="rId35"/>
    <p:sldId id="452" r:id="rId36"/>
    <p:sldId id="328" r:id="rId37"/>
    <p:sldId id="453" r:id="rId38"/>
    <p:sldId id="28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5D419524-65C8-4F28-8BD3-2E8D1CBD0C60}"/>
    <pc:docChg chg="undo redo custSel addSld delSld modSld sldOrd">
      <pc:chgData name="Hayato Ishida" userId="585fa0fa6384767c" providerId="LiveId" clId="{5D419524-65C8-4F28-8BD3-2E8D1CBD0C60}" dt="2025-08-31T17:18:58.509" v="21571"/>
      <pc:docMkLst>
        <pc:docMk/>
      </pc:docMkLst>
      <pc:sldChg chg="modSp mod setBg">
        <pc:chgData name="Hayato Ishida" userId="585fa0fa6384767c" providerId="LiveId" clId="{5D419524-65C8-4F28-8BD3-2E8D1CBD0C60}" dt="2025-06-29T15:01:37.497" v="21188" actId="20577"/>
        <pc:sldMkLst>
          <pc:docMk/>
          <pc:sldMk cId="3878715192" sldId="256"/>
        </pc:sldMkLst>
      </pc:sldChg>
      <pc:sldChg chg="modSp setBg">
        <pc:chgData name="Hayato Ishida" userId="585fa0fa6384767c" providerId="LiveId" clId="{5D419524-65C8-4F28-8BD3-2E8D1CBD0C60}" dt="2025-06-29T13:54:12.211" v="20359"/>
        <pc:sldMkLst>
          <pc:docMk/>
          <pc:sldMk cId="1023418167" sldId="259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2567433019" sldId="280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3831357621" sldId="285"/>
        </pc:sldMkLst>
      </pc:sldChg>
      <pc:sldChg chg="addSp delSp modSp add del mod setBg">
        <pc:chgData name="Hayato Ishida" userId="585fa0fa6384767c" providerId="LiveId" clId="{5D419524-65C8-4F28-8BD3-2E8D1CBD0C60}" dt="2025-08-31T17:18:44.060" v="21568"/>
        <pc:sldMkLst>
          <pc:docMk/>
          <pc:sldMk cId="155858466" sldId="286"/>
        </pc:sldMkLst>
        <pc:spChg chg="add del mod">
          <ac:chgData name="Hayato Ishida" userId="585fa0fa6384767c" providerId="LiveId" clId="{5D419524-65C8-4F28-8BD3-2E8D1CBD0C60}" dt="2025-08-31T17:18:43.695" v="21567" actId="478"/>
          <ac:spMkLst>
            <pc:docMk/>
            <pc:sldMk cId="155858466" sldId="286"/>
            <ac:spMk id="3" creationId="{2185A47A-BD7D-9EEB-2C76-F36134D810E3}"/>
          </ac:spMkLst>
        </pc:spChg>
        <pc:spChg chg="add mod">
          <ac:chgData name="Hayato Ishida" userId="585fa0fa6384767c" providerId="LiveId" clId="{5D419524-65C8-4F28-8BD3-2E8D1CBD0C60}" dt="2025-08-31T17:18:44.060" v="21568"/>
          <ac:spMkLst>
            <pc:docMk/>
            <pc:sldMk cId="155858466" sldId="286"/>
            <ac:spMk id="4" creationId="{5845DE67-39D4-B0FE-0E00-53ABE45A4291}"/>
          </ac:spMkLst>
        </pc:spChg>
        <pc:spChg chg="del">
          <ac:chgData name="Hayato Ishida" userId="585fa0fa6384767c" providerId="LiveId" clId="{5D419524-65C8-4F28-8BD3-2E8D1CBD0C60}" dt="2025-08-31T17:18:40.861" v="21566" actId="478"/>
          <ac:spMkLst>
            <pc:docMk/>
            <pc:sldMk cId="155858466" sldId="286"/>
            <ac:spMk id="7" creationId="{184EC808-D906-5077-5228-0D571761F91A}"/>
          </ac:spMkLst>
        </pc:spChg>
        <pc:spChg chg="del">
          <ac:chgData name="Hayato Ishida" userId="585fa0fa6384767c" providerId="LiveId" clId="{5D419524-65C8-4F28-8BD3-2E8D1CBD0C60}" dt="2025-08-31T17:18:40.861" v="21566" actId="478"/>
          <ac:spMkLst>
            <pc:docMk/>
            <pc:sldMk cId="155858466" sldId="286"/>
            <ac:spMk id="9" creationId="{3FBACBFC-F2D5-DCBB-A3E8-CB0D46B3B20E}"/>
          </ac:spMkLst>
        </pc:spChg>
        <pc:graphicFrameChg chg="add mod">
          <ac:chgData name="Hayato Ishida" userId="585fa0fa6384767c" providerId="LiveId" clId="{5D419524-65C8-4F28-8BD3-2E8D1CBD0C60}" dt="2025-08-31T17:18:44.060" v="21568"/>
          <ac:graphicFrameMkLst>
            <pc:docMk/>
            <pc:sldMk cId="155858466" sldId="286"/>
            <ac:graphicFrameMk id="5" creationId="{D6ED780F-CA23-3ACC-102C-728A62A44E66}"/>
          </ac:graphicFrameMkLst>
        </pc:graphicFrameChg>
      </pc:sldChg>
      <pc:sldChg chg="addSp delSp modSp add del mod setBg">
        <pc:chgData name="Hayato Ishida" userId="585fa0fa6384767c" providerId="LiveId" clId="{5D419524-65C8-4F28-8BD3-2E8D1CBD0C60}" dt="2025-08-31T17:12:11.141" v="21561"/>
        <pc:sldMkLst>
          <pc:docMk/>
          <pc:sldMk cId="654251065" sldId="287"/>
        </pc:sldMkLst>
        <pc:spChg chg="add del mod">
          <ac:chgData name="Hayato Ishida" userId="585fa0fa6384767c" providerId="LiveId" clId="{5D419524-65C8-4F28-8BD3-2E8D1CBD0C60}" dt="2025-08-31T17:12:10.855" v="21560" actId="478"/>
          <ac:spMkLst>
            <pc:docMk/>
            <pc:sldMk cId="654251065" sldId="287"/>
            <ac:spMk id="3" creationId="{43E9A9AF-116E-1997-4E01-26C05EC7A9CC}"/>
          </ac:spMkLst>
        </pc:spChg>
        <pc:spChg chg="add mod">
          <ac:chgData name="Hayato Ishida" userId="585fa0fa6384767c" providerId="LiveId" clId="{5D419524-65C8-4F28-8BD3-2E8D1CBD0C60}" dt="2025-08-31T17:12:11.141" v="21561"/>
          <ac:spMkLst>
            <pc:docMk/>
            <pc:sldMk cId="654251065" sldId="287"/>
            <ac:spMk id="5" creationId="{CBACAC0E-C6F1-E5F4-A24D-B982549829D6}"/>
          </ac:spMkLst>
        </pc:spChg>
        <pc:spChg chg="del">
          <ac:chgData name="Hayato Ishida" userId="585fa0fa6384767c" providerId="LiveId" clId="{5D419524-65C8-4F28-8BD3-2E8D1CBD0C60}" dt="2025-08-31T17:12:06.781" v="21558" actId="478"/>
          <ac:spMkLst>
            <pc:docMk/>
            <pc:sldMk cId="654251065" sldId="287"/>
            <ac:spMk id="10" creationId="{B48D9C44-D094-D83B-98F5-FB76ADBD8A8D}"/>
          </ac:spMkLst>
        </pc:spChg>
        <pc:picChg chg="add mod">
          <ac:chgData name="Hayato Ishida" userId="585fa0fa6384767c" providerId="LiveId" clId="{5D419524-65C8-4F28-8BD3-2E8D1CBD0C60}" dt="2025-08-31T17:12:11.141" v="21561"/>
          <ac:picMkLst>
            <pc:docMk/>
            <pc:sldMk cId="654251065" sldId="287"/>
            <ac:picMk id="4" creationId="{A018D633-CFC5-86BA-FB35-655CCB343193}"/>
          </ac:picMkLst>
        </pc:picChg>
        <pc:picChg chg="del">
          <ac:chgData name="Hayato Ishida" userId="585fa0fa6384767c" providerId="LiveId" clId="{5D419524-65C8-4F28-8BD3-2E8D1CBD0C60}" dt="2025-08-31T17:12:06.781" v="21558" actId="478"/>
          <ac:picMkLst>
            <pc:docMk/>
            <pc:sldMk cId="654251065" sldId="287"/>
            <ac:picMk id="12" creationId="{BE128227-8099-D961-7B33-BA7B4CD8B81B}"/>
          </ac:picMkLst>
        </pc:picChg>
      </pc:sldChg>
      <pc:sldChg chg="modSp del mod setBg">
        <pc:chgData name="Hayato Ishida" userId="585fa0fa6384767c" providerId="LiveId" clId="{5D419524-65C8-4F28-8BD3-2E8D1CBD0C60}" dt="2025-07-01T03:43:10.535" v="21553" actId="47"/>
        <pc:sldMkLst>
          <pc:docMk/>
          <pc:sldMk cId="3041246571" sldId="295"/>
        </pc:sldMkLst>
      </pc:sldChg>
      <pc:sldChg chg="modSp mod setBg">
        <pc:chgData name="Hayato Ishida" userId="585fa0fa6384767c" providerId="LiveId" clId="{5D419524-65C8-4F28-8BD3-2E8D1CBD0C60}" dt="2025-06-29T13:54:12.211" v="20359"/>
        <pc:sldMkLst>
          <pc:docMk/>
          <pc:sldMk cId="210825285" sldId="311"/>
        </pc:sldMkLst>
      </pc:sldChg>
      <pc:sldChg chg="modSp mod setBg">
        <pc:chgData name="Hayato Ishida" userId="585fa0fa6384767c" providerId="LiveId" clId="{5D419524-65C8-4F28-8BD3-2E8D1CBD0C60}" dt="2025-06-28T05:23:08.040" v="6614"/>
        <pc:sldMkLst>
          <pc:docMk/>
          <pc:sldMk cId="1611154314" sldId="325"/>
        </pc:sldMkLst>
      </pc:sldChg>
      <pc:sldChg chg="modSp mod setBg">
        <pc:chgData name="Hayato Ishida" userId="585fa0fa6384767c" providerId="LiveId" clId="{5D419524-65C8-4F28-8BD3-2E8D1CBD0C60}" dt="2025-06-28T14:41:34.122" v="14704" actId="114"/>
        <pc:sldMkLst>
          <pc:docMk/>
          <pc:sldMk cId="4021934138" sldId="326"/>
        </pc:sldMkLst>
      </pc:sldChg>
      <pc:sldChg chg="modSp mod setBg">
        <pc:chgData name="Hayato Ishida" userId="585fa0fa6384767c" providerId="LiveId" clId="{5D419524-65C8-4F28-8BD3-2E8D1CBD0C60}" dt="2025-06-24T15:16:30.014" v="220" actId="20577"/>
        <pc:sldMkLst>
          <pc:docMk/>
          <pc:sldMk cId="3028957591" sldId="328"/>
        </pc:sldMkLst>
      </pc:sldChg>
      <pc:sldChg chg="addSp delSp modSp mod setBg">
        <pc:chgData name="Hayato Ishida" userId="585fa0fa6384767c" providerId="LiveId" clId="{5D419524-65C8-4F28-8BD3-2E8D1CBD0C60}" dt="2025-06-29T13:56:38.877" v="20442" actId="20577"/>
        <pc:sldMkLst>
          <pc:docMk/>
          <pc:sldMk cId="3715280376" sldId="330"/>
        </pc:sldMkLst>
      </pc:sldChg>
      <pc:sldChg chg="modSp del mod setBg">
        <pc:chgData name="Hayato Ishida" userId="585fa0fa6384767c" providerId="LiveId" clId="{5D419524-65C8-4F28-8BD3-2E8D1CBD0C60}" dt="2025-06-24T15:04:26.455" v="156" actId="47"/>
        <pc:sldMkLst>
          <pc:docMk/>
          <pc:sldMk cId="2302870219" sldId="336"/>
        </pc:sldMkLst>
      </pc:sldChg>
      <pc:sldChg chg="addSp delSp modSp mod setBg">
        <pc:chgData name="Hayato Ishida" userId="585fa0fa6384767c" providerId="LiveId" clId="{5D419524-65C8-4F28-8BD3-2E8D1CBD0C60}" dt="2025-06-29T13:59:40.071" v="20448" actId="14100"/>
        <pc:sldMkLst>
          <pc:docMk/>
          <pc:sldMk cId="1235012594" sldId="354"/>
        </pc:sldMkLst>
      </pc:sldChg>
      <pc:sldChg chg="del setBg">
        <pc:chgData name="Hayato Ishida" userId="585fa0fa6384767c" providerId="LiveId" clId="{5D419524-65C8-4F28-8BD3-2E8D1CBD0C60}" dt="2025-06-24T15:05:31.881" v="165" actId="47"/>
        <pc:sldMkLst>
          <pc:docMk/>
          <pc:sldMk cId="2765164994" sldId="359"/>
        </pc:sldMkLst>
      </pc:sldChg>
      <pc:sldChg chg="del setBg">
        <pc:chgData name="Hayato Ishida" userId="585fa0fa6384767c" providerId="LiveId" clId="{5D419524-65C8-4F28-8BD3-2E8D1CBD0C60}" dt="2025-06-24T15:05:13.555" v="164" actId="47"/>
        <pc:sldMkLst>
          <pc:docMk/>
          <pc:sldMk cId="3787677548" sldId="360"/>
        </pc:sldMkLst>
      </pc:sldChg>
      <pc:sldChg chg="del setBg">
        <pc:chgData name="Hayato Ishida" userId="585fa0fa6384767c" providerId="LiveId" clId="{5D419524-65C8-4F28-8BD3-2E8D1CBD0C60}" dt="2025-06-24T15:07:06.167" v="187" actId="47"/>
        <pc:sldMkLst>
          <pc:docMk/>
          <pc:sldMk cId="2178788038" sldId="385"/>
        </pc:sldMkLst>
      </pc:sldChg>
      <pc:sldChg chg="del setBg">
        <pc:chgData name="Hayato Ishida" userId="585fa0fa6384767c" providerId="LiveId" clId="{5D419524-65C8-4F28-8BD3-2E8D1CBD0C60}" dt="2025-06-24T15:07:06.167" v="187" actId="47"/>
        <pc:sldMkLst>
          <pc:docMk/>
          <pc:sldMk cId="3515477389" sldId="386"/>
        </pc:sldMkLst>
      </pc:sldChg>
      <pc:sldChg chg="addSp delSp modSp add del mod setBg">
        <pc:chgData name="Hayato Ishida" userId="585fa0fa6384767c" providerId="LiveId" clId="{5D419524-65C8-4F28-8BD3-2E8D1CBD0C60}" dt="2025-08-31T17:13:06.887" v="21565"/>
        <pc:sldMkLst>
          <pc:docMk/>
          <pc:sldMk cId="417452178" sldId="387"/>
        </pc:sldMkLst>
        <pc:spChg chg="add del mod">
          <ac:chgData name="Hayato Ishida" userId="585fa0fa6384767c" providerId="LiveId" clId="{5D419524-65C8-4F28-8BD3-2E8D1CBD0C60}" dt="2025-08-31T17:13:06.623" v="21564" actId="478"/>
          <ac:spMkLst>
            <pc:docMk/>
            <pc:sldMk cId="417452178" sldId="387"/>
            <ac:spMk id="3" creationId="{6E1775B1-A699-7587-8956-F4EA64951691}"/>
          </ac:spMkLst>
        </pc:spChg>
        <pc:spChg chg="add del mod">
          <ac:chgData name="Hayato Ishida" userId="585fa0fa6384767c" providerId="LiveId" clId="{5D419524-65C8-4F28-8BD3-2E8D1CBD0C60}" dt="2025-08-31T17:13:06.623" v="21564" actId="478"/>
          <ac:spMkLst>
            <pc:docMk/>
            <pc:sldMk cId="417452178" sldId="387"/>
            <ac:spMk id="5" creationId="{AEC3FC55-D1FF-FD00-2F82-F1145A4966A4}"/>
          </ac:spMkLst>
        </pc:spChg>
        <pc:spChg chg="del mod">
          <ac:chgData name="Hayato Ishida" userId="585fa0fa6384767c" providerId="LiveId" clId="{5D419524-65C8-4F28-8BD3-2E8D1CBD0C60}" dt="2025-08-31T17:13:02.797" v="21563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5D419524-65C8-4F28-8BD3-2E8D1CBD0C60}" dt="2025-08-31T17:13:02.797" v="21563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5D419524-65C8-4F28-8BD3-2E8D1CBD0C60}" dt="2025-08-31T17:13:06.887" v="21565"/>
          <ac:spMkLst>
            <pc:docMk/>
            <pc:sldMk cId="417452178" sldId="387"/>
            <ac:spMk id="9" creationId="{D312291E-C338-E538-D1A2-804CD25EEB67}"/>
          </ac:spMkLst>
        </pc:spChg>
        <pc:spChg chg="add mod">
          <ac:chgData name="Hayato Ishida" userId="585fa0fa6384767c" providerId="LiveId" clId="{5D419524-65C8-4F28-8BD3-2E8D1CBD0C60}" dt="2025-08-31T17:13:06.887" v="21565"/>
          <ac:spMkLst>
            <pc:docMk/>
            <pc:sldMk cId="417452178" sldId="387"/>
            <ac:spMk id="10" creationId="{53141AD9-066E-049C-33AA-0A7532461B83}"/>
          </ac:spMkLst>
        </pc:spChg>
      </pc:sldChg>
      <pc:sldChg chg="add del setBg">
        <pc:chgData name="Hayato Ishida" userId="585fa0fa6384767c" providerId="LiveId" clId="{5D419524-65C8-4F28-8BD3-2E8D1CBD0C60}" dt="2025-08-31T17:08:07.716" v="21557" actId="47"/>
        <pc:sldMkLst>
          <pc:docMk/>
          <pc:sldMk cId="2978262175" sldId="407"/>
        </pc:sldMkLst>
      </pc:sldChg>
      <pc:sldChg chg="modSp mod ord setBg">
        <pc:chgData name="Hayato Ishida" userId="585fa0fa6384767c" providerId="LiveId" clId="{5D419524-65C8-4F28-8BD3-2E8D1CBD0C60}" dt="2025-06-25T15:59:38.948" v="2999" actId="20577"/>
        <pc:sldMkLst>
          <pc:docMk/>
          <pc:sldMk cId="49969104" sldId="408"/>
        </pc:sldMkLst>
      </pc:sldChg>
      <pc:sldChg chg="modSp del mod setBg">
        <pc:chgData name="Hayato Ishida" userId="585fa0fa6384767c" providerId="LiveId" clId="{5D419524-65C8-4F28-8BD3-2E8D1CBD0C60}" dt="2025-06-24T15:08:28.682" v="193" actId="47"/>
        <pc:sldMkLst>
          <pc:docMk/>
          <pc:sldMk cId="4215678456" sldId="409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703579027" sldId="410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576112975" sldId="411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1781721955" sldId="412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953267007" sldId="413"/>
        </pc:sldMkLst>
      </pc:sldChg>
      <pc:sldChg chg="del setBg">
        <pc:chgData name="Hayato Ishida" userId="585fa0fa6384767c" providerId="LiveId" clId="{5D419524-65C8-4F28-8BD3-2E8D1CBD0C60}" dt="2025-06-24T15:05:13.555" v="164" actId="47"/>
        <pc:sldMkLst>
          <pc:docMk/>
          <pc:sldMk cId="1860434170" sldId="418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2399205637" sldId="419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3469241662" sldId="420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2268715453" sldId="421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1117989042" sldId="425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2583572242" sldId="426"/>
        </pc:sldMkLst>
      </pc:sldChg>
      <pc:sldChg chg="modSp mod ord setBg">
        <pc:chgData name="Hayato Ishida" userId="585fa0fa6384767c" providerId="LiveId" clId="{5D419524-65C8-4F28-8BD3-2E8D1CBD0C60}" dt="2025-06-25T15:59:05.318" v="2993"/>
        <pc:sldMkLst>
          <pc:docMk/>
          <pc:sldMk cId="1332852611" sldId="427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3887230368" sldId="428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2484552746" sldId="429"/>
        </pc:sldMkLst>
      </pc:sldChg>
      <pc:sldChg chg="modSp add del mod">
        <pc:chgData name="Hayato Ishida" userId="585fa0fa6384767c" providerId="LiveId" clId="{5D419524-65C8-4F28-8BD3-2E8D1CBD0C60}" dt="2025-06-28T15:14:50.534" v="16314" actId="20577"/>
        <pc:sldMkLst>
          <pc:docMk/>
          <pc:sldMk cId="2442122391" sldId="430"/>
        </pc:sldMkLst>
      </pc:sldChg>
      <pc:sldChg chg="addSp modSp add mod ord">
        <pc:chgData name="Hayato Ishida" userId="585fa0fa6384767c" providerId="LiveId" clId="{5D419524-65C8-4F28-8BD3-2E8D1CBD0C60}" dt="2025-06-28T17:17:09.031" v="20265" actId="14100"/>
        <pc:sldMkLst>
          <pc:docMk/>
          <pc:sldMk cId="735216972" sldId="431"/>
        </pc:sldMkLst>
      </pc:sldChg>
      <pc:sldChg chg="modSp add del mod ord">
        <pc:chgData name="Hayato Ishida" userId="585fa0fa6384767c" providerId="LiveId" clId="{5D419524-65C8-4F28-8BD3-2E8D1CBD0C60}" dt="2025-06-26T14:45:23.362" v="6210" actId="47"/>
        <pc:sldMkLst>
          <pc:docMk/>
          <pc:sldMk cId="1429852999" sldId="432"/>
        </pc:sldMkLst>
      </pc:sldChg>
      <pc:sldChg chg="modSp add mod">
        <pc:chgData name="Hayato Ishida" userId="585fa0fa6384767c" providerId="LiveId" clId="{5D419524-65C8-4F28-8BD3-2E8D1CBD0C60}" dt="2025-06-24T15:17:36.398" v="270" actId="20577"/>
        <pc:sldMkLst>
          <pc:docMk/>
          <pc:sldMk cId="1558825015" sldId="433"/>
        </pc:sldMkLst>
      </pc:sldChg>
      <pc:sldChg chg="addSp delSp modSp add mod">
        <pc:chgData name="Hayato Ishida" userId="585fa0fa6384767c" providerId="LiveId" clId="{5D419524-65C8-4F28-8BD3-2E8D1CBD0C60}" dt="2025-06-25T14:03:34.809" v="422" actId="14100"/>
        <pc:sldMkLst>
          <pc:docMk/>
          <pc:sldMk cId="2842509506" sldId="434"/>
        </pc:sldMkLst>
      </pc:sldChg>
      <pc:sldChg chg="delSp modSp add mod">
        <pc:chgData name="Hayato Ishida" userId="585fa0fa6384767c" providerId="LiveId" clId="{5D419524-65C8-4F28-8BD3-2E8D1CBD0C60}" dt="2025-06-28T08:20:00.242" v="12705" actId="404"/>
        <pc:sldMkLst>
          <pc:docMk/>
          <pc:sldMk cId="589439606" sldId="435"/>
        </pc:sldMkLst>
      </pc:sldChg>
      <pc:sldChg chg="addSp delSp modSp add mod">
        <pc:chgData name="Hayato Ishida" userId="585fa0fa6384767c" providerId="LiveId" clId="{5D419524-65C8-4F28-8BD3-2E8D1CBD0C60}" dt="2025-06-28T05:23:08.040" v="6614"/>
        <pc:sldMkLst>
          <pc:docMk/>
          <pc:sldMk cId="3025684032" sldId="436"/>
        </pc:sldMkLst>
      </pc:sldChg>
      <pc:sldChg chg="addSp delSp modSp add mod">
        <pc:chgData name="Hayato Ishida" userId="585fa0fa6384767c" providerId="LiveId" clId="{5D419524-65C8-4F28-8BD3-2E8D1CBD0C60}" dt="2025-06-28T17:14:51.971" v="20257" actId="114"/>
        <pc:sldMkLst>
          <pc:docMk/>
          <pc:sldMk cId="903258365" sldId="437"/>
        </pc:sldMkLst>
      </pc:sldChg>
      <pc:sldChg chg="addSp delSp modSp add del mod">
        <pc:chgData name="Hayato Ishida" userId="585fa0fa6384767c" providerId="LiveId" clId="{5D419524-65C8-4F28-8BD3-2E8D1CBD0C60}" dt="2025-06-28T13:37:38.061" v="13424" actId="47"/>
        <pc:sldMkLst>
          <pc:docMk/>
          <pc:sldMk cId="186593567" sldId="438"/>
        </pc:sldMkLst>
      </pc:sldChg>
      <pc:sldChg chg="addSp modSp add mod">
        <pc:chgData name="Hayato Ishida" userId="585fa0fa6384767c" providerId="LiveId" clId="{5D419524-65C8-4F28-8BD3-2E8D1CBD0C60}" dt="2025-06-29T13:57:26.897" v="20445" actId="14100"/>
        <pc:sldMkLst>
          <pc:docMk/>
          <pc:sldMk cId="1280351370" sldId="439"/>
        </pc:sldMkLst>
      </pc:sldChg>
      <pc:sldChg chg="add del">
        <pc:chgData name="Hayato Ishida" userId="585fa0fa6384767c" providerId="LiveId" clId="{5D419524-65C8-4F28-8BD3-2E8D1CBD0C60}" dt="2025-06-26T14:21:10.143" v="4737" actId="47"/>
        <pc:sldMkLst>
          <pc:docMk/>
          <pc:sldMk cId="780459303" sldId="440"/>
        </pc:sldMkLst>
      </pc:sldChg>
      <pc:sldChg chg="modSp add mod">
        <pc:chgData name="Hayato Ishida" userId="585fa0fa6384767c" providerId="LiveId" clId="{5D419524-65C8-4F28-8BD3-2E8D1CBD0C60}" dt="2025-06-28T05:20:44.114" v="6612" actId="20577"/>
        <pc:sldMkLst>
          <pc:docMk/>
          <pc:sldMk cId="1759743076" sldId="440"/>
        </pc:sldMkLst>
      </pc:sldChg>
      <pc:sldChg chg="addSp modSp add mod">
        <pc:chgData name="Hayato Ishida" userId="585fa0fa6384767c" providerId="LiveId" clId="{5D419524-65C8-4F28-8BD3-2E8D1CBD0C60}" dt="2025-06-30T03:19:56.011" v="21199" actId="20577"/>
        <pc:sldMkLst>
          <pc:docMk/>
          <pc:sldMk cId="3002010193" sldId="441"/>
        </pc:sldMkLst>
      </pc:sldChg>
      <pc:sldChg chg="addSp modSp add mod">
        <pc:chgData name="Hayato Ishida" userId="585fa0fa6384767c" providerId="LiveId" clId="{5D419524-65C8-4F28-8BD3-2E8D1CBD0C60}" dt="2025-06-30T03:25:42.487" v="21263" actId="14100"/>
        <pc:sldMkLst>
          <pc:docMk/>
          <pc:sldMk cId="1205255371" sldId="442"/>
        </pc:sldMkLst>
      </pc:sldChg>
      <pc:sldChg chg="add del">
        <pc:chgData name="Hayato Ishida" userId="585fa0fa6384767c" providerId="LiveId" clId="{5D419524-65C8-4F28-8BD3-2E8D1CBD0C60}" dt="2025-06-28T05:45:48.109" v="7801" actId="47"/>
        <pc:sldMkLst>
          <pc:docMk/>
          <pc:sldMk cId="4227195170" sldId="442"/>
        </pc:sldMkLst>
      </pc:sldChg>
      <pc:sldChg chg="add del">
        <pc:chgData name="Hayato Ishida" userId="585fa0fa6384767c" providerId="LiveId" clId="{5D419524-65C8-4F28-8BD3-2E8D1CBD0C60}" dt="2025-06-28T05:45:48.109" v="7801" actId="47"/>
        <pc:sldMkLst>
          <pc:docMk/>
          <pc:sldMk cId="1025499803" sldId="443"/>
        </pc:sldMkLst>
      </pc:sldChg>
      <pc:sldChg chg="addSp delSp modSp add mod">
        <pc:chgData name="Hayato Ishida" userId="585fa0fa6384767c" providerId="LiveId" clId="{5D419524-65C8-4F28-8BD3-2E8D1CBD0C60}" dt="2025-06-28T09:22:09.273" v="13374"/>
        <pc:sldMkLst>
          <pc:docMk/>
          <pc:sldMk cId="1754716110" sldId="443"/>
        </pc:sldMkLst>
      </pc:sldChg>
      <pc:sldChg chg="addSp modSp add mod">
        <pc:chgData name="Hayato Ishida" userId="585fa0fa6384767c" providerId="LiveId" clId="{5D419524-65C8-4F28-8BD3-2E8D1CBD0C60}" dt="2025-06-30T03:25:22.678" v="21260" actId="14100"/>
        <pc:sldMkLst>
          <pc:docMk/>
          <pc:sldMk cId="2348388371" sldId="444"/>
        </pc:sldMkLst>
      </pc:sldChg>
      <pc:sldChg chg="modSp add del mod">
        <pc:chgData name="Hayato Ishida" userId="585fa0fa6384767c" providerId="LiveId" clId="{5D419524-65C8-4F28-8BD3-2E8D1CBD0C60}" dt="2025-06-28T08:19:24.122" v="12703" actId="47"/>
        <pc:sldMkLst>
          <pc:docMk/>
          <pc:sldMk cId="960572549" sldId="445"/>
        </pc:sldMkLst>
      </pc:sldChg>
      <pc:sldChg chg="modSp add mod ord">
        <pc:chgData name="Hayato Ishida" userId="585fa0fa6384767c" providerId="LiveId" clId="{5D419524-65C8-4F28-8BD3-2E8D1CBD0C60}" dt="2025-06-28T14:07:06.074" v="13715" actId="20577"/>
        <pc:sldMkLst>
          <pc:docMk/>
          <pc:sldMk cId="91629828" sldId="446"/>
        </pc:sldMkLst>
      </pc:sldChg>
      <pc:sldChg chg="modSp add mod">
        <pc:chgData name="Hayato Ishida" userId="585fa0fa6384767c" providerId="LiveId" clId="{5D419524-65C8-4F28-8BD3-2E8D1CBD0C60}" dt="2025-06-29T15:01:00.437" v="21184" actId="404"/>
        <pc:sldMkLst>
          <pc:docMk/>
          <pc:sldMk cId="4133415055" sldId="447"/>
        </pc:sldMkLst>
      </pc:sldChg>
      <pc:sldChg chg="modSp add del mod">
        <pc:chgData name="Hayato Ishida" userId="585fa0fa6384767c" providerId="LiveId" clId="{5D419524-65C8-4F28-8BD3-2E8D1CBD0C60}" dt="2025-06-28T16:12:45.714" v="17880" actId="47"/>
        <pc:sldMkLst>
          <pc:docMk/>
          <pc:sldMk cId="2654737343" sldId="448"/>
        </pc:sldMkLst>
      </pc:sldChg>
      <pc:sldChg chg="modSp add mod">
        <pc:chgData name="Hayato Ishida" userId="585fa0fa6384767c" providerId="LiveId" clId="{5D419524-65C8-4F28-8BD3-2E8D1CBD0C60}" dt="2025-06-30T03:28:54.744" v="21547" actId="113"/>
        <pc:sldMkLst>
          <pc:docMk/>
          <pc:sldMk cId="576787771" sldId="449"/>
        </pc:sldMkLst>
      </pc:sldChg>
      <pc:sldChg chg="modSp add mod">
        <pc:chgData name="Hayato Ishida" userId="585fa0fa6384767c" providerId="LiveId" clId="{5D419524-65C8-4F28-8BD3-2E8D1CBD0C60}" dt="2025-06-29T14:20:01.743" v="20739" actId="113"/>
        <pc:sldMkLst>
          <pc:docMk/>
          <pc:sldMk cId="3747225069" sldId="450"/>
        </pc:sldMkLst>
      </pc:sldChg>
      <pc:sldChg chg="modSp add del mod">
        <pc:chgData name="Hayato Ishida" userId="585fa0fa6384767c" providerId="LiveId" clId="{5D419524-65C8-4F28-8BD3-2E8D1CBD0C60}" dt="2025-06-29T14:20:26.755" v="20741" actId="47"/>
        <pc:sldMkLst>
          <pc:docMk/>
          <pc:sldMk cId="1447086096" sldId="451"/>
        </pc:sldMkLst>
      </pc:sldChg>
      <pc:sldChg chg="addSp delSp modSp add mod">
        <pc:chgData name="Hayato Ishida" userId="585fa0fa6384767c" providerId="LiveId" clId="{5D419524-65C8-4F28-8BD3-2E8D1CBD0C60}" dt="2025-06-30T04:25:39.423" v="21552" actId="20577"/>
        <pc:sldMkLst>
          <pc:docMk/>
          <pc:sldMk cId="1374770868" sldId="452"/>
        </pc:sldMkLst>
      </pc:sldChg>
      <pc:sldChg chg="modSp add mod">
        <pc:chgData name="Hayato Ishida" userId="585fa0fa6384767c" providerId="LiveId" clId="{5D419524-65C8-4F28-8BD3-2E8D1CBD0C60}" dt="2025-06-28T17:23:12.659" v="20355" actId="20577"/>
        <pc:sldMkLst>
          <pc:docMk/>
          <pc:sldMk cId="3329932923" sldId="453"/>
        </pc:sldMkLst>
      </pc:sldChg>
      <pc:sldChg chg="modSp add mod">
        <pc:chgData name="Hayato Ishida" userId="585fa0fa6384767c" providerId="LiveId" clId="{5D419524-65C8-4F28-8BD3-2E8D1CBD0C60}" dt="2025-06-29T14:47:45.703" v="20914" actId="20577"/>
        <pc:sldMkLst>
          <pc:docMk/>
          <pc:sldMk cId="3084329338" sldId="454"/>
        </pc:sldMkLst>
      </pc:sldChg>
      <pc:sldChg chg="modSp add mod">
        <pc:chgData name="Hayato Ishida" userId="585fa0fa6384767c" providerId="LiveId" clId="{5D419524-65C8-4F28-8BD3-2E8D1CBD0C60}" dt="2025-06-29T14:21:42.134" v="20795" actId="20577"/>
        <pc:sldMkLst>
          <pc:docMk/>
          <pc:sldMk cId="578933917" sldId="455"/>
        </pc:sldMkLst>
      </pc:sldChg>
      <pc:sldChg chg="addSp delSp modSp add mod">
        <pc:chgData name="Hayato Ishida" userId="585fa0fa6384767c" providerId="LiveId" clId="{5D419524-65C8-4F28-8BD3-2E8D1CBD0C60}" dt="2025-08-31T17:18:58.509" v="21571"/>
        <pc:sldMkLst>
          <pc:docMk/>
          <pc:sldMk cId="971119024" sldId="456"/>
        </pc:sldMkLst>
        <pc:graphicFrameChg chg="add mod">
          <ac:chgData name="Hayato Ishida" userId="585fa0fa6384767c" providerId="LiveId" clId="{5D419524-65C8-4F28-8BD3-2E8D1CBD0C60}" dt="2025-08-31T17:18:58.509" v="21571"/>
          <ac:graphicFrameMkLst>
            <pc:docMk/>
            <pc:sldMk cId="971119024" sldId="456"/>
            <ac:graphicFrameMk id="2" creationId="{032B0446-5F80-6D8C-327C-EA250CFBCBAB}"/>
          </ac:graphicFrameMkLst>
        </pc:graphicFrameChg>
        <pc:graphicFrameChg chg="del">
          <ac:chgData name="Hayato Ishida" userId="585fa0fa6384767c" providerId="LiveId" clId="{5D419524-65C8-4F28-8BD3-2E8D1CBD0C60}" dt="2025-08-31T17:18:50.988" v="21570" actId="478"/>
          <ac:graphicFrameMkLst>
            <pc:docMk/>
            <pc:sldMk cId="971119024" sldId="456"/>
            <ac:graphicFrameMk id="5" creationId="{4C61D5EE-EC71-866E-5693-644659A09142}"/>
          </ac:graphicFrameMkLst>
        </pc:graphicFrameChg>
      </pc:sldChg>
      <pc:sldChg chg="add del">
        <pc:chgData name="Hayato Ishida" userId="585fa0fa6384767c" providerId="LiveId" clId="{5D419524-65C8-4F28-8BD3-2E8D1CBD0C60}" dt="2025-08-31T17:08:02.354" v="21556"/>
        <pc:sldMkLst>
          <pc:docMk/>
          <pc:sldMk cId="3038593975" sldId="461"/>
        </pc:sldMkLst>
      </pc:sldChg>
    </pc:docChg>
  </pc:docChgLst>
  <pc:docChgLst>
    <pc:chgData name="Hayato Ishida" userId="585fa0fa6384767c" providerId="LiveId" clId="{FA9DF2DE-C912-4469-82AE-460197A0ED6C}"/>
    <pc:docChg chg="custSel modSld">
      <pc:chgData name="Hayato Ishida" userId="585fa0fa6384767c" providerId="LiveId" clId="{FA9DF2DE-C912-4469-82AE-460197A0ED6C}" dt="2025-05-03T11:40:54.618" v="8"/>
      <pc:docMkLst>
        <pc:docMk/>
      </pc:docMkLst>
      <pc:sldChg chg="addSp delSp modSp mod">
        <pc:chgData name="Hayato Ishida" userId="585fa0fa6384767c" providerId="LiveId" clId="{FA9DF2DE-C912-4469-82AE-460197A0ED6C}" dt="2025-05-03T11:40:54.618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FA9DF2DE-C912-4469-82AE-460197A0ED6C}" dt="2025-05-03T11:38:23.310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FA9DF2DE-C912-4469-82AE-460197A0ED6C}" dt="2025-05-03T11:37:44.549" v="6"/>
        <pc:sldMkLst>
          <pc:docMk/>
          <pc:sldMk cId="654251065" sldId="28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44A6FF-6CD0-4509-9AC2-DC76F4CB715A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BCBF355-3B73-45DD-9FB5-B9CB140C1E69}">
      <dgm:prSet phldrT="[Text]" custT="1"/>
      <dgm:spPr>
        <a:solidFill>
          <a:schemeClr val="accent1">
            <a:alpha val="50000"/>
          </a:schemeClr>
        </a:solidFill>
      </dgm:spPr>
      <dgm:t>
        <a:bodyPr/>
        <a:lstStyle/>
        <a:p>
          <a:r>
            <a:rPr lang="en-GB" altLang="ja-JP" sz="1600" b="1" dirty="0"/>
            <a:t>The Vocabulary A</a:t>
          </a:r>
          <a:endParaRPr lang="en-GB" sz="1600" b="1" dirty="0"/>
        </a:p>
      </dgm:t>
    </dgm:pt>
    <dgm:pt modelId="{F3B7436A-2236-4EF5-9F5E-49BEA21D2F8B}" type="parTrans" cxnId="{E95153B7-D010-4214-A25B-3472D0A279C0}">
      <dgm:prSet/>
      <dgm:spPr/>
      <dgm:t>
        <a:bodyPr/>
        <a:lstStyle/>
        <a:p>
          <a:endParaRPr lang="en-GB"/>
        </a:p>
      </dgm:t>
    </dgm:pt>
    <dgm:pt modelId="{250538C2-CAAC-4735-8664-89454101D08A}" type="sibTrans" cxnId="{E95153B7-D010-4214-A25B-3472D0A279C0}">
      <dgm:prSet/>
      <dgm:spPr/>
      <dgm:t>
        <a:bodyPr/>
        <a:lstStyle/>
        <a:p>
          <a:endParaRPr lang="en-GB"/>
        </a:p>
      </dgm:t>
    </dgm:pt>
    <dgm:pt modelId="{488AF57A-C1E0-49BC-88A1-9FDE0C573D57}">
      <dgm:prSet phldrT="[Text]" custT="1"/>
      <dgm:spPr>
        <a:solidFill>
          <a:schemeClr val="accent2">
            <a:alpha val="50000"/>
          </a:schemeClr>
        </a:solidFill>
      </dgm:spPr>
      <dgm:t>
        <a:bodyPr/>
        <a:lstStyle/>
        <a:p>
          <a:r>
            <a:rPr lang="en-GB" altLang="ja-JP" sz="1600" b="1" dirty="0"/>
            <a:t>The Vocabulary B</a:t>
          </a:r>
          <a:endParaRPr lang="en-GB" sz="1600" b="1" dirty="0"/>
        </a:p>
      </dgm:t>
    </dgm:pt>
    <dgm:pt modelId="{E3296C82-985F-4EED-A556-2D1BB1EEEFBB}" type="parTrans" cxnId="{0CB8A08D-4C5A-4E46-AB48-3ACD73E3ACA7}">
      <dgm:prSet/>
      <dgm:spPr/>
      <dgm:t>
        <a:bodyPr/>
        <a:lstStyle/>
        <a:p>
          <a:endParaRPr lang="en-GB"/>
        </a:p>
      </dgm:t>
    </dgm:pt>
    <dgm:pt modelId="{6E691DD8-1BEA-478C-8301-70F8A676E8B5}" type="sibTrans" cxnId="{0CB8A08D-4C5A-4E46-AB48-3ACD73E3ACA7}">
      <dgm:prSet/>
      <dgm:spPr/>
      <dgm:t>
        <a:bodyPr/>
        <a:lstStyle/>
        <a:p>
          <a:endParaRPr lang="en-GB"/>
        </a:p>
      </dgm:t>
    </dgm:pt>
    <dgm:pt modelId="{6F647C73-D99A-4C7B-AA82-68DF5BB1B4B2}" type="pres">
      <dgm:prSet presAssocID="{EA44A6FF-6CD0-4509-9AC2-DC76F4CB715A}" presName="Name0" presStyleCnt="0">
        <dgm:presLayoutVars>
          <dgm:dir/>
          <dgm:resizeHandles val="exact"/>
        </dgm:presLayoutVars>
      </dgm:prSet>
      <dgm:spPr/>
    </dgm:pt>
    <dgm:pt modelId="{956FCD88-FAEE-47A1-99E2-0AFA54B5EBA6}" type="pres">
      <dgm:prSet presAssocID="{0BCBF355-3B73-45DD-9FB5-B9CB140C1E69}" presName="Name5" presStyleLbl="vennNode1" presStyleIdx="0" presStyleCnt="2" custLinFactNeighborX="-2697" custLinFactNeighborY="-12045">
        <dgm:presLayoutVars>
          <dgm:bulletEnabled val="1"/>
        </dgm:presLayoutVars>
      </dgm:prSet>
      <dgm:spPr/>
    </dgm:pt>
    <dgm:pt modelId="{C45BDBE7-71D5-456A-B20C-40A17401FCEE}" type="pres">
      <dgm:prSet presAssocID="{250538C2-CAAC-4735-8664-89454101D08A}" presName="space" presStyleCnt="0"/>
      <dgm:spPr/>
    </dgm:pt>
    <dgm:pt modelId="{4CFCC12C-0257-432F-8E20-81E1611850CD}" type="pres">
      <dgm:prSet presAssocID="{488AF57A-C1E0-49BC-88A1-9FDE0C573D57}" presName="Name5" presStyleLbl="vennNode1" presStyleIdx="1" presStyleCnt="2" custLinFactNeighborX="-2697" custLinFactNeighborY="-12045">
        <dgm:presLayoutVars>
          <dgm:bulletEnabled val="1"/>
        </dgm:presLayoutVars>
      </dgm:prSet>
      <dgm:spPr/>
    </dgm:pt>
  </dgm:ptLst>
  <dgm:cxnLst>
    <dgm:cxn modelId="{53AF4C1B-A8C6-4FA3-98DF-047EF8DC557F}" type="presOf" srcId="{0BCBF355-3B73-45DD-9FB5-B9CB140C1E69}" destId="{956FCD88-FAEE-47A1-99E2-0AFA54B5EBA6}" srcOrd="0" destOrd="0" presId="urn:microsoft.com/office/officeart/2005/8/layout/venn3"/>
    <dgm:cxn modelId="{1D6C1C7E-D22A-49BE-9A56-2C803F10A3A6}" type="presOf" srcId="{488AF57A-C1E0-49BC-88A1-9FDE0C573D57}" destId="{4CFCC12C-0257-432F-8E20-81E1611850CD}" srcOrd="0" destOrd="0" presId="urn:microsoft.com/office/officeart/2005/8/layout/venn3"/>
    <dgm:cxn modelId="{0CB8A08D-4C5A-4E46-AB48-3ACD73E3ACA7}" srcId="{EA44A6FF-6CD0-4509-9AC2-DC76F4CB715A}" destId="{488AF57A-C1E0-49BC-88A1-9FDE0C573D57}" srcOrd="1" destOrd="0" parTransId="{E3296C82-985F-4EED-A556-2D1BB1EEEFBB}" sibTransId="{6E691DD8-1BEA-478C-8301-70F8A676E8B5}"/>
    <dgm:cxn modelId="{E95153B7-D010-4214-A25B-3472D0A279C0}" srcId="{EA44A6FF-6CD0-4509-9AC2-DC76F4CB715A}" destId="{0BCBF355-3B73-45DD-9FB5-B9CB140C1E69}" srcOrd="0" destOrd="0" parTransId="{F3B7436A-2236-4EF5-9F5E-49BEA21D2F8B}" sibTransId="{250538C2-CAAC-4735-8664-89454101D08A}"/>
    <dgm:cxn modelId="{FF2802D0-8CBD-4C3C-9057-E6EAE3C5CC32}" type="presOf" srcId="{EA44A6FF-6CD0-4509-9AC2-DC76F4CB715A}" destId="{6F647C73-D99A-4C7B-AA82-68DF5BB1B4B2}" srcOrd="0" destOrd="0" presId="urn:microsoft.com/office/officeart/2005/8/layout/venn3"/>
    <dgm:cxn modelId="{44B056B7-F946-4864-AEF3-35AA3BF101C2}" type="presParOf" srcId="{6F647C73-D99A-4C7B-AA82-68DF5BB1B4B2}" destId="{956FCD88-FAEE-47A1-99E2-0AFA54B5EBA6}" srcOrd="0" destOrd="0" presId="urn:microsoft.com/office/officeart/2005/8/layout/venn3"/>
    <dgm:cxn modelId="{878C41C2-84CD-44D3-A6E3-41C77244DE4B}" type="presParOf" srcId="{6F647C73-D99A-4C7B-AA82-68DF5BB1B4B2}" destId="{C45BDBE7-71D5-456A-B20C-40A17401FCEE}" srcOrd="1" destOrd="0" presId="urn:microsoft.com/office/officeart/2005/8/layout/venn3"/>
    <dgm:cxn modelId="{C24BF76A-506D-44B7-9638-EEF5BD446509}" type="presParOf" srcId="{6F647C73-D99A-4C7B-AA82-68DF5BB1B4B2}" destId="{4CFCC12C-0257-432F-8E20-81E1611850CD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FCD88-FAEE-47A1-99E2-0AFA54B5EBA6}">
      <dsp:nvSpPr>
        <dsp:cNvPr id="0" name=""/>
        <dsp:cNvSpPr/>
      </dsp:nvSpPr>
      <dsp:spPr>
        <a:xfrm>
          <a:off x="0" y="0"/>
          <a:ext cx="2333226" cy="2333226"/>
        </a:xfrm>
        <a:prstGeom prst="ellipse">
          <a:avLst/>
        </a:prstGeom>
        <a:solidFill>
          <a:schemeClr val="accent1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405" tIns="20320" rIns="128405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ja-JP" sz="1600" b="1" kern="1200" dirty="0"/>
            <a:t>The Vocabulary A</a:t>
          </a:r>
          <a:endParaRPr lang="en-GB" sz="1600" b="1" kern="1200" dirty="0"/>
        </a:p>
      </dsp:txBody>
      <dsp:txXfrm>
        <a:off x="341693" y="341693"/>
        <a:ext cx="1649840" cy="1649840"/>
      </dsp:txXfrm>
    </dsp:sp>
    <dsp:sp modelId="{4CFCC12C-0257-432F-8E20-81E1611850CD}">
      <dsp:nvSpPr>
        <dsp:cNvPr id="0" name=""/>
        <dsp:cNvSpPr/>
      </dsp:nvSpPr>
      <dsp:spPr>
        <a:xfrm>
          <a:off x="1857281" y="0"/>
          <a:ext cx="2333226" cy="2333226"/>
        </a:xfrm>
        <a:prstGeom prst="ellipse">
          <a:avLst/>
        </a:prstGeom>
        <a:solidFill>
          <a:schemeClr val="accent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8405" tIns="20320" rIns="128405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ja-JP" sz="1600" b="1" kern="1200" dirty="0"/>
            <a:t>The Vocabulary B</a:t>
          </a:r>
          <a:endParaRPr lang="en-GB" sz="1600" b="1" kern="1200" dirty="0"/>
        </a:p>
      </dsp:txBody>
      <dsp:txXfrm>
        <a:off x="2198974" y="341693"/>
        <a:ext cx="1649840" cy="1649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DN1G9-philosophy-of-static-typing-ruby-vs-typescrip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9.xml"/><Relationship Id="rId7" Type="http://schemas.openxmlformats.org/officeDocument/2006/relationships/slide" Target="slid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1.xml"/><Relationship Id="rId9" Type="http://schemas.openxmlformats.org/officeDocument/2006/relationships/slide" Target="slide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oFvP4W3Ox8uiGXsWa3ibyDga1cpLguVZhwCjpD46hFU/edit?slide=id.g3389fccf211_0_100#slide=id.g3389fccf211_0_10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villains.fandom.com/wiki/INGSO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villains.fandom.com/wiki/Big_Brother_(Nineteen_Eighty-Four)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economy-of-effor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3-english-vocabulary-1-compounds-derivatives-load-words?slide=1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grammar.ucsd.edu/courses/lign150/analogy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3-english-vocabulary-1-compounds-derivatives-load-words?slide=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villains.fandom.com/wiki/INGSOC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7.xml"/><Relationship Id="rId4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&#12503;&#12525;&#12464;&#12521;&#12510;&#12364;&#30693;&#12427;&#12409;&#12365;97&#12398;&#12371;&#12392;.com/&#12456;&#12483;&#12475;&#12452;/&#21517;&#21069;&#37325;&#35201;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/road-to-ruby-for-a-linguistics-nerd?slide=25" TargetMode="External"/><Relationship Id="rId5" Type="http://schemas.openxmlformats.org/officeDocument/2006/relationships/hyperlink" Target="https://97-things-every-x-should-know.gitbook.io/97-things-every-programmer-should-know/en" TargetMode="External"/><Relationship Id="rId4" Type="http://schemas.openxmlformats.org/officeDocument/2006/relationships/hyperlink" Target="https://&#12503;&#12525;&#12464;&#12521;&#12510;&#12364;&#30693;&#12427;&#12409;&#12365;97&#12398;&#12371;&#12392;.com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speakerdeck.com/hayat01sh1da/road-to-ruby-for-a-linguistics-nerd?slide=25" TargetMode="External"/><Relationship Id="rId3" Type="http://schemas.openxmlformats.org/officeDocument/2006/relationships/hyperlink" Target="https://docs.google.com/presentation/d/1oFvP4W3Ox8uiGXsWa3ibyDga1cpLguVZhwCjpD46hFU/edit?slide=id.g112e5bc9415_0_27#slide=id.g112e5bc9415_0_27" TargetMode="External"/><Relationship Id="rId7" Type="http://schemas.openxmlformats.org/officeDocument/2006/relationships/hyperlink" Target="https://speakerdeck.com/hayat01sh1da/dive-deeper-into-presentday-english-vol3-english-vocabulary-1-compounds-derivatives-load-words?slide=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&#12503;&#12525;&#12464;&#12521;&#12510;&#12364;&#30693;&#12427;&#12409;&#12365;97&#12398;&#12371;&#12392;.com/&#12456;&#12483;&#12475;&#12452;/&#21517;&#21069;&#37325;&#35201;/" TargetMode="External"/><Relationship Id="rId5" Type="http://schemas.openxmlformats.org/officeDocument/2006/relationships/hyperlink" Target="http://grammar.ucsd.edu/courses/lign150/analogy.pdf" TargetMode="External"/><Relationship Id="rId4" Type="http://schemas.openxmlformats.org/officeDocument/2006/relationships/hyperlink" Target="https://villains.fandom.com/wiki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High-Level Programming Languages in AI Era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-In Terms of Human Thought and Mind-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</a:t>
            </a:r>
            <a:r>
              <a:rPr lang="en-GB" altLang="ja-JP" sz="2000" b="1"/>
              <a:t>: 30 </a:t>
            </a:r>
            <a:r>
              <a:rPr lang="en-GB" altLang="ja-JP" sz="2000" b="1" dirty="0"/>
              <a:t>June 2025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F05E3316-6090-3F18-42CA-4342AED8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94D6CD88-BD22-7C4A-7749-B29AF63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8D633-CFC5-86BA-FB35-655CCB343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BACAC0E-C6F1-E5F4-A24D-B98254982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312291E-C338-E538-D1A2-804CD25E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53141AD9-066E-049C-33AA-0A7532461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D3D173B-9FE7-CDED-DEFC-CD250D69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845DE67-39D4-B0FE-0E00-53ABE45A4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ED780F-CA23-3ACC-102C-728A62A44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3594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9F302-4CD8-D92A-1AF8-54F4B5E3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82DDE996-9056-B1FB-09EB-D2443D11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64B2AC38-CFBE-6C6B-BDDF-A7E24849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2B0446-5F80-6D8C-327C-EA250CFBC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625564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11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009F6FB-E885-6B07-B9FB-C62DF5BB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7CCB782C-2A7E-554D-4BC8-BD7ACE95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908638B-F115-782F-8F47-76A71599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>
                <a:sym typeface="Arial"/>
                <a:hlinkClick r:id="rId3" action="ppaction://hlinksldjump"/>
              </a:rPr>
              <a:t>Let's Think about...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The Book I would Like to Introduce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High-Level Programming Languages in AI Era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 of The Worldview of The Book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Newspeak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Why </a:t>
            </a:r>
            <a:r>
              <a:rPr lang="en-GB" altLang="ja-JP" sz="2400" i="1" dirty="0">
                <a:sym typeface="Arial"/>
                <a:hlinkClick r:id="rId8" action="ppaction://hlinksldjump"/>
              </a:rPr>
              <a:t>Nineteen Eighty-Four</a:t>
            </a:r>
            <a:r>
              <a:rPr lang="en-GB" altLang="ja-JP" sz="2400" dirty="0">
                <a:sym typeface="Arial"/>
                <a:hlinkClick r:id="rId8" action="ppaction://hlinksldjump"/>
              </a:rPr>
              <a:t>?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>
                <a:latin typeface="Calibri (Headings)"/>
              </a:rPr>
              <a:t>. </a:t>
            </a:r>
            <a:r>
              <a:rPr lang="en-GB" altLang="ja-JP" b="1">
                <a:latin typeface="Calibri (Headings)"/>
                <a:sym typeface="Arial"/>
              </a:rPr>
              <a:t>Let's Think about...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Let's Think about...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9F042BC-2903-5846-C37D-DDA67BB8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2384" marR="5080" lvl="0" indent="0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 given the reality that AI </a:t>
            </a: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evolution is still in progress and high-level interface is still in need, the question is…</a:t>
            </a:r>
            <a:endParaRPr kumimoji="0" lang="en-GB" sz="240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2384" marR="5080" lvl="0" indent="0" algn="ctr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b="1" kern="0" spc="-1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2384" marR="5080" lvl="0" indent="0" algn="ctr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b="1" kern="0" spc="-1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2384" marR="5080" lvl="0" indent="0" algn="ctr">
              <a:lnSpc>
                <a:spcPts val="3030"/>
              </a:lnSpc>
              <a:spcBef>
                <a:spcPts val="470"/>
              </a:spcBef>
              <a:buNone/>
              <a:defRPr/>
            </a:pPr>
            <a:r>
              <a:rPr lang="en-GB" sz="4000" b="1" kern="0" spc="-10" dirty="0">
                <a:solidFill>
                  <a:prstClr val="black"/>
                </a:solidFill>
                <a:latin typeface="Calibri"/>
                <a:cs typeface="Calibri"/>
              </a:rPr>
              <a:t>"What do we use high-level programming languages for in this highly advanced AI era?"</a:t>
            </a: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9C8C7-830A-8342-D56D-776768A5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270FA-54C3-4B2B-19DD-6737B9E9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2. The Book I would Like to Introduce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D5BBFA-A12D-31FD-4127-821B070E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82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72BF0-C8F0-1870-CE60-007964CD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12C0E-D493-4A4F-62DB-CAF58C87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2. The Book I would Like to Introduce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C13EA6-DA77-8681-5CA8-4C8B8414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3B8B63-8B18-28AE-896E-10C859F36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05" y="1825624"/>
            <a:ext cx="2510256" cy="376538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B763EB-C77F-6BA8-9DBD-021541B8E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06" y="1821853"/>
            <a:ext cx="2510256" cy="3769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AE0C2F-CD6D-B825-831A-64BFEB7B80E8}"/>
              </a:ext>
            </a:extLst>
          </p:cNvPr>
          <p:cNvSpPr txBox="1"/>
          <p:nvPr/>
        </p:nvSpPr>
        <p:spPr>
          <a:xfrm>
            <a:off x="3279123" y="5589461"/>
            <a:ext cx="181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English Edition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B2919-0616-5353-A339-6FADE214275E}"/>
              </a:ext>
            </a:extLst>
          </p:cNvPr>
          <p:cNvSpPr txBox="1"/>
          <p:nvPr/>
        </p:nvSpPr>
        <p:spPr>
          <a:xfrm>
            <a:off x="6962863" y="5585728"/>
            <a:ext cx="1954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Japanese Edition</a:t>
            </a:r>
          </a:p>
        </p:txBody>
      </p:sp>
    </p:spTree>
    <p:extLst>
      <p:ext uri="{BB962C8B-B14F-4D97-AF65-F5344CB8AC3E}">
        <p14:creationId xmlns:p14="http://schemas.microsoft.com/office/powerpoint/2010/main" val="2842509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High-Level Programming Languages in AI Era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96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C0DFC-0E5F-EDA1-20D9-A91B17CF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99464-9178-19D6-F8AD-B5863A1B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High-Level Programming Languages in AI Era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873A1E-545F-034C-C208-EAA6AA8E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5FF22C91-A0E5-E5F4-2F78-C7E9B1F3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Big Changes to Development Experiences brought by AI Tools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Rivalry of warlords in progress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GitHub Copilot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Devin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Clause Code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Cursor</a:t>
            </a: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More natural language on a prompt than programming language on IDE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.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Trade-offs in terms of cost and time performance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Learning costs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Too speedy delivery by AI developers take pains at catching up with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42231-6A48-E90C-2C08-72B3E97ACC09}"/>
              </a:ext>
            </a:extLst>
          </p:cNvPr>
          <p:cNvSpPr/>
          <p:nvPr/>
        </p:nvSpPr>
        <p:spPr>
          <a:xfrm>
            <a:off x="838200" y="4144161"/>
            <a:ext cx="9580927" cy="3480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35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16FA9-5308-471C-FF41-940F4E3A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42654A1A-3F27-09A5-1087-2AECD075E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Were AI to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directly generate expected bytecodes without any bugs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, necessary ecosystem would be only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Compiler and Virtual Machine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in case of Ruby, for instance.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64A093-0A77-1D36-0350-4A733AB5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High-Level Programming Languages in AI Era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674331-2C3E-1E88-3CA6-D94D93B2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065C6-E593-45C4-98A0-1E1006FD5E1A}"/>
              </a:ext>
            </a:extLst>
          </p:cNvPr>
          <p:cNvSpPr txBox="1"/>
          <p:nvPr/>
        </p:nvSpPr>
        <p:spPr>
          <a:xfrm>
            <a:off x="2585094" y="5776853"/>
            <a:ext cx="702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p.29, Uchio Kondo, </a:t>
            </a:r>
            <a:r>
              <a:rPr kumimoji="0" lang="en-GB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Ruby </a:t>
            </a:r>
            <a:r>
              <a:rPr kumimoji="0" lang="ja-JP" alt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の中身の予備知識</a:t>
            </a:r>
            <a:r>
              <a:rPr kumimoji="0" lang="en-GB" altLang="ja-JP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 - RubyKaigi </a:t>
            </a:r>
            <a:r>
              <a:rPr kumimoji="0" lang="ja-JP" alt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の前に知り鯛</a:t>
            </a:r>
            <a:endParaRPr kumimoji="0" lang="en-GB" altLang="ja-JP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7824F0-D93B-07A6-B3FA-E64BCD686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256" y="2530947"/>
            <a:ext cx="5743486" cy="32319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97FD03-FBEA-B29E-0167-5C5D05DDC2EC}"/>
              </a:ext>
            </a:extLst>
          </p:cNvPr>
          <p:cNvSpPr/>
          <p:nvPr/>
        </p:nvSpPr>
        <p:spPr>
          <a:xfrm>
            <a:off x="6338578" y="3779240"/>
            <a:ext cx="2629163" cy="1467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54472-EBD3-E8E4-E3DB-5CFFDF52C689}"/>
              </a:ext>
            </a:extLst>
          </p:cNvPr>
          <p:cNvSpPr txBox="1"/>
          <p:nvPr/>
        </p:nvSpPr>
        <p:spPr>
          <a:xfrm>
            <a:off x="8359629" y="2946484"/>
            <a:ext cx="280192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Necessary Ecosystem in coming 'Complete' AI Era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E00D249-8F9A-F079-8233-35AFC97643C9}"/>
              </a:ext>
            </a:extLst>
          </p:cNvPr>
          <p:cNvCxnSpPr>
            <a:cxnSpLocks/>
            <a:stCxn id="13" idx="2"/>
            <a:endCxn id="10" idx="3"/>
          </p:cNvCxnSpPr>
          <p:nvPr/>
        </p:nvCxnSpPr>
        <p:spPr>
          <a:xfrm rot="5400000">
            <a:off x="8873181" y="3625819"/>
            <a:ext cx="981971" cy="79285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25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4C8AC-86BE-22A9-D0D5-EF27EA3A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1180BC-D08C-7DDC-3766-DE599266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High-Level Programming Languages in AI Era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9A9619-7EEB-4B65-5554-3FF9176F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0655C14-9898-9DC4-7DD4-57F3DE0D0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2384" marR="5080" lvl="0" indent="0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only human developers can but AI cannot in high-level programming language is</a:t>
            </a: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…</a:t>
            </a:r>
            <a:endParaRPr kumimoji="0" lang="en-GB" sz="240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2384" marR="5080" lvl="0" indent="0" algn="ctr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b="1" kern="0" spc="-1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2384" marR="5080" lvl="0" indent="0" algn="ctr">
              <a:lnSpc>
                <a:spcPts val="3030"/>
              </a:lnSpc>
              <a:spcBef>
                <a:spcPts val="470"/>
              </a:spcBef>
              <a:buNone/>
              <a:defRPr/>
            </a:pPr>
            <a:endParaRPr lang="en-GB" sz="4000" b="1" kern="0" spc="-1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2384" marR="5080" lvl="0" indent="0" algn="ctr">
              <a:lnSpc>
                <a:spcPts val="3030"/>
              </a:lnSpc>
              <a:spcBef>
                <a:spcPts val="470"/>
              </a:spcBef>
              <a:buNone/>
              <a:defRPr/>
            </a:pPr>
            <a:r>
              <a:rPr lang="en-GB" sz="4000" b="1" kern="0" spc="-10" dirty="0">
                <a:solidFill>
                  <a:prstClr val="black"/>
                </a:solidFill>
                <a:latin typeface="Calibri"/>
                <a:cs typeface="Calibri"/>
              </a:rPr>
              <a:t>Naming!!</a:t>
            </a:r>
          </a:p>
        </p:txBody>
      </p:sp>
    </p:spTree>
    <p:extLst>
      <p:ext uri="{BB962C8B-B14F-4D97-AF65-F5344CB8AC3E}">
        <p14:creationId xmlns:p14="http://schemas.microsoft.com/office/powerpoint/2010/main" val="1759743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Summary of The Worldview of The Book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Summary of The Worldview of The Book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3 superstates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Oceania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, Eurasia, Eastasia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Oceanic society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altLang="ja-JP" sz="2400" b="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verything was under control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of its government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Hierarchy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Determined how much controlled the person is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Outer Party members: The very target of monitoring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Vocabulary</a:t>
            </a:r>
            <a:r>
              <a:rPr lang="en-GB" dirty="0">
                <a:solidFill>
                  <a:prstClr val="black"/>
                </a:solidFill>
                <a:cs typeface="Calibri"/>
              </a:rPr>
              <a:t>: To control </a:t>
            </a:r>
            <a:r>
              <a:rPr lang="en-GB" b="1" dirty="0">
                <a:solidFill>
                  <a:prstClr val="black"/>
                </a:solidFill>
                <a:cs typeface="Calibri"/>
              </a:rPr>
              <a:t>thoughts and minds</a:t>
            </a:r>
            <a:r>
              <a:rPr lang="en-GB" dirty="0">
                <a:solidFill>
                  <a:prstClr val="black"/>
                </a:solidFill>
                <a:cs typeface="Calibri"/>
              </a:rPr>
              <a:t> of the Public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Thought / Mind</a:t>
            </a:r>
            <a:r>
              <a:rPr lang="en-GB" dirty="0">
                <a:solidFill>
                  <a:prstClr val="black"/>
                </a:solidFill>
                <a:cs typeface="Calibri"/>
              </a:rPr>
              <a:t>: To control </a:t>
            </a:r>
            <a:r>
              <a:rPr lang="en-GB" b="1" dirty="0">
                <a:solidFill>
                  <a:prstClr val="black"/>
                </a:solidFill>
                <a:cs typeface="Calibri"/>
              </a:rPr>
              <a:t>political ideologies</a:t>
            </a:r>
            <a:r>
              <a:rPr lang="en-GB" dirty="0">
                <a:solidFill>
                  <a:prstClr val="black"/>
                </a:solidFill>
                <a:cs typeface="Calibri"/>
              </a:rPr>
              <a:t> of the public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Political Ideology</a:t>
            </a:r>
            <a:r>
              <a:rPr lang="en-GB" dirty="0">
                <a:solidFill>
                  <a:prstClr val="black"/>
                </a:solidFill>
                <a:cs typeface="Calibri"/>
              </a:rPr>
              <a:t>: To realise </a:t>
            </a:r>
            <a:r>
              <a:rPr lang="en-GB" b="1" dirty="0">
                <a:solidFill>
                  <a:prstClr val="black"/>
                </a:solidFill>
                <a:cs typeface="Calibri"/>
                <a:hlinkClick r:id="rId3"/>
              </a:rPr>
              <a:t>INGSOC(English Socialism)</a:t>
            </a:r>
            <a:endParaRPr lang="en-GB" b="1" dirty="0">
              <a:solidFill>
                <a:prstClr val="black"/>
              </a:solidFill>
              <a:cs typeface="Calibri"/>
            </a:endParaRP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dirty="0">
                <a:solidFill>
                  <a:prstClr val="black"/>
                </a:solidFill>
                <a:cs typeface="Calibri"/>
              </a:rPr>
              <a:t>etc.</a:t>
            </a: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dirty="0">
                <a:solidFill>
                  <a:prstClr val="black"/>
                </a:solidFill>
                <a:cs typeface="Calibri"/>
              </a:rPr>
              <a:t>Proles: The majority but almost ignored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The public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Doomed to love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4"/>
              </a:rPr>
              <a:t>Big Brother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, who was the very symbol of </a:t>
            </a:r>
            <a:r>
              <a:rPr lang="en-GB" sz="2400" dirty="0">
                <a:solidFill>
                  <a:prstClr val="black"/>
                </a:solidFill>
                <a:cs typeface="Calibri"/>
                <a:hlinkClick r:id="rId3"/>
              </a:rPr>
              <a:t>INGSOC</a:t>
            </a:r>
            <a:endParaRPr lang="en-GB" sz="2400" dirty="0">
              <a:solidFill>
                <a:prstClr val="black"/>
              </a:solidFill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C74A6-C1ED-EDB8-A5DA-664BD4746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296" y="2636318"/>
            <a:ext cx="2884843" cy="24809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92D921-D301-52A7-3CD9-F40DDD96140B}"/>
              </a:ext>
            </a:extLst>
          </p:cNvPr>
          <p:cNvSpPr/>
          <p:nvPr/>
        </p:nvSpPr>
        <p:spPr>
          <a:xfrm>
            <a:off x="9034943" y="3225567"/>
            <a:ext cx="1589713" cy="478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454846-EA20-80D8-0430-08FA9CFFE983}"/>
              </a:ext>
            </a:extLst>
          </p:cNvPr>
          <p:cNvSpPr/>
          <p:nvPr/>
        </p:nvSpPr>
        <p:spPr>
          <a:xfrm>
            <a:off x="1813421" y="3361189"/>
            <a:ext cx="6219038" cy="388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F9F97-1A94-53F9-6D5C-81A5CCC4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76C2E-94EC-C0F6-7BA5-28F04AC9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Summary of The Worldview of The Book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1FD0B1-CC72-A6CA-87AD-2929CC96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FF625AC-0CE5-63B1-118E-FFF4E470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32384" marR="5080" lvl="0" indent="0">
              <a:lnSpc>
                <a:spcPts val="3030"/>
              </a:lnSpc>
              <a:spcBef>
                <a:spcPts val="470"/>
              </a:spcBef>
              <a:buNone/>
              <a:defRPr/>
            </a:pPr>
            <a:endParaRPr lang="en-GB" sz="4800" b="1" kern="0" spc="-10" dirty="0">
              <a:solidFill>
                <a:prstClr val="black"/>
              </a:solidFill>
              <a:cs typeface="Calibri"/>
            </a:endParaRPr>
          </a:p>
          <a:p>
            <a:pPr marL="32384" marR="5080" lvl="0" indent="0">
              <a:lnSpc>
                <a:spcPts val="3030"/>
              </a:lnSpc>
              <a:spcBef>
                <a:spcPts val="470"/>
              </a:spcBef>
              <a:buNone/>
              <a:defRPr/>
            </a:pPr>
            <a:endParaRPr lang="en-GB" sz="4800" b="1" kern="0" spc="-10" dirty="0">
              <a:solidFill>
                <a:prstClr val="black"/>
              </a:solidFill>
              <a:cs typeface="Calibri"/>
            </a:endParaRPr>
          </a:p>
          <a:p>
            <a:pPr marL="32384" marR="5080" lvl="0" indent="0">
              <a:lnSpc>
                <a:spcPts val="3030"/>
              </a:lnSpc>
              <a:spcBef>
                <a:spcPts val="470"/>
              </a:spcBef>
              <a:buNone/>
              <a:defRPr/>
            </a:pPr>
            <a:endParaRPr lang="en-GB" sz="4800" b="1" kern="0" spc="-10" dirty="0">
              <a:solidFill>
                <a:prstClr val="black"/>
              </a:solidFill>
              <a:cs typeface="Calibri"/>
            </a:endParaRPr>
          </a:p>
          <a:p>
            <a:pPr marL="32384" marR="5080" lvl="0" indent="0">
              <a:lnSpc>
                <a:spcPts val="3030"/>
              </a:lnSpc>
              <a:spcBef>
                <a:spcPts val="470"/>
              </a:spcBef>
              <a:buNone/>
              <a:defRPr/>
            </a:pPr>
            <a:endParaRPr lang="en-GB" sz="4800" b="1" kern="0" spc="-10" dirty="0">
              <a:solidFill>
                <a:prstClr val="black"/>
              </a:solidFill>
              <a:cs typeface="Calibri"/>
            </a:endParaRPr>
          </a:p>
          <a:p>
            <a:pPr marL="32384" marR="5080" lvl="0" indent="0" algn="ctr">
              <a:lnSpc>
                <a:spcPts val="3030"/>
              </a:lnSpc>
              <a:spcBef>
                <a:spcPts val="470"/>
              </a:spcBef>
              <a:buNone/>
              <a:defRPr/>
            </a:pPr>
            <a:r>
              <a:rPr lang="en-GB" sz="4800" b="1" kern="0" spc="-10" dirty="0">
                <a:solidFill>
                  <a:prstClr val="black"/>
                </a:solidFill>
                <a:cs typeface="Calibri"/>
              </a:rPr>
              <a:t>To roughly compare it to an Anime…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48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439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A95DF-8DEC-4E8D-D598-C0BBFF24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39AA784-96E2-75BE-F47D-13E02B875EF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endParaRPr lang="en-GB" sz="3600" b="1" dirty="0">
              <a:solidFill>
                <a:prstClr val="black"/>
              </a:solidFill>
              <a:cs typeface="Calibri"/>
            </a:endParaRPr>
          </a:p>
          <a:p>
            <a:pPr marL="12700" marR="5080" indent="0" algn="ctr">
              <a:lnSpc>
                <a:spcPts val="2590"/>
              </a:lnSpc>
              <a:spcBef>
                <a:spcPts val="425"/>
              </a:spcBef>
              <a:buFontTx/>
              <a:buNone/>
              <a:defRPr/>
            </a:pPr>
            <a:r>
              <a:rPr lang="en-GB" sz="3600" b="1" dirty="0">
                <a:solidFill>
                  <a:prstClr val="black"/>
                </a:solidFill>
                <a:cs typeface="Calibri"/>
              </a:rPr>
              <a:t>The worldview of </a:t>
            </a:r>
            <a:r>
              <a:rPr lang="en-GB" sz="3600" b="1" i="1" dirty="0">
                <a:solidFill>
                  <a:prstClr val="black"/>
                </a:solidFill>
                <a:cs typeface="Calibri"/>
              </a:rPr>
              <a:t>SPY × FAMILY</a:t>
            </a:r>
            <a:r>
              <a:rPr lang="en-GB" sz="3600" b="1" dirty="0">
                <a:solidFill>
                  <a:prstClr val="black"/>
                </a:solidFill>
                <a:cs typeface="Calibri"/>
              </a:rPr>
              <a:t> might be close a bit.</a:t>
            </a:r>
            <a:endParaRPr lang="en-GB" sz="3200" b="1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802370-76D6-A9E0-298E-25F3A413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Summary of The Worldview of The Book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55F589-2170-14EA-88F6-D2037A60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6F15B2-9EBC-2CF3-F2D1-104689ABB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936853"/>
            <a:ext cx="4697135" cy="3522851"/>
          </a:xfrm>
        </p:spPr>
      </p:pic>
    </p:spTree>
    <p:extLst>
      <p:ext uri="{BB962C8B-B14F-4D97-AF65-F5344CB8AC3E}">
        <p14:creationId xmlns:p14="http://schemas.microsoft.com/office/powerpoint/2010/main" val="3025684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  <a:ea typeface="游ゴシック Light" panose="020B0300000000000000" pitchFamily="50" charset="-128"/>
              </a:rPr>
              <a:t>5</a:t>
            </a:r>
            <a:r>
              <a:rPr kumimoji="0" lang="en-GB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. Newspeak</a:t>
            </a:r>
            <a:endParaRPr lang="en-GB" sz="54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852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6E432-C9B5-66DB-B638-640FB795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A19957-3B83-129A-1B09-F1D8A2E5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5B2448-A61C-7610-F283-1FFB69B6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AC9904E-BC34-517D-EA0C-0D05DF22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Ecosystem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Another language from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Oldspeak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(the present-day or standard English as of 1984)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Commonization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Still </a:t>
            </a:r>
            <a:r>
              <a:rPr kumimoji="0" lang="en-GB" sz="2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progress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In written context, only </a:t>
            </a:r>
            <a:r>
              <a:rPr lang="en-GB" sz="2000" i="1" dirty="0">
                <a:solidFill>
                  <a:prstClr val="black"/>
                </a:solidFill>
                <a:cs typeface="Calibri"/>
              </a:rPr>
              <a:t>Times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, one of news media, published leading articles in the language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Supersedure Plan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Expected to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exterminate Oldspeak by 2050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in the end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Vocabulary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Reduced every year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0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Evolved in a totally opposite way from the present-day English we know today</a:t>
            </a:r>
            <a:endParaRPr kumimoji="0" lang="en-GB" sz="12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The biggest aim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The narrower vocabulary, the fewer concepts thinkable</a:t>
            </a:r>
            <a:endParaRPr lang="en-GB" sz="2000" u="sng" dirty="0">
              <a:solidFill>
                <a:prstClr val="black"/>
              </a:solidFill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Side effects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  <a:hlinkClick r:id="rId3"/>
              </a:rPr>
              <a:t>Economy of Efforts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and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loss of awareness of the original concept</a:t>
            </a:r>
            <a:endParaRPr lang="en-GB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Categories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the A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Vocabulary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, the B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Vocabulary 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and the C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Vocabulary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56903-6F08-6E78-7500-19E8AD610100}"/>
              </a:ext>
            </a:extLst>
          </p:cNvPr>
          <p:cNvSpPr/>
          <p:nvPr/>
        </p:nvSpPr>
        <p:spPr>
          <a:xfrm>
            <a:off x="852182" y="3686962"/>
            <a:ext cx="9495638" cy="1153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21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7B22E-62D4-27EE-D026-A81F6EBB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439E5-F7EA-46DE-5C82-CC8FCB7A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2A2BA3-1491-0B36-6396-982944D0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BD57FB96-9826-D257-E276-0129F2B60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The A Vocabulary: Everyday Life Uses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Vocabulary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The number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was extremely small and rigidly defined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No more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3"/>
              </a:rPr>
              <a:t>derivatives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Among the etymologically connected words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thought(noun) / think(verb)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think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(noun &amp; verb)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knife(noun) / cut(verb)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knife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(noun &amp; verb)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Prefixes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Emphasised or denied the meaning of words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i="1" dirty="0">
                <a:solidFill>
                  <a:prstClr val="black"/>
                </a:solidFill>
                <a:latin typeface="Calibri"/>
                <a:cs typeface="Calibri"/>
              </a:rPr>
              <a:t>un-</a:t>
            </a: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 + good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ungood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dirty="0">
                <a:cs typeface="Calibri"/>
              </a:rPr>
              <a:t>bad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)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i="1" dirty="0">
                <a:solidFill>
                  <a:prstClr val="black"/>
                </a:solidFill>
                <a:latin typeface="Calibri"/>
                <a:cs typeface="Calibri"/>
              </a:rPr>
              <a:t>plus-</a:t>
            </a: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 + cold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pluscold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dirty="0">
                <a:cs typeface="Calibri"/>
              </a:rPr>
              <a:t>very cold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) &gt; </a:t>
            </a:r>
            <a:r>
              <a:rPr lang="en-GB" altLang="ja-JP" sz="2000" b="1" i="1" dirty="0">
                <a:solidFill>
                  <a:prstClr val="black"/>
                </a:solidFill>
                <a:cs typeface="Calibri"/>
              </a:rPr>
              <a:t>double</a:t>
            </a:r>
            <a:r>
              <a:rPr lang="en-GB" sz="2000" b="1" i="1" dirty="0">
                <a:solidFill>
                  <a:prstClr val="black"/>
                </a:solidFill>
                <a:cs typeface="Calibri"/>
              </a:rPr>
              <a:t>plus-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+ cold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doublepluscold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dirty="0">
                <a:cs typeface="Calibri"/>
              </a:rPr>
              <a:t>superlatively cold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)</a:t>
            </a:r>
            <a:endParaRPr lang="en-GB" sz="20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S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uffixes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Formed adjectives or adverb</a:t>
            </a:r>
            <a:endParaRPr kumimoji="0" lang="en-GB" sz="2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latin typeface="Calibri"/>
                <a:cs typeface="Calibri"/>
              </a:rPr>
              <a:t>Adjective</a:t>
            </a: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: speed + </a:t>
            </a:r>
            <a:r>
              <a:rPr lang="en-GB" sz="2000" b="1" i="1" dirty="0">
                <a:solidFill>
                  <a:prstClr val="black"/>
                </a:solidFill>
                <a:latin typeface="Calibri"/>
                <a:cs typeface="Calibri"/>
              </a:rPr>
              <a:t>-ful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speedful(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dirty="0">
                <a:cs typeface="Calibri"/>
              </a:rPr>
              <a:t>rapid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)</a:t>
            </a:r>
            <a:endParaRPr lang="en-GB" sz="20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Adverb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: speed + </a:t>
            </a:r>
            <a:r>
              <a:rPr lang="en-GB" sz="2000" b="1" i="1" dirty="0">
                <a:solidFill>
                  <a:prstClr val="black"/>
                </a:solidFill>
                <a:cs typeface="Calibri"/>
              </a:rPr>
              <a:t>-wise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speedwise(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000" dirty="0">
                <a:cs typeface="Calibri"/>
              </a:rPr>
              <a:t>rapidly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)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2FC263-0B04-E62B-3C94-35FC70C78969}"/>
              </a:ext>
            </a:extLst>
          </p:cNvPr>
          <p:cNvSpPr/>
          <p:nvPr/>
        </p:nvSpPr>
        <p:spPr>
          <a:xfrm>
            <a:off x="847986" y="3754074"/>
            <a:ext cx="10426817" cy="1153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010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321D6-C273-810C-05D3-28A327B9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860D7-6992-2054-8493-F3E52643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39949-3B8E-8B17-5E7C-5DB89B6B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6B030AE-1A72-9A7D-C8D8-D721151D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The A Vocabulary: Everyday Life Uses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Abbreviations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Made the meaning exactly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opposite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or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ambiguous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joy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camp(=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forced-labour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camp)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Minipax(= Ministry of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Peace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= Ministry of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War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)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Minitrue(= Ministry of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Truth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= Ministry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manipulating historical records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)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Miniluv(Ministry of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Love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= Ministry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forcing rebels to love Big Brother by tortures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)</a:t>
            </a:r>
            <a:endParaRPr lang="en-GB" b="1" i="1" dirty="0">
              <a:solidFill>
                <a:prstClr val="black"/>
              </a:solidFill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cs typeface="Calibri"/>
              </a:rPr>
              <a:t>Inflections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No more irregularities and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3"/>
              </a:rPr>
              <a:t>analogy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 totally works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Verb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: speak - spoke - spoken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 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speak - speak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ed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- speak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ed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Adjective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: good - better - best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 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good - good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er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 - good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est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>
                <a:solidFill>
                  <a:prstClr val="black"/>
                </a:solidFill>
                <a:cs typeface="Calibri"/>
              </a:rPr>
              <a:t>ex. pronouns, relatives, demonstrative adjectives and axillary verbs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A7666C-CDF0-01FC-1A5E-BE2567C680A4}"/>
              </a:ext>
            </a:extLst>
          </p:cNvPr>
          <p:cNvSpPr/>
          <p:nvPr/>
        </p:nvSpPr>
        <p:spPr>
          <a:xfrm>
            <a:off x="847986" y="2197920"/>
            <a:ext cx="9394972" cy="1950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388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A95FC-7D44-FD64-A3CA-ED742A1A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036A2-2413-7502-8583-D9C2F90B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6E21C-4C70-934A-D976-23BFEC38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B47F55D9-FC34-3BAB-33BF-2DA3E4E5F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The B Vocabulary: Political Uses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Vocabulary</a:t>
            </a:r>
            <a:r>
              <a:rPr lang="en-GB" sz="2400" dirty="0"/>
              <a:t>: Consists of </a:t>
            </a:r>
            <a:r>
              <a:rPr lang="en-GB" sz="2400" b="1" dirty="0">
                <a:hlinkClick r:id="rId3"/>
              </a:rPr>
              <a:t>compounds</a:t>
            </a:r>
            <a:endParaRPr lang="en-GB" sz="2400" b="1" dirty="0"/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good + think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→ </a:t>
            </a:r>
            <a:r>
              <a:rPr lang="en-GB" altLang="ja-JP" sz="2000" b="1" dirty="0">
                <a:solidFill>
                  <a:prstClr val="black"/>
                </a:solidFill>
                <a:cs typeface="Calibri"/>
              </a:rPr>
              <a:t>goodthink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2000" dirty="0">
                <a:solidFill>
                  <a:prstClr val="black"/>
                </a:solidFill>
                <a:cs typeface="Calibri"/>
              </a:rPr>
              <a:t>≒ </a:t>
            </a:r>
            <a:r>
              <a:rPr lang="en-GB" altLang="ja-JP" sz="2000" dirty="0">
                <a:solidFill>
                  <a:prstClr val="black"/>
                </a:solidFill>
                <a:cs typeface="Calibri"/>
              </a:rPr>
              <a:t>orthodoxy)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Verb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: goodthink - goodthink</a:t>
            </a: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ed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 - goodthink</a:t>
            </a: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ed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1600" dirty="0">
                <a:solidFill>
                  <a:prstClr val="black"/>
                </a:solidFill>
                <a:cs typeface="Calibri"/>
              </a:rPr>
              <a:t>≒ 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to think something in an orthodox way)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Adjective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: goodthink</a:t>
            </a: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ful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1600" dirty="0">
                <a:solidFill>
                  <a:prstClr val="black"/>
                </a:solidFill>
                <a:cs typeface="Calibri"/>
              </a:rPr>
              <a:t>≒ 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orthodox)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Adverb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: goodthink</a:t>
            </a:r>
            <a:r>
              <a:rPr lang="en-GB" altLang="ja-JP" sz="1600" b="1" dirty="0">
                <a:solidFill>
                  <a:prstClr val="black"/>
                </a:solidFill>
                <a:cs typeface="Calibri"/>
              </a:rPr>
              <a:t>wise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(</a:t>
            </a:r>
            <a:r>
              <a:rPr lang="ja-JP" altLang="en-US" sz="1600" dirty="0">
                <a:solidFill>
                  <a:prstClr val="black"/>
                </a:solidFill>
                <a:cs typeface="Calibri"/>
              </a:rPr>
              <a:t>≒ </a:t>
            </a:r>
            <a:r>
              <a:rPr lang="en-GB" altLang="ja-JP" sz="1600" dirty="0">
                <a:solidFill>
                  <a:prstClr val="black"/>
                </a:solidFill>
                <a:cs typeface="Calibri"/>
              </a:rPr>
              <a:t>orthodoxically)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Inflections</a:t>
            </a:r>
            <a:r>
              <a:rPr lang="en-GB" sz="2400" dirty="0"/>
              <a:t>: Closer to Oldspeak or Standard English than The Vocabulary A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Minitrue &gt; Mini</a:t>
            </a:r>
            <a:r>
              <a:rPr lang="en-GB" sz="2000" b="1" dirty="0"/>
              <a:t>truthful</a:t>
            </a:r>
            <a:r>
              <a:rPr lang="en-GB" sz="2000" dirty="0"/>
              <a:t>: </a:t>
            </a:r>
            <a:r>
              <a:rPr lang="en-GB" sz="2000" i="1" dirty="0"/>
              <a:t>-trueful</a:t>
            </a:r>
            <a:r>
              <a:rPr lang="en-GB" sz="2000" dirty="0"/>
              <a:t> is awkward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Minipax &gt; Mini</a:t>
            </a:r>
            <a:r>
              <a:rPr lang="en-GB" sz="2000" b="1" dirty="0"/>
              <a:t>peaceful</a:t>
            </a:r>
            <a:r>
              <a:rPr lang="en-GB" sz="2000" dirty="0"/>
              <a:t>: </a:t>
            </a:r>
            <a:r>
              <a:rPr lang="en-GB" sz="2000" i="1" dirty="0"/>
              <a:t>-paxful</a:t>
            </a:r>
            <a:r>
              <a:rPr lang="en-GB" sz="2000" dirty="0"/>
              <a:t> is awkward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Miniluv &gt; Mini</a:t>
            </a:r>
            <a:r>
              <a:rPr lang="en-GB" sz="2000" b="1" dirty="0"/>
              <a:t>lovely</a:t>
            </a:r>
            <a:r>
              <a:rPr lang="en-GB" sz="2000" dirty="0"/>
              <a:t>: </a:t>
            </a:r>
            <a:r>
              <a:rPr lang="en-GB" sz="2000" i="1" dirty="0"/>
              <a:t>-lovful</a:t>
            </a:r>
            <a:r>
              <a:rPr lang="en-GB" sz="2000" dirty="0"/>
              <a:t> is awkward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A3E5F0-246D-346C-C460-DF3BF5DE5838}"/>
              </a:ext>
            </a:extLst>
          </p:cNvPr>
          <p:cNvSpPr/>
          <p:nvPr/>
        </p:nvSpPr>
        <p:spPr>
          <a:xfrm>
            <a:off x="847987" y="2193728"/>
            <a:ext cx="8598018" cy="1937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255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6690B-1F06-5FDC-8C5A-8A5762F6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298F5-355F-4A31-9819-DFC601ED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F50523-9ADE-1B3B-CBF1-BA70DF42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446669F-A80C-4000-DEA3-BEC171D8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The B Vocabulary: Political Uses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Meaning of words</a:t>
            </a:r>
            <a:r>
              <a:rPr lang="en-GB" sz="2400" dirty="0"/>
              <a:t>: Required to master Newspeak to use and/or understand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In the following sentences, each corresponding part is highlighted in the same colour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1600" b="1" dirty="0"/>
              <a:t>Oldspeak</a:t>
            </a:r>
            <a:r>
              <a:rPr lang="en-GB" sz="1600" dirty="0"/>
              <a:t>: </a:t>
            </a:r>
            <a:r>
              <a:rPr lang="en-GB" sz="1600" i="1" dirty="0">
                <a:solidFill>
                  <a:srgbClr val="00B0F0"/>
                </a:solidFill>
              </a:rPr>
              <a:t>Those whose ideas were formed before the Revolution</a:t>
            </a:r>
            <a:r>
              <a:rPr lang="en-GB" sz="1600" i="1" dirty="0"/>
              <a:t> </a:t>
            </a:r>
            <a:r>
              <a:rPr lang="en-GB" sz="1600" i="1" dirty="0">
                <a:solidFill>
                  <a:srgbClr val="00B050"/>
                </a:solidFill>
              </a:rPr>
              <a:t>cannot have a full emotional understanding of</a:t>
            </a:r>
            <a:r>
              <a:rPr lang="en-GB" sz="1600" i="1" dirty="0"/>
              <a:t> </a:t>
            </a:r>
            <a:r>
              <a:rPr lang="en-GB" sz="1600" i="1" dirty="0">
                <a:solidFill>
                  <a:srgbClr val="FF0000"/>
                </a:solidFill>
              </a:rPr>
              <a:t>the principle of English Socialism</a:t>
            </a:r>
            <a:r>
              <a:rPr lang="en-GB" sz="1600" dirty="0"/>
              <a:t>.</a:t>
            </a:r>
          </a:p>
          <a:p>
            <a:pPr marL="1182688" marR="5080" lvl="2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1600" b="1" dirty="0"/>
              <a:t>Newspeak</a:t>
            </a:r>
            <a:r>
              <a:rPr lang="en-GB" sz="1600" dirty="0"/>
              <a:t>: </a:t>
            </a:r>
            <a:r>
              <a:rPr lang="en-GB" sz="1600" i="1" dirty="0">
                <a:solidFill>
                  <a:srgbClr val="00B0F0"/>
                </a:solidFill>
              </a:rPr>
              <a:t>Oldthinkers</a:t>
            </a:r>
            <a:r>
              <a:rPr lang="en-GB" sz="1600" i="1" dirty="0"/>
              <a:t> </a:t>
            </a:r>
            <a:r>
              <a:rPr lang="en-GB" sz="1600" i="1" dirty="0">
                <a:solidFill>
                  <a:srgbClr val="00B050"/>
                </a:solidFill>
              </a:rPr>
              <a:t>unbellyfeel</a:t>
            </a:r>
            <a:r>
              <a:rPr lang="en-GB" sz="1600" i="1" dirty="0"/>
              <a:t> </a:t>
            </a:r>
            <a:r>
              <a:rPr lang="en-GB" sz="1600" i="1" dirty="0">
                <a:solidFill>
                  <a:srgbClr val="FF0000"/>
                </a:solidFill>
              </a:rPr>
              <a:t>Ingsoc</a:t>
            </a:r>
            <a:r>
              <a:rPr lang="en-GB" sz="1600" dirty="0"/>
              <a:t>.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As you see, </a:t>
            </a:r>
            <a:r>
              <a:rPr lang="en-GB" sz="2000" b="1" dirty="0"/>
              <a:t>each word has too ambiguous meaning to understand at a glance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Word purging</a:t>
            </a:r>
            <a:r>
              <a:rPr lang="en-GB" sz="2400" dirty="0"/>
              <a:t>: </a:t>
            </a:r>
            <a:r>
              <a:rPr lang="en-GB" sz="2400" b="1" dirty="0"/>
              <a:t>Undesirable meanings in each word were exterminated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dirty="0"/>
              <a:t>e.g. </a:t>
            </a:r>
            <a:r>
              <a:rPr lang="en-GB" sz="2000" i="1" dirty="0"/>
              <a:t>free</a:t>
            </a:r>
            <a:r>
              <a:rPr lang="en-GB" sz="2000" dirty="0"/>
              <a:t> means a status where something was removed as shown </a:t>
            </a:r>
            <a:r>
              <a:rPr lang="en-GB" sz="2000" i="1" dirty="0"/>
              <a:t>be free from ~</a:t>
            </a:r>
            <a:r>
              <a:rPr lang="en-GB" sz="2000" dirty="0"/>
              <a:t>. No more </a:t>
            </a:r>
            <a:r>
              <a:rPr lang="en-GB" sz="2000" i="1" dirty="0"/>
              <a:t>liberty</a:t>
            </a:r>
            <a:r>
              <a:rPr lang="en-GB" sz="2000" dirty="0"/>
              <a:t> nor something related to anti-governmental concepts</a:t>
            </a:r>
            <a:endParaRPr lang="en-GB" sz="2400" b="1" dirty="0"/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Duckspeak</a:t>
            </a:r>
            <a:r>
              <a:rPr lang="en-GB" sz="2400" dirty="0"/>
              <a:t>: The concept that an act was evaluated totally based on its behaviour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91629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2D790-4F12-D250-AC58-FCE8A9FA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113AE-A83D-827C-8A2F-3A3A8905E6EE}"/>
              </a:ext>
            </a:extLst>
          </p:cNvPr>
          <p:cNvSpPr/>
          <p:nvPr/>
        </p:nvSpPr>
        <p:spPr>
          <a:xfrm>
            <a:off x="6970552" y="3334623"/>
            <a:ext cx="4379054" cy="2844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04EAFE-6858-80CD-8DEE-7285BBF0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Newspeak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FD9725-A425-1C06-2A07-45EDFFE6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B0B884F7-E498-9F13-A09D-CAF24910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cs typeface="Calibri"/>
              </a:rPr>
              <a:t>The C Vocabulary: Scientific and Technical Uses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Role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Supplementary element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of The Vocabulary A and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The Vocabulary B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/>
              <a:t>Word purging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</a:t>
            </a:r>
            <a:r>
              <a:rPr lang="en-GB" sz="2400" b="1" dirty="0"/>
              <a:t>Undesirable meanings in each word were exterminated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Grammar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Same as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The Vocabulary A and The Vocabulary B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 case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Highly limited to science.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Irony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: The term science itself was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absent</a:t>
            </a:r>
          </a:p>
          <a:p>
            <a:pPr marL="725488" marR="5080" lvl="1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word </a:t>
            </a:r>
            <a:r>
              <a:rPr kumimoji="0" lang="en-GB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Ingsoc</a:t>
            </a: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covered it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D97AC12-39DD-BF6E-0AB9-0A075DA687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0245823"/>
              </p:ext>
            </p:extLst>
          </p:nvPr>
        </p:nvGraphicFramePr>
        <p:xfrm>
          <a:off x="7067026" y="3389933"/>
          <a:ext cx="4206380" cy="2455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754D030-B1AA-5691-A21A-3462AF65DCE7}"/>
              </a:ext>
            </a:extLst>
          </p:cNvPr>
          <p:cNvSpPr txBox="1"/>
          <p:nvPr/>
        </p:nvSpPr>
        <p:spPr>
          <a:xfrm>
            <a:off x="8189053" y="5807752"/>
            <a:ext cx="194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The Vocabulary C</a:t>
            </a:r>
          </a:p>
        </p:txBody>
      </p:sp>
    </p:spTree>
    <p:extLst>
      <p:ext uri="{BB962C8B-B14F-4D97-AF65-F5344CB8AC3E}">
        <p14:creationId xmlns:p14="http://schemas.microsoft.com/office/powerpoint/2010/main" val="1754716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91F9F-CCF4-2E8F-6E61-5F6B0729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2CADA-88B0-9419-3403-B940BC57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90F9F6-13D6-F60B-C8C9-4A8D720C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83C6D2D-11A7-97AF-3336-E1F8DE459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cut a long story short, </a:t>
            </a:r>
            <a:r>
              <a:rPr kumimoji="0" lang="en-GB" sz="2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Nineteen Eighty-Four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gives us a deep insight into…</a:t>
            </a: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3200" b="1" dirty="0">
                <a:solidFill>
                  <a:prstClr val="black"/>
                </a:solidFill>
                <a:latin typeface="Calibri"/>
                <a:cs typeface="Calibri"/>
              </a:rPr>
              <a:t>Our developers' forever challenge in programming, naming!</a:t>
            </a:r>
            <a:endParaRPr lang="en-GB" i="1" dirty="0">
              <a:solidFill>
                <a:prstClr val="black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2122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A1908-0082-6E61-3751-0E12FB345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FEBA1-05DF-03CB-30D3-47D7D2B01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B8A4BA-4342-3B4E-56F6-EB094423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108C5525-D63C-30E4-9495-89A9DA341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We know naming is also a difficult work due to its trade-offs.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longer the name is, the more redundant it is.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short the name is, the more possible it fails to embody the important factors.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How should we name something in a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concise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and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accurate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way?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answer is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word forming of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3" action="ppaction://hlinksldjump"/>
              </a:rPr>
              <a:t>The A Vocabulary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,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4" action="ppaction://hlinksldjump"/>
              </a:rPr>
              <a:t>The B Vocabulary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 and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5" action="ppaction://hlinksldjump"/>
              </a:rPr>
              <a:t>The C Vocabulary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in the previous chapter.</a:t>
            </a:r>
          </a:p>
        </p:txBody>
      </p:sp>
    </p:spTree>
    <p:extLst>
      <p:ext uri="{BB962C8B-B14F-4D97-AF65-F5344CB8AC3E}">
        <p14:creationId xmlns:p14="http://schemas.microsoft.com/office/powerpoint/2010/main" val="3747225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05CAD-1E80-92A8-DB5C-4C22A854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482840-058B-B860-BCF6-9BC627F6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970AB4-492A-1971-B599-970EB95C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195F85ED-1B61-3DC4-4BC2-0DE8F0A41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words below emerged on social media and have got citizenship as you know.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They represent addition of prefix </a:t>
            </a:r>
            <a:r>
              <a:rPr lang="en-GB" sz="2400" i="1" dirty="0">
                <a:solidFill>
                  <a:prstClr val="black"/>
                </a:solidFill>
                <a:cs typeface="Calibri"/>
              </a:rPr>
              <a:t>un-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to existing words in </a:t>
            </a:r>
            <a:r>
              <a:rPr lang="en-GB" sz="2400" b="1" dirty="0">
                <a:solidFill>
                  <a:prstClr val="black"/>
                </a:solidFill>
                <a:cs typeface="Calibri"/>
                <a:hlinkClick r:id="rId3" action="ppaction://hlinksldjump"/>
              </a:rPr>
              <a:t>The A Vocabulary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.</a:t>
            </a: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friend 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↔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un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friend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like 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↔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un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like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star 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↔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un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star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flag 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↔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un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flag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follow 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↔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un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578933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FFE35-4038-BA03-EACC-900BF82A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D3C578-D838-60E4-68E2-30C44A1A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F89E83-4EBF-FF55-3051-99CCD89D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9D6F60C-5713-27CE-A793-D87030B05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Naming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should be the last thing AI is good at the first thing only we human developers must pay attention to.</a:t>
            </a: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The creator of Ruby Mr. Yukihiro Matsumoto, generally called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Matz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, is known as a strict developer on naming, according to a popular book </a:t>
            </a:r>
            <a:r>
              <a:rPr lang="en-GB" altLang="ja-JP" sz="2400" i="1" dirty="0">
                <a:hlinkClick r:id="rId3"/>
              </a:rPr>
              <a:t>107. The Importance of Naming</a:t>
            </a:r>
            <a:r>
              <a:rPr lang="en-GB" altLang="ja-JP" sz="2400" i="1" dirty="0"/>
              <a:t> on </a:t>
            </a:r>
            <a:r>
              <a:rPr lang="en-GB" altLang="ja-JP" sz="2400" i="1" dirty="0">
                <a:hlinkClick r:id="rId4"/>
              </a:rPr>
              <a:t>Japanese Edition</a:t>
            </a:r>
            <a:r>
              <a:rPr lang="en-GB" altLang="ja-JP" sz="2400" i="1" dirty="0"/>
              <a:t> of </a:t>
            </a:r>
            <a:r>
              <a:rPr lang="en-GB" altLang="ja-JP" sz="2400" i="1" dirty="0">
                <a:hlinkClick r:id="rId5"/>
              </a:rPr>
              <a:t>97 Things Every Programmer Should Know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That is because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he believes naming reflects the system architecture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Only human developers can take it into account in naming of a class, module, method and so on, as of today.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* For the details of an interesting episode, refer 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to </a:t>
            </a:r>
            <a:r>
              <a:rPr lang="en-GB" sz="2000" i="1" dirty="0">
                <a:solidFill>
                  <a:prstClr val="black"/>
                </a:solidFill>
                <a:cs typeface="Calibri"/>
                <a:hlinkClick r:id="rId6"/>
              </a:rPr>
              <a:t>Road to Ruby for A Linguistics Nerd &gt; 3. The Most Memorable Discussion Mr. Matz</a:t>
            </a:r>
            <a:r>
              <a:rPr lang="en-GB" sz="2000" i="1" dirty="0">
                <a:solidFill>
                  <a:prstClr val="black"/>
                </a:solidFill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329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47795-279E-7C9D-E31E-01C285AA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53D13-4168-EC36-727F-5F324056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85899C-4C48-4AEF-50A3-A3794CD9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A3E10CDF-0FD9-CFDF-51A5-2D697C714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Here is the very reason we developers use high-level programming languages in this highly advanced AI era.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What is it?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It is because 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they are the only means by which we can express how we design, recognise and implement the architecture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Most codes are written and read by human developers today, so they must be as 'self-evident' as possible by appropriate naming at a glance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You will learn universal linguistic principles helpful for naming from Newspeak!</a:t>
            </a:r>
          </a:p>
        </p:txBody>
      </p:sp>
    </p:spTree>
    <p:extLst>
      <p:ext uri="{BB962C8B-B14F-4D97-AF65-F5344CB8AC3E}">
        <p14:creationId xmlns:p14="http://schemas.microsoft.com/office/powerpoint/2010/main" val="576787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4481C-D69B-FEA0-FAED-83C26509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E0DFF-77C0-3C51-AC84-89D45203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3F2C1E-B3AC-E580-E33B-6E1D3BA5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E59792EB-8885-A8B1-1B54-AC0A9115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George Orwell, the author of </a:t>
            </a:r>
            <a:r>
              <a:rPr lang="en-GB" sz="2400" i="1" dirty="0">
                <a:solidFill>
                  <a:prstClr val="black"/>
                </a:solidFill>
                <a:latin typeface="Calibri"/>
                <a:cs typeface="Calibri"/>
              </a:rPr>
              <a:t>Nineteen Eight-Four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, is highly likely to have predicted the following present-day affairs as we see today while he was writing it.</a:t>
            </a: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tabLst>
                <a:tab pos="268288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New types of word formation on social media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tabLst>
                <a:tab pos="268288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Political correctness and censorship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tabLst>
                <a:tab pos="268288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Ongoing dictatorship and wars among some countries</a:t>
            </a:r>
          </a:p>
          <a:p>
            <a:pPr marL="268288" marR="5080" indent="-255588">
              <a:lnSpc>
                <a:spcPts val="2590"/>
              </a:lnSpc>
              <a:spcBef>
                <a:spcPts val="425"/>
              </a:spcBef>
              <a:tabLst>
                <a:tab pos="268288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etc.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tabLst>
                <a:tab pos="268288" algn="l"/>
              </a:tabLst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tabLst>
                <a:tab pos="268288" algn="l"/>
              </a:tabLst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You will learn something universal from </a:t>
            </a:r>
            <a:r>
              <a:rPr lang="en-GB" sz="2400" b="1" i="1" dirty="0">
                <a:solidFill>
                  <a:prstClr val="black"/>
                </a:solidFill>
                <a:latin typeface="Calibri"/>
                <a:cs typeface="Calibri"/>
              </a:rPr>
              <a:t>Nineteen Eighty-Four</a:t>
            </a: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, so it is high time to read it!</a:t>
            </a:r>
          </a:p>
        </p:txBody>
      </p:sp>
    </p:spTree>
    <p:extLst>
      <p:ext uri="{BB962C8B-B14F-4D97-AF65-F5344CB8AC3E}">
        <p14:creationId xmlns:p14="http://schemas.microsoft.com/office/powerpoint/2010/main" val="4133415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FA6C0-4A67-A9AD-F62D-6C5A0D55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5A4240-B721-B99E-520E-F57EB178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6. Why </a:t>
            </a:r>
            <a:r>
              <a:rPr lang="en-GB" altLang="ja-JP" b="1" i="1" dirty="0">
                <a:latin typeface="Calibri (Headings)"/>
              </a:rPr>
              <a:t>Nineteen Eighty-Four</a:t>
            </a:r>
            <a:r>
              <a:rPr lang="en-GB" altLang="ja-JP" b="1" dirty="0">
                <a:latin typeface="Calibri (Headings)"/>
              </a:rPr>
              <a:t>?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122B8-02CC-0323-7BAB-14314C85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0ECD672-197D-46AD-03B7-41DCCEB5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3600" b="1" dirty="0">
                <a:solidFill>
                  <a:prstClr val="black"/>
                </a:solidFill>
                <a:latin typeface="Calibri"/>
                <a:cs typeface="Calibri"/>
              </a:rPr>
              <a:t>There is no reason not to read Nineteen Eighty-Four!</a:t>
            </a: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36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3600" b="1" dirty="0">
                <a:solidFill>
                  <a:prstClr val="black"/>
                </a:solidFill>
                <a:latin typeface="Calibri"/>
                <a:cs typeface="Calibri"/>
              </a:rPr>
              <a:t>Share your reviews and exchange opinion with me!!</a:t>
            </a: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36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5080" lvl="0" indent="0" algn="ctr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3600" b="1" dirty="0">
                <a:solidFill>
                  <a:prstClr val="black"/>
                </a:solidFill>
                <a:latin typeface="Calibri"/>
                <a:cs typeface="Calibri"/>
              </a:rPr>
              <a:t>I am excited for it!!!</a:t>
            </a:r>
            <a:endParaRPr lang="en-GB" sz="3200" dirty="0">
              <a:solidFill>
                <a:prstClr val="black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4770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EFCC8-C327-0157-7F06-C40B35C1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7BFE2-44A1-9CB5-2C43-EFD2CFBF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E4E6A4-3FC2-B98A-EDE8-D53E3371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37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12C8B48-A2DD-250A-DDCF-6002436CF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Michael L. Geis, </a:t>
            </a:r>
            <a:r>
              <a:rPr lang="en-GB" altLang="ja-JP" i="1" dirty="0"/>
              <a:t>Language and Communication</a:t>
            </a:r>
            <a:r>
              <a:rPr lang="en-GB" altLang="ja-JP" dirty="0"/>
              <a:t>, Oxford, OUP, 2001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George Orwell, </a:t>
            </a:r>
            <a:r>
              <a:rPr lang="en-GB" altLang="ja-JP" i="1" dirty="0"/>
              <a:t>Nineteen Eighty-Four</a:t>
            </a:r>
            <a:r>
              <a:rPr lang="en-GB" altLang="ja-JP" dirty="0"/>
              <a:t>, the United Kingdom, Harvill Secker, 1949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dirty="0">
                <a:solidFill>
                  <a:prstClr val="black"/>
                </a:solidFill>
              </a:rPr>
              <a:t>Uchio Kondo, </a:t>
            </a:r>
            <a:r>
              <a:rPr lang="en-GB" i="1" dirty="0">
                <a:solidFill>
                  <a:prstClr val="black"/>
                </a:solidFill>
                <a:hlinkClick r:id="rId3"/>
              </a:rPr>
              <a:t>Ruby </a:t>
            </a:r>
            <a:r>
              <a:rPr lang="ja-JP" altLang="en-US" i="1" dirty="0">
                <a:solidFill>
                  <a:prstClr val="black"/>
                </a:solidFill>
                <a:hlinkClick r:id="rId3"/>
              </a:rPr>
              <a:t>の中身の予備知識</a:t>
            </a:r>
            <a:r>
              <a:rPr lang="en-GB" altLang="ja-JP" i="1" dirty="0">
                <a:solidFill>
                  <a:prstClr val="black"/>
                </a:solidFill>
                <a:hlinkClick r:id="rId3"/>
              </a:rPr>
              <a:t> - RubyKaigi </a:t>
            </a:r>
            <a:r>
              <a:rPr lang="ja-JP" altLang="en-US" i="1" dirty="0">
                <a:solidFill>
                  <a:prstClr val="black"/>
                </a:solidFill>
                <a:hlinkClick r:id="rId3"/>
              </a:rPr>
              <a:t>の前に知り鯛</a:t>
            </a:r>
            <a:r>
              <a:rPr lang="en-GB" altLang="ja-JP" dirty="0">
                <a:solidFill>
                  <a:prstClr val="black"/>
                </a:solidFill>
              </a:rPr>
              <a:t>, Tokyo, SmartHR, 2025</a:t>
            </a:r>
            <a:endParaRPr lang="en-US" altLang="ja-JP" dirty="0">
              <a:hlinkClick r:id="rId4"/>
            </a:endParaRP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>
                <a:hlinkClick r:id="rId4"/>
              </a:rPr>
              <a:t>Villains Wiki</a:t>
            </a:r>
            <a:endParaRPr lang="en-US" altLang="ja-JP" dirty="0"/>
          </a:p>
          <a:p>
            <a:pPr marL="725488" lvl="2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/>
              <a:t>Last Accessed At: 28 June 2025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dirty="0"/>
              <a:t>Moore Spring, </a:t>
            </a:r>
            <a:r>
              <a:rPr lang="en-GB" i="1" dirty="0">
                <a:hlinkClick r:id="rId5"/>
              </a:rPr>
              <a:t>Analogy</a:t>
            </a:r>
            <a:r>
              <a:rPr lang="en-GB" dirty="0"/>
              <a:t>, University of California San Diego, California, 2013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ja-JP" altLang="en-US" dirty="0">
                <a:hlinkClick r:id="rId6"/>
              </a:rPr>
              <a:t>プログラマが知るべき</a:t>
            </a:r>
            <a:r>
              <a:rPr lang="en-US" altLang="ja-JP" dirty="0">
                <a:hlinkClick r:id="rId6"/>
              </a:rPr>
              <a:t>97</a:t>
            </a:r>
            <a:r>
              <a:rPr lang="ja-JP" altLang="en-US" dirty="0">
                <a:hlinkClick r:id="rId6"/>
              </a:rPr>
              <a:t>のこと</a:t>
            </a:r>
            <a:endParaRPr lang="en-GB" altLang="ja-JP" dirty="0"/>
          </a:p>
          <a:p>
            <a:pPr marL="717550" lvl="2" indent="-260350">
              <a:tabLst>
                <a:tab pos="268288" algn="l"/>
              </a:tabLst>
            </a:pPr>
            <a:r>
              <a:rPr lang="en-GB" altLang="ja-JP" dirty="0">
                <a:solidFill>
                  <a:prstClr val="black"/>
                </a:solidFill>
                <a:cs typeface="Yu Gothic"/>
              </a:rPr>
              <a:t>Last Accessed On: 05 May 2025</a:t>
            </a:r>
            <a:endParaRPr lang="en-US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/>
              <a:t>Hayato Ishida, </a:t>
            </a:r>
            <a:r>
              <a:rPr lang="en-US" altLang="ja-JP" i="1" dirty="0">
                <a:hlinkClick r:id="rId7"/>
              </a:rPr>
              <a:t>Dive Deeper into Present-Day English Vol.3 -English Vocabulary 1(Compounds</a:t>
            </a:r>
            <a:r>
              <a:rPr lang="ja-JP" altLang="en-US" i="1" dirty="0">
                <a:hlinkClick r:id="rId7"/>
              </a:rPr>
              <a:t>・</a:t>
            </a:r>
            <a:r>
              <a:rPr lang="en-US" altLang="ja-JP" i="1" dirty="0">
                <a:hlinkClick r:id="rId7"/>
              </a:rPr>
              <a:t>Derivatives</a:t>
            </a:r>
            <a:r>
              <a:rPr lang="ja-JP" altLang="en-US" i="1" dirty="0">
                <a:hlinkClick r:id="rId7"/>
              </a:rPr>
              <a:t>・</a:t>
            </a:r>
            <a:r>
              <a:rPr lang="en-US" altLang="ja-JP" i="1" dirty="0">
                <a:hlinkClick r:id="rId7"/>
              </a:rPr>
              <a:t>Load Words)-</a:t>
            </a:r>
            <a:r>
              <a:rPr lang="en-US" altLang="ja-JP" dirty="0"/>
              <a:t>, Tokyo, Hayato Ishida, 2021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/>
              <a:t>Hayato Ishida, </a:t>
            </a:r>
            <a:r>
              <a:rPr lang="en-GB" i="1" dirty="0">
                <a:solidFill>
                  <a:prstClr val="black"/>
                </a:solidFill>
                <a:cs typeface="Calibri"/>
                <a:hlinkClick r:id="rId8"/>
              </a:rPr>
              <a:t>Road to Ruby for A Linguistics Nerd</a:t>
            </a:r>
            <a:r>
              <a:rPr lang="en-US" altLang="ja-JP" dirty="0"/>
              <a:t>, Tokyo, Hayato Ishida, 2025</a:t>
            </a:r>
          </a:p>
        </p:txBody>
      </p:sp>
    </p:spTree>
    <p:extLst>
      <p:ext uri="{BB962C8B-B14F-4D97-AF65-F5344CB8AC3E}">
        <p14:creationId xmlns:p14="http://schemas.microsoft.com/office/powerpoint/2010/main" val="3329932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4663</TotalTime>
  <Words>2208</Words>
  <Application>Microsoft Office PowerPoint</Application>
  <PresentationFormat>Widescreen</PresentationFormat>
  <Paragraphs>351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 (Headings)</vt:lpstr>
      <vt:lpstr>Yu Gothic</vt:lpstr>
      <vt:lpstr>Arial</vt:lpstr>
      <vt:lpstr>Calibri</vt:lpstr>
      <vt:lpstr>Calibri Light</vt:lpstr>
      <vt:lpstr>Office テーマ</vt:lpstr>
      <vt:lpstr>High-Level Programming Languages in AI Era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Let's Think about...</vt:lpstr>
      <vt:lpstr>1. Let's Think about...</vt:lpstr>
      <vt:lpstr>2. The Book I would Like to Introduce</vt:lpstr>
      <vt:lpstr>2. The Book I would Like to Introduce</vt:lpstr>
      <vt:lpstr>3. High-Level Programming Languages in AI Era</vt:lpstr>
      <vt:lpstr>3. High-Level Programming Languages in AI Era</vt:lpstr>
      <vt:lpstr>3. High-Level Programming Languages in AI Era</vt:lpstr>
      <vt:lpstr>3. High-Level Programming Languages in AI Era</vt:lpstr>
      <vt:lpstr>4. Summary of The Worldview of The Book</vt:lpstr>
      <vt:lpstr>4. Summary of The Worldview of The Book</vt:lpstr>
      <vt:lpstr>4. Summary of The Worldview of The Book</vt:lpstr>
      <vt:lpstr>4. Summary of The Worldview of The Book</vt:lpstr>
      <vt:lpstr>5. Newspeak</vt:lpstr>
      <vt:lpstr>5. Newspeak</vt:lpstr>
      <vt:lpstr>5. Newspeak</vt:lpstr>
      <vt:lpstr>5. Newspeak</vt:lpstr>
      <vt:lpstr>5. Newspeak</vt:lpstr>
      <vt:lpstr>5. Newspeak</vt:lpstr>
      <vt:lpstr>5. Newspeak</vt:lpstr>
      <vt:lpstr>6. Why Nineteen Eighty-Four?</vt:lpstr>
      <vt:lpstr>6. Why Nineteen Eighty-Four?</vt:lpstr>
      <vt:lpstr>6. Why Nineteen Eighty-Four?</vt:lpstr>
      <vt:lpstr>6. Why Nineteen Eighty-Four?</vt:lpstr>
      <vt:lpstr>6. Why Nineteen Eighty-Four?</vt:lpstr>
      <vt:lpstr>6. Why Nineteen Eighty-Four?</vt:lpstr>
      <vt:lpstr>6. Why Nineteen Eighty-Four?</vt:lpstr>
      <vt:lpstr>6. Why Nineteen Eighty-Four?</vt:lpstr>
      <vt:lpstr>7. References</vt:lpstr>
      <vt:lpstr>7.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45</cp:revision>
  <dcterms:modified xsi:type="dcterms:W3CDTF">2025-08-31T17:19:01Z</dcterms:modified>
</cp:coreProperties>
</file>