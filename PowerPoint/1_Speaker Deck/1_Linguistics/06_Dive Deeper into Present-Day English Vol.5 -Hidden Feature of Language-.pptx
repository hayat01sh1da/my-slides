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87" r:id="rId3"/>
    <p:sldId id="407" r:id="rId4"/>
    <p:sldId id="387" r:id="rId5"/>
    <p:sldId id="286" r:id="rId6"/>
    <p:sldId id="417" r:id="rId7"/>
    <p:sldId id="280" r:id="rId8"/>
    <p:sldId id="408" r:id="rId9"/>
    <p:sldId id="311" r:id="rId10"/>
    <p:sldId id="259" r:id="rId11"/>
    <p:sldId id="330" r:id="rId12"/>
    <p:sldId id="409" r:id="rId13"/>
    <p:sldId id="410" r:id="rId14"/>
    <p:sldId id="411" r:id="rId15"/>
    <p:sldId id="325" r:id="rId16"/>
    <p:sldId id="354" r:id="rId17"/>
    <p:sldId id="412" r:id="rId18"/>
    <p:sldId id="413" r:id="rId19"/>
    <p:sldId id="414" r:id="rId20"/>
    <p:sldId id="326" r:id="rId21"/>
    <p:sldId id="336" r:id="rId22"/>
    <p:sldId id="385" r:id="rId23"/>
    <p:sldId id="386" r:id="rId24"/>
    <p:sldId id="415" r:id="rId25"/>
    <p:sldId id="416" r:id="rId26"/>
    <p:sldId id="328" r:id="rId27"/>
    <p:sldId id="295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0F2226EC-CD17-4EA5-BF50-7CCDF72C588D}"/>
    <pc:docChg chg="undo custSel addSld modSld">
      <pc:chgData name="Hayato Ishida" userId="585fa0fa6384767c" providerId="LiveId" clId="{0F2226EC-CD17-4EA5-BF50-7CCDF72C588D}" dt="2025-08-31T17:21:25.022" v="20"/>
      <pc:docMkLst>
        <pc:docMk/>
      </pc:docMkLst>
      <pc:sldChg chg="addSp delSp modSp mod">
        <pc:chgData name="Hayato Ishida" userId="585fa0fa6384767c" providerId="LiveId" clId="{0F2226EC-CD17-4EA5-BF50-7CCDF72C588D}" dt="2025-08-31T17:21:11.008" v="17"/>
        <pc:sldMkLst>
          <pc:docMk/>
          <pc:sldMk cId="155858466" sldId="286"/>
        </pc:sldMkLst>
        <pc:spChg chg="add del mod">
          <ac:chgData name="Hayato Ishida" userId="585fa0fa6384767c" providerId="LiveId" clId="{0F2226EC-CD17-4EA5-BF50-7CCDF72C588D}" dt="2025-08-31T17:21:10.677" v="16" actId="478"/>
          <ac:spMkLst>
            <pc:docMk/>
            <pc:sldMk cId="155858466" sldId="286"/>
            <ac:spMk id="3" creationId="{6704F946-6A3C-3AD7-94D3-952813B13316}"/>
          </ac:spMkLst>
        </pc:spChg>
        <pc:spChg chg="add mod">
          <ac:chgData name="Hayato Ishida" userId="585fa0fa6384767c" providerId="LiveId" clId="{0F2226EC-CD17-4EA5-BF50-7CCDF72C588D}" dt="2025-08-31T17:21:08.565" v="15"/>
          <ac:spMkLst>
            <pc:docMk/>
            <pc:sldMk cId="155858466" sldId="286"/>
            <ac:spMk id="4" creationId="{023F6335-5CB9-AC24-8C21-CCD5D385CA2D}"/>
          </ac:spMkLst>
        </pc:spChg>
        <pc:spChg chg="add mod">
          <ac:chgData name="Hayato Ishida" userId="585fa0fa6384767c" providerId="LiveId" clId="{0F2226EC-CD17-4EA5-BF50-7CCDF72C588D}" dt="2025-08-31T17:21:11.008" v="17"/>
          <ac:spMkLst>
            <pc:docMk/>
            <pc:sldMk cId="155858466" sldId="286"/>
            <ac:spMk id="6" creationId="{9DB80CB8-0A69-DAA5-953A-F503EA370238}"/>
          </ac:spMkLst>
        </pc:spChg>
        <pc:spChg chg="del">
          <ac:chgData name="Hayato Ishida" userId="585fa0fa6384767c" providerId="LiveId" clId="{0F2226EC-CD17-4EA5-BF50-7CCDF72C588D}" dt="2025-08-31T17:21:07.049" v="13" actId="478"/>
          <ac:spMkLst>
            <pc:docMk/>
            <pc:sldMk cId="155858466" sldId="286"/>
            <ac:spMk id="7" creationId="{DC4A6ADD-6A40-75DB-8100-5EDB1C65CA1B}"/>
          </ac:spMkLst>
        </pc:spChg>
        <pc:spChg chg="del">
          <ac:chgData name="Hayato Ishida" userId="585fa0fa6384767c" providerId="LiveId" clId="{0F2226EC-CD17-4EA5-BF50-7CCDF72C588D}" dt="2025-08-31T17:21:07.049" v="13" actId="478"/>
          <ac:spMkLst>
            <pc:docMk/>
            <pc:sldMk cId="155858466" sldId="286"/>
            <ac:spMk id="9" creationId="{3E64A7A6-1C97-83D6-39CA-2238B8D89F17}"/>
          </ac:spMkLst>
        </pc:spChg>
        <pc:graphicFrameChg chg="add mod">
          <ac:chgData name="Hayato Ishida" userId="585fa0fa6384767c" providerId="LiveId" clId="{0F2226EC-CD17-4EA5-BF50-7CCDF72C588D}" dt="2025-08-31T17:21:07.774" v="14"/>
          <ac:graphicFrameMkLst>
            <pc:docMk/>
            <pc:sldMk cId="155858466" sldId="286"/>
            <ac:graphicFrameMk id="5" creationId="{BFB374B9-D009-8F31-8434-20C643C5D928}"/>
          </ac:graphicFrameMkLst>
        </pc:graphicFrameChg>
        <pc:graphicFrameChg chg="add mod">
          <ac:chgData name="Hayato Ishida" userId="585fa0fa6384767c" providerId="LiveId" clId="{0F2226EC-CD17-4EA5-BF50-7CCDF72C588D}" dt="2025-08-31T17:21:11.008" v="17"/>
          <ac:graphicFrameMkLst>
            <pc:docMk/>
            <pc:sldMk cId="155858466" sldId="286"/>
            <ac:graphicFrameMk id="10" creationId="{596D6D63-D82B-4450-B170-0AE875E1D96B}"/>
          </ac:graphicFrameMkLst>
        </pc:graphicFrameChg>
      </pc:sldChg>
      <pc:sldChg chg="addSp delSp modSp mod">
        <pc:chgData name="Hayato Ishida" userId="585fa0fa6384767c" providerId="LiveId" clId="{0F2226EC-CD17-4EA5-BF50-7CCDF72C588D}" dt="2025-08-31T17:11:40.623" v="4"/>
        <pc:sldMkLst>
          <pc:docMk/>
          <pc:sldMk cId="654251065" sldId="287"/>
        </pc:sldMkLst>
        <pc:spChg chg="add del mod">
          <ac:chgData name="Hayato Ishida" userId="585fa0fa6384767c" providerId="LiveId" clId="{0F2226EC-CD17-4EA5-BF50-7CCDF72C588D}" dt="2025-08-31T17:11:40.156" v="3" actId="478"/>
          <ac:spMkLst>
            <pc:docMk/>
            <pc:sldMk cId="654251065" sldId="287"/>
            <ac:spMk id="3" creationId="{74572BB0-EA19-65A4-3861-3EDDA2D59D11}"/>
          </ac:spMkLst>
        </pc:spChg>
        <pc:spChg chg="add mod">
          <ac:chgData name="Hayato Ishida" userId="585fa0fa6384767c" providerId="LiveId" clId="{0F2226EC-CD17-4EA5-BF50-7CCDF72C588D}" dt="2025-08-31T17:11:40.623" v="4"/>
          <ac:spMkLst>
            <pc:docMk/>
            <pc:sldMk cId="654251065" sldId="287"/>
            <ac:spMk id="5" creationId="{C7085725-4FA2-A783-5652-35F0AD1BED33}"/>
          </ac:spMkLst>
        </pc:spChg>
        <pc:spChg chg="del">
          <ac:chgData name="Hayato Ishida" userId="585fa0fa6384767c" providerId="LiveId" clId="{0F2226EC-CD17-4EA5-BF50-7CCDF72C588D}" dt="2025-08-31T17:11:36.554" v="0" actId="478"/>
          <ac:spMkLst>
            <pc:docMk/>
            <pc:sldMk cId="654251065" sldId="287"/>
            <ac:spMk id="10" creationId="{0BCF573B-A76D-0E90-60E1-E3FED62E3154}"/>
          </ac:spMkLst>
        </pc:spChg>
        <pc:picChg chg="add mod">
          <ac:chgData name="Hayato Ishida" userId="585fa0fa6384767c" providerId="LiveId" clId="{0F2226EC-CD17-4EA5-BF50-7CCDF72C588D}" dt="2025-08-31T17:11:40.623" v="4"/>
          <ac:picMkLst>
            <pc:docMk/>
            <pc:sldMk cId="654251065" sldId="287"/>
            <ac:picMk id="4" creationId="{9A43A72C-9210-5E68-A240-665D37028638}"/>
          </ac:picMkLst>
        </pc:picChg>
        <pc:picChg chg="del">
          <ac:chgData name="Hayato Ishida" userId="585fa0fa6384767c" providerId="LiveId" clId="{0F2226EC-CD17-4EA5-BF50-7CCDF72C588D}" dt="2025-08-31T17:11:36.554" v="0" actId="478"/>
          <ac:picMkLst>
            <pc:docMk/>
            <pc:sldMk cId="654251065" sldId="287"/>
            <ac:picMk id="12" creationId="{35D176C3-BC5A-0E79-7C35-8FD2091DA89B}"/>
          </ac:picMkLst>
        </pc:picChg>
      </pc:sldChg>
      <pc:sldChg chg="addSp delSp modSp mod">
        <pc:chgData name="Hayato Ishida" userId="585fa0fa6384767c" providerId="LiveId" clId="{0F2226EC-CD17-4EA5-BF50-7CCDF72C588D}" dt="2025-08-31T17:16:35.971" v="12"/>
        <pc:sldMkLst>
          <pc:docMk/>
          <pc:sldMk cId="417452178" sldId="387"/>
        </pc:sldMkLst>
        <pc:spChg chg="add del mod">
          <ac:chgData name="Hayato Ishida" userId="585fa0fa6384767c" providerId="LiveId" clId="{0F2226EC-CD17-4EA5-BF50-7CCDF72C588D}" dt="2025-08-31T17:16:34.910" v="11" actId="478"/>
          <ac:spMkLst>
            <pc:docMk/>
            <pc:sldMk cId="417452178" sldId="387"/>
            <ac:spMk id="3" creationId="{46615CC2-73D6-7E28-4AB7-A3966493E3C9}"/>
          </ac:spMkLst>
        </pc:spChg>
        <pc:spChg chg="add del mod">
          <ac:chgData name="Hayato Ishida" userId="585fa0fa6384767c" providerId="LiveId" clId="{0F2226EC-CD17-4EA5-BF50-7CCDF72C588D}" dt="2025-08-31T17:16:34.910" v="11" actId="478"/>
          <ac:spMkLst>
            <pc:docMk/>
            <pc:sldMk cId="417452178" sldId="387"/>
            <ac:spMk id="5" creationId="{EEEEE9A9-6AB6-6204-2481-7374A4014924}"/>
          </ac:spMkLst>
        </pc:spChg>
        <pc:spChg chg="del">
          <ac:chgData name="Hayato Ishida" userId="585fa0fa6384767c" providerId="LiveId" clId="{0F2226EC-CD17-4EA5-BF50-7CCDF72C588D}" dt="2025-08-31T17:16:32.895" v="10" actId="478"/>
          <ac:spMkLst>
            <pc:docMk/>
            <pc:sldMk cId="417452178" sldId="387"/>
            <ac:spMk id="6" creationId="{4CC4D21A-B798-902A-AD2F-CCEF45BA0CC8}"/>
          </ac:spMkLst>
        </pc:spChg>
        <pc:spChg chg="del">
          <ac:chgData name="Hayato Ishida" userId="585fa0fa6384767c" providerId="LiveId" clId="{0F2226EC-CD17-4EA5-BF50-7CCDF72C588D}" dt="2025-08-31T17:16:32.895" v="10" actId="478"/>
          <ac:spMkLst>
            <pc:docMk/>
            <pc:sldMk cId="417452178" sldId="387"/>
            <ac:spMk id="7" creationId="{F4EECFEB-CDB9-69A5-6CEA-9BCBE6B4DFDF}"/>
          </ac:spMkLst>
        </pc:spChg>
        <pc:spChg chg="add mod">
          <ac:chgData name="Hayato Ishida" userId="585fa0fa6384767c" providerId="LiveId" clId="{0F2226EC-CD17-4EA5-BF50-7CCDF72C588D}" dt="2025-08-31T17:16:35.971" v="12"/>
          <ac:spMkLst>
            <pc:docMk/>
            <pc:sldMk cId="417452178" sldId="387"/>
            <ac:spMk id="9" creationId="{14ED262C-B708-AE12-6F9A-64006BE99E89}"/>
          </ac:spMkLst>
        </pc:spChg>
        <pc:spChg chg="add mod">
          <ac:chgData name="Hayato Ishida" userId="585fa0fa6384767c" providerId="LiveId" clId="{0F2226EC-CD17-4EA5-BF50-7CCDF72C588D}" dt="2025-08-31T17:16:35.971" v="12"/>
          <ac:spMkLst>
            <pc:docMk/>
            <pc:sldMk cId="417452178" sldId="387"/>
            <ac:spMk id="10" creationId="{A8DE5AF4-BD51-D3BE-4FF3-3391766DCC82}"/>
          </ac:spMkLst>
        </pc:spChg>
      </pc:sldChg>
      <pc:sldChg chg="addSp delSp modSp mod">
        <pc:chgData name="Hayato Ishida" userId="585fa0fa6384767c" providerId="LiveId" clId="{0F2226EC-CD17-4EA5-BF50-7CCDF72C588D}" dt="2025-08-31T17:16:28.324" v="9" actId="478"/>
        <pc:sldMkLst>
          <pc:docMk/>
          <pc:sldMk cId="2978262175" sldId="407"/>
        </pc:sldMkLst>
        <pc:spChg chg="add del mod">
          <ac:chgData name="Hayato Ishida" userId="585fa0fa6384767c" providerId="LiveId" clId="{0F2226EC-CD17-4EA5-BF50-7CCDF72C588D}" dt="2025-08-31T17:16:28.324" v="9" actId="478"/>
          <ac:spMkLst>
            <pc:docMk/>
            <pc:sldMk cId="2978262175" sldId="407"/>
            <ac:spMk id="3" creationId="{D5B773CA-D7A3-98A4-9EE2-3E776D15D708}"/>
          </ac:spMkLst>
        </pc:spChg>
        <pc:spChg chg="add del mod">
          <ac:chgData name="Hayato Ishida" userId="585fa0fa6384767c" providerId="LiveId" clId="{0F2226EC-CD17-4EA5-BF50-7CCDF72C588D}" dt="2025-08-31T17:16:28.324" v="9" actId="478"/>
          <ac:spMkLst>
            <pc:docMk/>
            <pc:sldMk cId="2978262175" sldId="407"/>
            <ac:spMk id="5" creationId="{56C746F8-B6FD-6A55-3440-712C9F0A38EC}"/>
          </ac:spMkLst>
        </pc:spChg>
        <pc:spChg chg="add mod">
          <ac:chgData name="Hayato Ishida" userId="585fa0fa6384767c" providerId="LiveId" clId="{0F2226EC-CD17-4EA5-BF50-7CCDF72C588D}" dt="2025-08-31T17:14:34.237" v="7"/>
          <ac:spMkLst>
            <pc:docMk/>
            <pc:sldMk cId="2978262175" sldId="407"/>
            <ac:spMk id="6" creationId="{C4AF1554-0EDB-B389-A4DC-F465A6E66811}"/>
          </ac:spMkLst>
        </pc:spChg>
        <pc:spChg chg="add mod">
          <ac:chgData name="Hayato Ishida" userId="585fa0fa6384767c" providerId="LiveId" clId="{0F2226EC-CD17-4EA5-BF50-7CCDF72C588D}" dt="2025-08-31T17:14:34.237" v="7"/>
          <ac:spMkLst>
            <pc:docMk/>
            <pc:sldMk cId="2978262175" sldId="407"/>
            <ac:spMk id="7" creationId="{2DFEB9AA-C938-8AD2-2A17-B4077890DE1A}"/>
          </ac:spMkLst>
        </pc:spChg>
        <pc:spChg chg="add del">
          <ac:chgData name="Hayato Ishida" userId="585fa0fa6384767c" providerId="LiveId" clId="{0F2226EC-CD17-4EA5-BF50-7CCDF72C588D}" dt="2025-08-31T17:16:28.324" v="9" actId="478"/>
          <ac:spMkLst>
            <pc:docMk/>
            <pc:sldMk cId="2978262175" sldId="407"/>
            <ac:spMk id="9" creationId="{1FBE0558-A36D-E216-E2C1-719E223780D5}"/>
          </ac:spMkLst>
        </pc:spChg>
        <pc:spChg chg="add del">
          <ac:chgData name="Hayato Ishida" userId="585fa0fa6384767c" providerId="LiveId" clId="{0F2226EC-CD17-4EA5-BF50-7CCDF72C588D}" dt="2025-08-31T17:16:28.324" v="9" actId="478"/>
          <ac:spMkLst>
            <pc:docMk/>
            <pc:sldMk cId="2978262175" sldId="407"/>
            <ac:spMk id="10" creationId="{45885E2A-9A6E-037E-12A8-07D43B0256DF}"/>
          </ac:spMkLst>
        </pc:spChg>
      </pc:sldChg>
      <pc:sldChg chg="addSp delSp modSp add mod">
        <pc:chgData name="Hayato Ishida" userId="585fa0fa6384767c" providerId="LiveId" clId="{0F2226EC-CD17-4EA5-BF50-7CCDF72C588D}" dt="2025-08-31T17:21:25.022" v="20"/>
        <pc:sldMkLst>
          <pc:docMk/>
          <pc:sldMk cId="1636715939" sldId="417"/>
        </pc:sldMkLst>
        <pc:graphicFrameChg chg="add mod">
          <ac:chgData name="Hayato Ishida" userId="585fa0fa6384767c" providerId="LiveId" clId="{0F2226EC-CD17-4EA5-BF50-7CCDF72C588D}" dt="2025-08-31T17:21:25.022" v="20"/>
          <ac:graphicFrameMkLst>
            <pc:docMk/>
            <pc:sldMk cId="1636715939" sldId="417"/>
            <ac:graphicFrameMk id="2" creationId="{3655CE41-C826-3BD5-8D12-7533DFA33FEF}"/>
          </ac:graphicFrameMkLst>
        </pc:graphicFrameChg>
        <pc:graphicFrameChg chg="del">
          <ac:chgData name="Hayato Ishida" userId="585fa0fa6384767c" providerId="LiveId" clId="{0F2226EC-CD17-4EA5-BF50-7CCDF72C588D}" dt="2025-08-31T17:21:24.660" v="19" actId="478"/>
          <ac:graphicFrameMkLst>
            <pc:docMk/>
            <pc:sldMk cId="1636715939" sldId="417"/>
            <ac:graphicFrameMk id="10" creationId="{DFDD91EB-33CA-CFB5-ABFF-2A85BDE98F37}"/>
          </ac:graphicFrameMkLst>
        </pc:graphicFrameChg>
      </pc:sldChg>
    </pc:docChg>
  </pc:docChgLst>
  <pc:docChgLst>
    <pc:chgData name="Hayato Ishida" userId="585fa0fa6384767c" providerId="LiveId" clId="{0EE88A68-17E0-4015-92B4-2D339B4CC14B}"/>
    <pc:docChg chg="custSel modSld">
      <pc:chgData name="Hayato Ishida" userId="585fa0fa6384767c" providerId="LiveId" clId="{0EE88A68-17E0-4015-92B4-2D339B4CC14B}" dt="2025-06-05T15:01:23.103" v="9" actId="20577"/>
      <pc:docMkLst>
        <pc:docMk/>
      </pc:docMkLst>
      <pc:sldChg chg="addSp delSp modSp mod">
        <pc:chgData name="Hayato Ishida" userId="585fa0fa6384767c" providerId="LiveId" clId="{0EE88A68-17E0-4015-92B4-2D339B4CC14B}" dt="2025-05-03T11:40:00.724" v="8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0EE88A68-17E0-4015-92B4-2D339B4CC14B}" dt="2025-05-03T11:38:53.812" v="7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0EE88A68-17E0-4015-92B4-2D339B4CC14B}" dt="2025-05-03T11:37:58.904" v="6"/>
        <pc:sldMkLst>
          <pc:docMk/>
          <pc:sldMk cId="654251065" sldId="287"/>
        </pc:sldMkLst>
      </pc:sldChg>
      <pc:sldChg chg="modSp mod">
        <pc:chgData name="Hayato Ishida" userId="585fa0fa6384767c" providerId="LiveId" clId="{0EE88A68-17E0-4015-92B4-2D339B4CC14B}" dt="2025-06-05T15:01:23.103" v="9" actId="20577"/>
        <pc:sldMkLst>
          <pc:docMk/>
          <pc:sldMk cId="3041246571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7483F-3F00-45CA-B9CE-71766AA0FCE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2850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5VM825-dive-deeper-into-presentday-english-vol5-hidden-features-of-languag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image" Target="../media/image1.jpg"/><Relationship Id="rId7" Type="http://schemas.openxmlformats.org/officeDocument/2006/relationships/slide" Target="slide2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0.xml"/><Relationship Id="rId5" Type="http://schemas.openxmlformats.org/officeDocument/2006/relationships/slide" Target="slide15.xml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Dive Deeper into</a:t>
            </a:r>
            <a:b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</a:br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Present-Day English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 Vol.5 -Hidden Feature of Language-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(Headings)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16 July 2024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7D414AC2-1833-93BF-954B-2E2E39354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1822FB0C-C840-3B3F-AAA7-4EA9C3B86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3A72C-9210-5E68-A240-665D37028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C7085725-4FA2-A783-5652-35F0AD1BE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51EF88E-FFFA-549B-2569-5C543AFB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14ED262C-B708-AE12-6F9A-64006BE9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A8DE5AF4-BD51-D3BE-4FF3-3391766DC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E25AF520-4518-AE68-85A1-5A271380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9DB80CB8-0A69-DAA5-953A-F503EA370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96D6D63-D82B-4450-B170-0AE875E1D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216378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6E1AC-AC53-CC41-C6E8-5B6AF18A9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FFBB46DF-DAEB-091B-2980-5283A748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64E6E8DD-0F3E-A890-E8E6-17942FFF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55CE41-C826-3BD5-8D12-7533DFA33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13628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715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0E4E7651-3CDB-0485-0216-0215E0B0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F353C9D8-257A-8296-A6B5-F7B0BC66B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EC456CED-C66E-3A5D-3366-A1AA8D2D6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Tech Conferences</a:t>
            </a:r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Goals of This Series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deep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6670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simply</a:t>
            </a:r>
            <a:r>
              <a:rPr kumimoji="0" lang="en-GB" sz="2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tool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knowing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5080" lvl="1" indent="-267335" defTabSz="914400" eaLnBrk="1" fontAlgn="auto" latinLnBrk="0" hangingPunct="1">
              <a:lnSpc>
                <a:spcPts val="2160"/>
              </a:lnSpc>
              <a:spcBef>
                <a:spcPts val="56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"He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foreign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nothing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own."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Johann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Wolfgang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von 	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Goethe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pursue</a:t>
            </a: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essence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does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instantly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later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6733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think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meaningless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genuine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418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Language Is a Culture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Language Is a Dress Code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Wrap-Up of This Series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8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Language Is a Culture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Language Is a Culture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Quote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Tx/>
              <a:buNone/>
              <a:tabLst>
                <a:tab pos="7768590" algn="l"/>
              </a:tabLst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others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depends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relationships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them.</a:t>
            </a:r>
            <a:r>
              <a:rPr lang="en-GB" sz="2400" i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My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friends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41605" lvl="0" indent="0" defTabSz="914400" eaLnBrk="1" fontAlgn="auto" latinLnBrk="0" hangingPunct="1">
              <a:lnSpc>
                <a:spcPts val="259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None/>
              <a:tabLst>
                <a:tab pos="1629410" algn="l"/>
                <a:tab pos="7545070" algn="l"/>
              </a:tabLst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Mike.</a:t>
            </a:r>
            <a:r>
              <a:rPr lang="en-GB" sz="2400" i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However,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students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Prof.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Geis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Dr.</a:t>
            </a:r>
            <a:r>
              <a:rPr kumimoji="0" lang="en-GB" sz="2400" b="0" i="1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Geis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Mr.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Geis,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even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though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usually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encourage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call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Mike.</a:t>
            </a:r>
            <a:r>
              <a:rPr lang="en-GB" sz="2400" i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American professors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encourage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order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signal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feeling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solidarity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students.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53365" lvl="0" indent="0" defTabSz="914400" eaLnBrk="1" fontAlgn="auto" latinLnBrk="0" hangingPunct="1">
              <a:lnSpc>
                <a:spcPct val="9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Tx/>
              <a:buNone/>
              <a:tabLst>
                <a:tab pos="1479550" algn="l"/>
              </a:tabLst>
              <a:defRPr/>
            </a:pP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Nevertheless,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difference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between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professors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students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large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students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feel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comfortable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title</a:t>
            </a:r>
            <a:r>
              <a:rPr kumimoji="0" lang="en-GB" sz="2400" b="0" i="1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plus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name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lang="en-GB" sz="24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name.</a:t>
            </a:r>
            <a:r>
              <a:rPr lang="en-GB" sz="2400" i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Oriental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students</a:t>
            </a:r>
            <a:r>
              <a:rPr kumimoji="0" lang="en-GB" sz="24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study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United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States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normally</a:t>
            </a:r>
            <a:r>
              <a:rPr kumimoji="0" lang="en-GB" sz="2400" b="0" i="1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feel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very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uncomfortable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professor's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name,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least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beginning.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Reference: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p.51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ll.10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20,</a:t>
            </a:r>
            <a:r>
              <a:rPr kumimoji="0" lang="en-GB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Michael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L.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Geis,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18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8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Language Is a Culture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</a:t>
            </a:r>
            <a:r>
              <a:rPr kumimoji="0" lang="en-GB" sz="2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r>
              <a:rPr kumimoji="0" lang="en-GB" sz="2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Factors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Determine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Closeness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Social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Status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Respect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1355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Language Is a Culture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8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Difference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8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Politeness</a:t>
            </a:r>
            <a:r>
              <a:rPr kumimoji="0" lang="en-GB" sz="2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between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Western</a:t>
            </a:r>
            <a:r>
              <a:rPr kumimoji="0" lang="en-GB" sz="2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800" b="1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Eastern</a:t>
            </a:r>
            <a:r>
              <a:rPr kumimoji="0" lang="en-GB" sz="2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Western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0" indent="-260350" defTabSz="91440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lang="en-GB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friendliness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0" indent="-26035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Solidarity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brings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psychological</a:t>
            </a:r>
            <a:r>
              <a:rPr kumimoji="0" lang="en-GB" sz="20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safety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boosts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productivity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via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intense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collaboration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077913" marR="0" lvl="1" indent="-150813" defTabSz="914400" eaLnBrk="1" fontAlgn="auto" latinLnBrk="0" hangingPunct="1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077913" algn="l"/>
              </a:tabLst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→</a:t>
            </a:r>
            <a:r>
              <a:rPr kumimoji="0" lang="en-GB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1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lets</a:t>
            </a:r>
            <a:r>
              <a:rPr kumimoji="0" lang="en-GB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call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him/her</a:t>
            </a:r>
            <a:r>
              <a:rPr kumimoji="0" lang="en-GB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name</a:t>
            </a:r>
            <a:r>
              <a:rPr kumimoji="0" lang="en-GB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lower a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psychological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hurdle.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Eastern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350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keep</a:t>
            </a:r>
            <a:r>
              <a:rPr kumimoji="0" lang="en-GB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best</a:t>
            </a:r>
            <a:r>
              <a:rPr kumimoji="0" lang="en-GB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psychological</a:t>
            </a:r>
            <a:r>
              <a:rPr kumimoji="0" lang="en-GB" sz="20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distance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35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Japanese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expresses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concept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via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exalted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humble</a:t>
            </a:r>
            <a:r>
              <a:rPr kumimoji="0" lang="en-GB" sz="20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polite</a:t>
            </a:r>
            <a:r>
              <a:rPr kumimoji="0" lang="en-GB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077913" marR="0" lvl="2" indent="-150813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87450" algn="l"/>
              </a:tabLst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→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maintain</a:t>
            </a:r>
            <a:r>
              <a:rPr kumimoji="0" lang="en-GB" sz="16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strain</a:t>
            </a:r>
            <a:r>
              <a:rPr kumimoji="0" lang="en-GB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relation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careful</a:t>
            </a:r>
            <a:r>
              <a:rPr kumimoji="0" lang="en-GB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language.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908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Language Is a Culture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8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Asians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Adapt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8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Western</a:t>
            </a:r>
            <a:r>
              <a:rPr kumimoji="0" lang="en-GB" sz="28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Culture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Phase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1: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</a:t>
            </a: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Conflict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Western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their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Own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Cultures</a:t>
            </a:r>
          </a:p>
          <a:p>
            <a:pPr marL="730250" marR="0" lvl="1" indent="-260350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Politeness: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show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friendliness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vs.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keep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best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distance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350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Particularly,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Asians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think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calling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superior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without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title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rude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behaviour.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Phase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2: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Acquisition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Western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</a:p>
          <a:p>
            <a:pPr marL="730250" marR="0" lvl="1" indent="-260350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Experience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western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culture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via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35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0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conflicts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Cultural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conflicts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fill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gaps.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67970" marR="4155440" lvl="0" indent="-267970" algn="r" defTabSz="914400" eaLnBrk="1" fontAlgn="auto" latinLnBrk="0" hangingPunct="1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67970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Phase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3: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Adaptation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Western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Culture</a:t>
            </a:r>
          </a:p>
          <a:p>
            <a:pPr marL="260350" marR="4145279" lvl="1" indent="-260350" algn="r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603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Receive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cardiac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output</a:t>
            </a:r>
            <a:r>
              <a:rPr kumimoji="0" lang="en-GB" sz="20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cultural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differences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350" defTabSz="91440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Reflect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understanding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speech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87450" marR="0" lvl="2" indent="-26035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87450" algn="l"/>
              </a:tabLst>
              <a:defRPr/>
            </a:pP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</a:t>
            </a:r>
            <a:r>
              <a:rPr kumimoji="0" lang="en-GB" sz="1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Hesitation</a:t>
            </a:r>
            <a:r>
              <a:rPr kumimoji="0" lang="en-GB" sz="17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call</a:t>
            </a:r>
            <a:r>
              <a:rPr kumimoji="0" lang="en-GB" sz="1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</a:t>
            </a:r>
            <a:r>
              <a:rPr kumimoji="0" lang="en-GB" sz="1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else</a:t>
            </a:r>
            <a:r>
              <a:rPr kumimoji="0" lang="en-GB" sz="1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1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their</a:t>
            </a:r>
            <a:r>
              <a:rPr kumimoji="0" lang="en-GB" sz="17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first</a:t>
            </a:r>
            <a:r>
              <a:rPr kumimoji="0" lang="en-GB" sz="1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name</a:t>
            </a:r>
            <a:r>
              <a:rPr kumimoji="0" lang="en-GB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17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1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gone.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Acquisition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Adaptation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culture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rebuild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their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identities.</a:t>
            </a:r>
          </a:p>
        </p:txBody>
      </p:sp>
    </p:spTree>
    <p:extLst>
      <p:ext uri="{BB962C8B-B14F-4D97-AF65-F5344CB8AC3E}">
        <p14:creationId xmlns:p14="http://schemas.microsoft.com/office/powerpoint/2010/main" val="599202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Language Is a Dress Code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Language Is a Dress Code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Quote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53670" lvl="0" indent="0" defTabSz="91440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>
                <a:tab pos="8864600" algn="l"/>
              </a:tabLst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formal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social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gatherings,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normally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wear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expensive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less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comfortable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clothes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meet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close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friends.</a:t>
            </a:r>
            <a:r>
              <a:rPr lang="en-GB" sz="2400" i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While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friends,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wear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clothes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less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expensive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comfortable.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08585" lvl="0" indent="0" defTabSz="914400" eaLnBrk="1" fontAlgn="auto" latinLnBrk="0" hangingPunct="1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64410" algn="l"/>
              </a:tabLst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(snip)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wearing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expensive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clothes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formal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gatherings,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respect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those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with.</a:t>
            </a:r>
            <a:r>
              <a:rPr lang="en-GB" sz="2400" i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wearing</a:t>
            </a:r>
            <a:r>
              <a:rPr kumimoji="0" lang="en-GB" sz="24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less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expensive,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4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comfortable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clothes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while</a:t>
            </a:r>
            <a:r>
              <a:rPr kumimoji="0" lang="en-GB" sz="2400" b="0" i="1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friends,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solidarity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48590" lvl="0" indent="0" defTabSz="914400" eaLnBrk="1" fontAlgn="auto" latinLnBrk="0" hangingPunct="1">
              <a:lnSpc>
                <a:spcPct val="901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Tx/>
              <a:buNone/>
              <a:tabLst>
                <a:tab pos="4878705" algn="l"/>
                <a:tab pos="6304280" algn="l"/>
              </a:tabLst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(snip)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true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talk.</a:t>
            </a:r>
            <a:r>
              <a:rPr lang="en-GB" sz="2400" i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formal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speech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styles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social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gathering,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respect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listeners.</a:t>
            </a:r>
            <a:r>
              <a:rPr lang="en-GB" sz="2400" i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less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formal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speech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styles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friends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intimates,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solidarity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Reference: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p.59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60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ll.25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18,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Michael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L.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Geis,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18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8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Language Is a Dress Code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Quote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330835" lvl="0" indent="0" defTabSz="91440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>
                <a:tab pos="9429115" algn="l"/>
              </a:tabLst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(snip)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talk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reflects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social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contexts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in,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casual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speech contexts,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free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casual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forms,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must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them.</a:t>
            </a:r>
            <a:r>
              <a:rPr lang="en-GB" sz="2400" i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Close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friends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might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think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playing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joke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were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wear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tuxedo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>
                <a:tab pos="1982470" algn="l"/>
              </a:tabLst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informal</a:t>
            </a:r>
            <a:r>
              <a:rPr kumimoji="0" lang="en-GB" sz="2400" b="0" i="1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party.</a:t>
            </a:r>
            <a:r>
              <a:rPr lang="en-GB" sz="2400" i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Similarly,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were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precise,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careful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speech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close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friends,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think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playing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joke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sort.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Reference:</a:t>
            </a:r>
            <a:r>
              <a:rPr kumimoji="0" lang="en-GB" sz="1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p.59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60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ll.25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18,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Michael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L.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Geis,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18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8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2280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Language Is a Dress Code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Types</a:t>
            </a:r>
            <a:r>
              <a:rPr kumimoji="0" lang="en-GB" sz="2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Speech</a:t>
            </a:r>
            <a:r>
              <a:rPr kumimoji="0" lang="en-GB" sz="2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Styles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66CA9C6B-EE78-F0C0-4FEE-7F0C74602B09}"/>
              </a:ext>
            </a:extLst>
          </p:cNvPr>
          <p:cNvGraphicFramePr>
            <a:graphicFrameLocks noGrp="1"/>
          </p:cNvGraphicFramePr>
          <p:nvPr/>
        </p:nvGraphicFramePr>
        <p:xfrm>
          <a:off x="943470" y="2290445"/>
          <a:ext cx="8743950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0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Speech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Styles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Social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Situations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Formal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speech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style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Formal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gathering,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Dinner,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Funeral,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Ceremony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Consultative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speech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style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Meeting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work,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Lecture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university,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Union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someone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new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Casual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speech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style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Casual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gathering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together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someone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know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well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Intimate</a:t>
                      </a:r>
                      <a:r>
                        <a:rPr sz="18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style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Private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gathering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together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someone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close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74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Language Is a Dress Code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Social</a:t>
            </a:r>
            <a:r>
              <a:rPr kumimoji="0" lang="en-GB" sz="2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Situations</a:t>
            </a: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Behaviours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kern="0" spc="-1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1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kern="0" spc="-1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1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kern="0" spc="-1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374015" marR="5080" lvl="0" indent="-361950" defTabSz="914400" eaLnBrk="1" fontAlgn="auto" latinLnBrk="0" hangingPunct="1">
              <a:lnSpc>
                <a:spcPct val="901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→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must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comply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protocol</a:t>
            </a:r>
            <a:r>
              <a:rPr kumimoji="0" lang="en-GB" sz="24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based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time,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place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occasion</a:t>
            </a:r>
            <a:r>
              <a:rPr kumimoji="0" lang="en-GB" sz="24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paying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attention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speech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style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employ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clothes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get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dressed</a:t>
            </a: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EAB3B23B-2556-A010-0718-A2B4E64A45CF}"/>
              </a:ext>
            </a:extLst>
          </p:cNvPr>
          <p:cNvGraphicFramePr>
            <a:graphicFrameLocks noGrp="1"/>
          </p:cNvGraphicFramePr>
          <p:nvPr/>
        </p:nvGraphicFramePr>
        <p:xfrm>
          <a:off x="943470" y="2290445"/>
          <a:ext cx="10244453" cy="2142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Social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Situations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Dress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Speech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Styles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Signs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Formal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Gatherings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49885" indent="-286385">
                        <a:lnSpc>
                          <a:spcPct val="100000"/>
                        </a:lnSpc>
                        <a:spcBef>
                          <a:spcPts val="135"/>
                        </a:spcBef>
                        <a:buFont typeface="Arial MT"/>
                        <a:buChar char="•"/>
                        <a:tabLst>
                          <a:tab pos="34988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Expensive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4988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4988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Uncomfortable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4988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4988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Physically</a:t>
                      </a:r>
                      <a:r>
                        <a:rPr sz="18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Costly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50520" indent="-287020">
                        <a:lnSpc>
                          <a:spcPct val="100000"/>
                        </a:lnSpc>
                        <a:spcBef>
                          <a:spcPts val="135"/>
                        </a:spcBef>
                        <a:buFont typeface="Arial MT"/>
                        <a:buChar char="•"/>
                        <a:tabLst>
                          <a:tab pos="35052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Precise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Pronunciation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052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052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Precise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Grammar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Collocations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052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052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Mentally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costly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462915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Politeness Respect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marL="63500" marR="80391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Casual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Gatherings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Close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Friends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49885" indent="-286385">
                        <a:lnSpc>
                          <a:spcPct val="100000"/>
                        </a:lnSpc>
                        <a:spcBef>
                          <a:spcPts val="135"/>
                        </a:spcBef>
                        <a:buFont typeface="Arial MT"/>
                        <a:buChar char="•"/>
                        <a:tabLst>
                          <a:tab pos="34988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Reasonable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4988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4988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Comfortable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4988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4988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Physically</a:t>
                      </a:r>
                      <a:r>
                        <a:rPr sz="18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Uncostly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50520" indent="-287020">
                        <a:lnSpc>
                          <a:spcPct val="100000"/>
                        </a:lnSpc>
                        <a:spcBef>
                          <a:spcPts val="135"/>
                        </a:spcBef>
                        <a:buFont typeface="Arial MT"/>
                        <a:buChar char="•"/>
                        <a:tabLst>
                          <a:tab pos="35052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Casual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Pronunciation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052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052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Casual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Grammar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Collocations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5052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5052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Mentally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Uncostly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4135" marR="29591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Friendliness Solidarity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19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74015" marR="0" lvl="0" indent="-361315" defTabSz="914400" eaLnBrk="1" fontAlgn="auto" latinLnBrk="0" hangingPunct="1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experience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via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adapt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culture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after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overcome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cultural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conflicts.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Cultural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understanding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reflected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speech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-36131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Dress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Code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Costly</a:t>
            </a:r>
            <a:r>
              <a:rPr kumimoji="0" lang="en-GB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speech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styles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dresses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represents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politeness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respect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Uncostly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speech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styles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dresses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represents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friendliness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solidarity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86815" marR="0" lvl="2" indent="-259715" defTabSz="914400" eaLnBrk="1" fontAlgn="auto" latinLnBrk="0" hangingPunct="1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Tx/>
              <a:buSzPct val="175000"/>
              <a:buFont typeface="Arial MT"/>
              <a:buChar char="•"/>
              <a:tabLst>
                <a:tab pos="1186815" algn="l"/>
              </a:tabLst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→</a:t>
            </a:r>
            <a:r>
              <a:rPr kumimoji="0" lang="en-GB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share</a:t>
            </a:r>
            <a:r>
              <a:rPr kumimoji="0" lang="en-GB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lang="en-GB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criteria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</a:t>
            </a:r>
            <a:r>
              <a:rPr kumimoji="0" lang="en-GB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protocol based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time,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places</a:t>
            </a:r>
            <a:r>
              <a:rPr kumimoji="0" lang="en-GB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occasions.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2870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4.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Wrap-Up of This Series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4.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Wrap-Up of This Series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5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presentations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were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given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achieve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goals.</a:t>
            </a: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deep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</a:p>
          <a:p>
            <a:pPr marL="729615" marR="0" lvl="1" indent="-267335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simply a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own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knowing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another</a:t>
            </a:r>
          </a:p>
          <a:p>
            <a:pPr marL="728980" marR="0" lvl="1" indent="-266700" defTabSz="914400" eaLnBrk="1" fontAlgn="auto" latinLnBrk="0" hangingPunct="1">
              <a:lnSpc>
                <a:spcPts val="2280"/>
              </a:lnSpc>
              <a:spcBef>
                <a:spcPts val="28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"He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foreign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languages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knows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nothing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own."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Johann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Wolfgang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von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0" indent="0" defTabSz="91440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Goethe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pursue</a:t>
            </a: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essence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does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instantly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later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</a:p>
          <a:p>
            <a:pPr marL="729615" marR="0" lvl="1" indent="-267335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think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meaningless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genuine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4.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Wrap-Up of This Series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12065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rarely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inconvenient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speak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mother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tongue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daily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lives,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points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mentioned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series.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However,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cannot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avoid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being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aware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especially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learn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hurdle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supposed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encounter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wall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68580" lvl="0" indent="0" defTabSz="91440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Basically,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acquire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so-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called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skills,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listening,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reading,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writing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speaking provided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allowed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spend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enough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learn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5747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4.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Wrap-Up of This Series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 algn="just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most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difficult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correctly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understand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cultural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differences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adapt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them,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process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strongly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become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aware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791845" lvl="0" indent="0" algn="just" defTabSz="914400" eaLnBrk="1" fontAlgn="auto" latinLnBrk="0" hangingPunct="1">
              <a:lnSpc>
                <a:spcPts val="259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"He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foreign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nothing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own."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famous proverb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should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keep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mind;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words,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"He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cultures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nothing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own."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384175" lvl="0" indent="0" defTabSz="914400" eaLnBrk="1" fontAlgn="auto" latinLnBrk="0" hangingPunct="1">
              <a:lnSpc>
                <a:spcPts val="259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Learning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means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pulling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trigger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culture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history.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Nothing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could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great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honour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series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offers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chance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think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5335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/>
              <a:t>Michael </a:t>
            </a:r>
            <a:r>
              <a:rPr lang="en-GB" altLang="ja-JP" dirty="0"/>
              <a:t>L. Geis, </a:t>
            </a:r>
            <a:r>
              <a:rPr lang="en-GB" altLang="ja-JP" i="1" dirty="0"/>
              <a:t>Language and Communication</a:t>
            </a:r>
            <a:r>
              <a:rPr lang="en-GB" altLang="ja-JP" dirty="0"/>
              <a:t>, Oxford, OUP, 2001</a:t>
            </a:r>
          </a:p>
          <a:p>
            <a:pPr marL="268288" lvl="1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>
                <a:hlinkClick r:id="rId3"/>
              </a:rPr>
              <a:t>Dictionary.com</a:t>
            </a:r>
            <a:endParaRPr lang="en-GB" altLang="ja-JP" dirty="0"/>
          </a:p>
          <a:p>
            <a:pPr marL="725488" lvl="2" indent="-268288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altLang="ja-JP" dirty="0"/>
              <a:t>Last Accessed On: 21 October 2021</a:t>
            </a: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1801</Words>
  <Application>Microsoft Office PowerPoint</Application>
  <PresentationFormat>Widescreen</PresentationFormat>
  <Paragraphs>272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 MT</vt:lpstr>
      <vt:lpstr>Calibri (Headings)</vt:lpstr>
      <vt:lpstr>Arial</vt:lpstr>
      <vt:lpstr>Calibri</vt:lpstr>
      <vt:lpstr>Calibri Light</vt:lpstr>
      <vt:lpstr>Times New Roman</vt:lpstr>
      <vt:lpstr>Office テーマ</vt:lpstr>
      <vt:lpstr>Dive Deeper into Present-Day English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Goals of This Series</vt:lpstr>
      <vt:lpstr>Agenda</vt:lpstr>
      <vt:lpstr>1. Language Is a Culture</vt:lpstr>
      <vt:lpstr>1. Language Is a Culture</vt:lpstr>
      <vt:lpstr>1. Language Is a Culture</vt:lpstr>
      <vt:lpstr>1. Language Is a Culture</vt:lpstr>
      <vt:lpstr>1. Language Is a Culture</vt:lpstr>
      <vt:lpstr>2. Language Is a Dress Code</vt:lpstr>
      <vt:lpstr>2. Language Is a Dress Code</vt:lpstr>
      <vt:lpstr>2. Language Is a Dress Code</vt:lpstr>
      <vt:lpstr>2. Language Is a Dress Code</vt:lpstr>
      <vt:lpstr>2. Language Is a Dress Code</vt:lpstr>
      <vt:lpstr>3. Summary</vt:lpstr>
      <vt:lpstr>3. Summary</vt:lpstr>
      <vt:lpstr>4. Wrap-Up of This Series</vt:lpstr>
      <vt:lpstr>4. Wrap-Up of This Series</vt:lpstr>
      <vt:lpstr>4. Wrap-Up of This Series</vt:lpstr>
      <vt:lpstr>4. Wrap-Up of This Series</vt:lpstr>
      <vt:lpstr>5. References</vt:lpstr>
      <vt:lpstr>5.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41</cp:revision>
  <dcterms:modified xsi:type="dcterms:W3CDTF">2025-08-31T17:21:32Z</dcterms:modified>
</cp:coreProperties>
</file>