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7" r:id="rId3"/>
    <p:sldId id="407" r:id="rId4"/>
    <p:sldId id="387" r:id="rId5"/>
    <p:sldId id="286" r:id="rId6"/>
    <p:sldId id="418" r:id="rId7"/>
    <p:sldId id="280" r:id="rId8"/>
    <p:sldId id="408" r:id="rId9"/>
    <p:sldId id="311" r:id="rId10"/>
    <p:sldId id="259" r:id="rId11"/>
    <p:sldId id="330" r:id="rId12"/>
    <p:sldId id="409" r:id="rId13"/>
    <p:sldId id="410" r:id="rId14"/>
    <p:sldId id="411" r:id="rId15"/>
    <p:sldId id="325" r:id="rId16"/>
    <p:sldId id="354" r:id="rId17"/>
    <p:sldId id="412" r:id="rId18"/>
    <p:sldId id="413" r:id="rId19"/>
    <p:sldId id="326" r:id="rId20"/>
    <p:sldId id="336" r:id="rId21"/>
    <p:sldId id="414" r:id="rId22"/>
    <p:sldId id="415" r:id="rId23"/>
    <p:sldId id="416" r:id="rId24"/>
    <p:sldId id="417" r:id="rId25"/>
    <p:sldId id="385" r:id="rId26"/>
    <p:sldId id="386" r:id="rId27"/>
    <p:sldId id="328" r:id="rId28"/>
    <p:sldId id="295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474B6C77-44CB-433F-9B74-80E12A530DCB}"/>
    <pc:docChg chg="custSel modSld">
      <pc:chgData name="Hayato Ishida" userId="585fa0fa6384767c" providerId="LiveId" clId="{474B6C77-44CB-433F-9B74-80E12A530DCB}" dt="2025-05-03T11:40:24.293" v="8"/>
      <pc:docMkLst>
        <pc:docMk/>
      </pc:docMkLst>
      <pc:sldChg chg="addSp delSp modSp mod">
        <pc:chgData name="Hayato Ishida" userId="585fa0fa6384767c" providerId="LiveId" clId="{474B6C77-44CB-433F-9B74-80E12A530DCB}" dt="2025-05-03T11:40:24.293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474B6C77-44CB-433F-9B74-80E12A530DCB}" dt="2025-05-03T11:38:44.388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474B6C77-44CB-433F-9B74-80E12A530DCB}" dt="2025-05-03T11:37:54.802" v="6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4D97863B-F30B-4CF4-9E77-C6827B37CB60}"/>
    <pc:docChg chg="undo custSel addSld modSld">
      <pc:chgData name="Hayato Ishida" userId="585fa0fa6384767c" providerId="LiveId" clId="{4D97863B-F30B-4CF4-9E77-C6827B37CB60}" dt="2025-08-31T17:22:18.638" v="18"/>
      <pc:docMkLst>
        <pc:docMk/>
      </pc:docMkLst>
      <pc:sldChg chg="addSp delSp modSp mod">
        <pc:chgData name="Hayato Ishida" userId="585fa0fa6384767c" providerId="LiveId" clId="{4D97863B-F30B-4CF4-9E77-C6827B37CB60}" dt="2025-08-31T17:22:05.375" v="15"/>
        <pc:sldMkLst>
          <pc:docMk/>
          <pc:sldMk cId="155858466" sldId="286"/>
        </pc:sldMkLst>
        <pc:spChg chg="add del mod">
          <ac:chgData name="Hayato Ishida" userId="585fa0fa6384767c" providerId="LiveId" clId="{4D97863B-F30B-4CF4-9E77-C6827B37CB60}" dt="2025-08-31T17:21:57.811" v="14" actId="478"/>
          <ac:spMkLst>
            <pc:docMk/>
            <pc:sldMk cId="155858466" sldId="286"/>
            <ac:spMk id="3" creationId="{F4EF2F37-E2FB-7392-5A01-CA5D13C47133}"/>
          </ac:spMkLst>
        </pc:spChg>
        <pc:spChg chg="add mod">
          <ac:chgData name="Hayato Ishida" userId="585fa0fa6384767c" providerId="LiveId" clId="{4D97863B-F30B-4CF4-9E77-C6827B37CB60}" dt="2025-08-31T17:22:05.375" v="15"/>
          <ac:spMkLst>
            <pc:docMk/>
            <pc:sldMk cId="155858466" sldId="286"/>
            <ac:spMk id="4" creationId="{1BB27955-7713-4C2B-AA3D-737251E207D9}"/>
          </ac:spMkLst>
        </pc:spChg>
        <pc:spChg chg="del">
          <ac:chgData name="Hayato Ishida" userId="585fa0fa6384767c" providerId="LiveId" clId="{4D97863B-F30B-4CF4-9E77-C6827B37CB60}" dt="2025-08-31T17:21:55.443" v="13" actId="478"/>
          <ac:spMkLst>
            <pc:docMk/>
            <pc:sldMk cId="155858466" sldId="286"/>
            <ac:spMk id="7" creationId="{74E99EA2-8BB4-EE1B-DD27-8FCFB751AE99}"/>
          </ac:spMkLst>
        </pc:spChg>
        <pc:spChg chg="del">
          <ac:chgData name="Hayato Ishida" userId="585fa0fa6384767c" providerId="LiveId" clId="{4D97863B-F30B-4CF4-9E77-C6827B37CB60}" dt="2025-08-31T17:21:55.443" v="13" actId="478"/>
          <ac:spMkLst>
            <pc:docMk/>
            <pc:sldMk cId="155858466" sldId="286"/>
            <ac:spMk id="9" creationId="{7821699F-C943-13D4-0BE5-6EF7291CC8CD}"/>
          </ac:spMkLst>
        </pc:spChg>
        <pc:graphicFrameChg chg="add mod">
          <ac:chgData name="Hayato Ishida" userId="585fa0fa6384767c" providerId="LiveId" clId="{4D97863B-F30B-4CF4-9E77-C6827B37CB60}" dt="2025-08-31T17:22:05.375" v="15"/>
          <ac:graphicFrameMkLst>
            <pc:docMk/>
            <pc:sldMk cId="155858466" sldId="286"/>
            <ac:graphicFrameMk id="5" creationId="{7CC5BAAE-ED52-3DD9-23A4-92E011E69CAF}"/>
          </ac:graphicFrameMkLst>
        </pc:graphicFrameChg>
      </pc:sldChg>
      <pc:sldChg chg="addSp delSp modSp mod">
        <pc:chgData name="Hayato Ishida" userId="585fa0fa6384767c" providerId="LiveId" clId="{4D97863B-F30B-4CF4-9E77-C6827B37CB60}" dt="2025-08-31T17:10:03.857" v="2"/>
        <pc:sldMkLst>
          <pc:docMk/>
          <pc:sldMk cId="654251065" sldId="287"/>
        </pc:sldMkLst>
        <pc:spChg chg="add del mod">
          <ac:chgData name="Hayato Ishida" userId="585fa0fa6384767c" providerId="LiveId" clId="{4D97863B-F30B-4CF4-9E77-C6827B37CB60}" dt="2025-08-31T17:10:03.541" v="1" actId="478"/>
          <ac:spMkLst>
            <pc:docMk/>
            <pc:sldMk cId="654251065" sldId="287"/>
            <ac:spMk id="3" creationId="{CC7C1D98-C312-7110-3482-CCC5DC2EA6B1}"/>
          </ac:spMkLst>
        </pc:spChg>
        <pc:spChg chg="add mod">
          <ac:chgData name="Hayato Ishida" userId="585fa0fa6384767c" providerId="LiveId" clId="{4D97863B-F30B-4CF4-9E77-C6827B37CB60}" dt="2025-08-31T17:10:03.857" v="2"/>
          <ac:spMkLst>
            <pc:docMk/>
            <pc:sldMk cId="654251065" sldId="287"/>
            <ac:spMk id="5" creationId="{50B853D5-5513-8B90-70FD-D05119C7705B}"/>
          </ac:spMkLst>
        </pc:spChg>
        <pc:spChg chg="del">
          <ac:chgData name="Hayato Ishida" userId="585fa0fa6384767c" providerId="LiveId" clId="{4D97863B-F30B-4CF4-9E77-C6827B37CB60}" dt="2025-08-31T17:10:01.538" v="0" actId="478"/>
          <ac:spMkLst>
            <pc:docMk/>
            <pc:sldMk cId="654251065" sldId="287"/>
            <ac:spMk id="10" creationId="{22428110-6AB3-E837-6BD4-24E4502ACDC7}"/>
          </ac:spMkLst>
        </pc:spChg>
        <pc:picChg chg="add mod">
          <ac:chgData name="Hayato Ishida" userId="585fa0fa6384767c" providerId="LiveId" clId="{4D97863B-F30B-4CF4-9E77-C6827B37CB60}" dt="2025-08-31T17:10:03.857" v="2"/>
          <ac:picMkLst>
            <pc:docMk/>
            <pc:sldMk cId="654251065" sldId="287"/>
            <ac:picMk id="4" creationId="{07FE70DD-54D1-684D-6B77-B8C06155E66B}"/>
          </ac:picMkLst>
        </pc:picChg>
        <pc:picChg chg="del">
          <ac:chgData name="Hayato Ishida" userId="585fa0fa6384767c" providerId="LiveId" clId="{4D97863B-F30B-4CF4-9E77-C6827B37CB60}" dt="2025-08-31T17:10:01.538" v="0" actId="478"/>
          <ac:picMkLst>
            <pc:docMk/>
            <pc:sldMk cId="654251065" sldId="287"/>
            <ac:picMk id="12" creationId="{38AF0380-DA5F-E204-688B-48F58AAA01BB}"/>
          </ac:picMkLst>
        </pc:picChg>
      </pc:sldChg>
      <pc:sldChg chg="addSp delSp modSp mod">
        <pc:chgData name="Hayato Ishida" userId="585fa0fa6384767c" providerId="LiveId" clId="{4D97863B-F30B-4CF4-9E77-C6827B37CB60}" dt="2025-08-31T17:15:41.045" v="12"/>
        <pc:sldMkLst>
          <pc:docMk/>
          <pc:sldMk cId="417452178" sldId="387"/>
        </pc:sldMkLst>
        <pc:spChg chg="add del mod">
          <ac:chgData name="Hayato Ishida" userId="585fa0fa6384767c" providerId="LiveId" clId="{4D97863B-F30B-4CF4-9E77-C6827B37CB60}" dt="2025-08-31T17:15:40.675" v="11" actId="478"/>
          <ac:spMkLst>
            <pc:docMk/>
            <pc:sldMk cId="417452178" sldId="387"/>
            <ac:spMk id="3" creationId="{F17CF6E9-6235-9F1D-162C-D92DE442F6DE}"/>
          </ac:spMkLst>
        </pc:spChg>
        <pc:spChg chg="add del mod">
          <ac:chgData name="Hayato Ishida" userId="585fa0fa6384767c" providerId="LiveId" clId="{4D97863B-F30B-4CF4-9E77-C6827B37CB60}" dt="2025-08-31T17:15:40.675" v="11" actId="478"/>
          <ac:spMkLst>
            <pc:docMk/>
            <pc:sldMk cId="417452178" sldId="387"/>
            <ac:spMk id="5" creationId="{882042CE-C49B-E982-B29B-95D5418F2F16}"/>
          </ac:spMkLst>
        </pc:spChg>
        <pc:spChg chg="del">
          <ac:chgData name="Hayato Ishida" userId="585fa0fa6384767c" providerId="LiveId" clId="{4D97863B-F30B-4CF4-9E77-C6827B37CB60}" dt="2025-08-31T17:15:38.798" v="10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4D97863B-F30B-4CF4-9E77-C6827B37CB60}" dt="2025-08-31T17:15:38.798" v="10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4D97863B-F30B-4CF4-9E77-C6827B37CB60}" dt="2025-08-31T17:15:41.045" v="12"/>
          <ac:spMkLst>
            <pc:docMk/>
            <pc:sldMk cId="417452178" sldId="387"/>
            <ac:spMk id="9" creationId="{83028950-4B6C-CEE3-377B-DD2336C3068F}"/>
          </ac:spMkLst>
        </pc:spChg>
        <pc:spChg chg="add mod">
          <ac:chgData name="Hayato Ishida" userId="585fa0fa6384767c" providerId="LiveId" clId="{4D97863B-F30B-4CF4-9E77-C6827B37CB60}" dt="2025-08-31T17:15:41.045" v="12"/>
          <ac:spMkLst>
            <pc:docMk/>
            <pc:sldMk cId="417452178" sldId="387"/>
            <ac:spMk id="10" creationId="{9A3BB270-FE03-DB8B-5B1C-1D5DF887E6F4}"/>
          </ac:spMkLst>
        </pc:spChg>
      </pc:sldChg>
      <pc:sldChg chg="addSp delSp modSp mod">
        <pc:chgData name="Hayato Ishida" userId="585fa0fa6384767c" providerId="LiveId" clId="{4D97863B-F30B-4CF4-9E77-C6827B37CB60}" dt="2025-08-31T17:15:33.463" v="9" actId="478"/>
        <pc:sldMkLst>
          <pc:docMk/>
          <pc:sldMk cId="2978262175" sldId="407"/>
        </pc:sldMkLst>
        <pc:spChg chg="add del mod">
          <ac:chgData name="Hayato Ishida" userId="585fa0fa6384767c" providerId="LiveId" clId="{4D97863B-F30B-4CF4-9E77-C6827B37CB60}" dt="2025-08-31T17:15:33.463" v="9" actId="478"/>
          <ac:spMkLst>
            <pc:docMk/>
            <pc:sldMk cId="2978262175" sldId="407"/>
            <ac:spMk id="3" creationId="{732E18A6-1283-D557-3889-0BEED59B3B6D}"/>
          </ac:spMkLst>
        </pc:spChg>
        <pc:spChg chg="add del mod">
          <ac:chgData name="Hayato Ishida" userId="585fa0fa6384767c" providerId="LiveId" clId="{4D97863B-F30B-4CF4-9E77-C6827B37CB60}" dt="2025-08-31T17:15:33.463" v="9" actId="478"/>
          <ac:spMkLst>
            <pc:docMk/>
            <pc:sldMk cId="2978262175" sldId="407"/>
            <ac:spMk id="5" creationId="{AAE188BF-8B5A-7B2C-373A-1A2CC947B185}"/>
          </ac:spMkLst>
        </pc:spChg>
        <pc:spChg chg="add mod">
          <ac:chgData name="Hayato Ishida" userId="585fa0fa6384767c" providerId="LiveId" clId="{4D97863B-F30B-4CF4-9E77-C6827B37CB60}" dt="2025-08-31T17:13:53.173" v="5"/>
          <ac:spMkLst>
            <pc:docMk/>
            <pc:sldMk cId="2978262175" sldId="407"/>
            <ac:spMk id="6" creationId="{EA7B4078-E107-C6FE-A7CE-7E918F34FD67}"/>
          </ac:spMkLst>
        </pc:spChg>
        <pc:spChg chg="add mod">
          <ac:chgData name="Hayato Ishida" userId="585fa0fa6384767c" providerId="LiveId" clId="{4D97863B-F30B-4CF4-9E77-C6827B37CB60}" dt="2025-08-31T17:13:53.173" v="5"/>
          <ac:spMkLst>
            <pc:docMk/>
            <pc:sldMk cId="2978262175" sldId="407"/>
            <ac:spMk id="7" creationId="{DB97C2D9-B117-9EB7-53E6-BE94F85E799B}"/>
          </ac:spMkLst>
        </pc:spChg>
        <pc:spChg chg="add mod">
          <ac:chgData name="Hayato Ishida" userId="585fa0fa6384767c" providerId="LiveId" clId="{4D97863B-F30B-4CF4-9E77-C6827B37CB60}" dt="2025-08-31T17:13:56.053" v="7"/>
          <ac:spMkLst>
            <pc:docMk/>
            <pc:sldMk cId="2978262175" sldId="407"/>
            <ac:spMk id="8" creationId="{77BE7871-AC54-DD3B-B2B3-900AD933129E}"/>
          </ac:spMkLst>
        </pc:spChg>
        <pc:spChg chg="add del">
          <ac:chgData name="Hayato Ishida" userId="585fa0fa6384767c" providerId="LiveId" clId="{4D97863B-F30B-4CF4-9E77-C6827B37CB60}" dt="2025-08-31T17:15:33.463" v="9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4D97863B-F30B-4CF4-9E77-C6827B37CB60}" dt="2025-08-31T17:15:33.463" v="9" actId="478"/>
          <ac:spMkLst>
            <pc:docMk/>
            <pc:sldMk cId="2978262175" sldId="407"/>
            <ac:spMk id="10" creationId="{45885E2A-9A6E-037E-12A8-07D43B0256DF}"/>
          </ac:spMkLst>
        </pc:spChg>
        <pc:spChg chg="add mod">
          <ac:chgData name="Hayato Ishida" userId="585fa0fa6384767c" providerId="LiveId" clId="{4D97863B-F30B-4CF4-9E77-C6827B37CB60}" dt="2025-08-31T17:13:56.053" v="7"/>
          <ac:spMkLst>
            <pc:docMk/>
            <pc:sldMk cId="2978262175" sldId="407"/>
            <ac:spMk id="12" creationId="{9BB0C221-CC57-7A0A-C65C-A9E7C04ACE8F}"/>
          </ac:spMkLst>
        </pc:spChg>
      </pc:sldChg>
      <pc:sldChg chg="addSp delSp modSp add mod">
        <pc:chgData name="Hayato Ishida" userId="585fa0fa6384767c" providerId="LiveId" clId="{4D97863B-F30B-4CF4-9E77-C6827B37CB60}" dt="2025-08-31T17:22:18.638" v="18"/>
        <pc:sldMkLst>
          <pc:docMk/>
          <pc:sldMk cId="2734353990" sldId="418"/>
        </pc:sldMkLst>
        <pc:graphicFrameChg chg="add mod">
          <ac:chgData name="Hayato Ishida" userId="585fa0fa6384767c" providerId="LiveId" clId="{4D97863B-F30B-4CF4-9E77-C6827B37CB60}" dt="2025-08-31T17:22:18.638" v="18"/>
          <ac:graphicFrameMkLst>
            <pc:docMk/>
            <pc:sldMk cId="2734353990" sldId="418"/>
            <ac:graphicFrameMk id="2" creationId="{A2F8B332-A76E-01AB-35BC-2295A4197320}"/>
          </ac:graphicFrameMkLst>
        </pc:graphicFrameChg>
        <pc:graphicFrameChg chg="del">
          <ac:chgData name="Hayato Ishida" userId="585fa0fa6384767c" providerId="LiveId" clId="{4D97863B-F30B-4CF4-9E77-C6827B37CB60}" dt="2025-08-31T17:22:18.344" v="17" actId="478"/>
          <ac:graphicFrameMkLst>
            <pc:docMk/>
            <pc:sldMk cId="2734353990" sldId="418"/>
            <ac:graphicFrameMk id="5" creationId="{F812C99F-5C06-27D4-8921-AA71E992D4F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6ELL5-dive-deeper-into-presentday-english-vol3-english-vocabulary-1-compounds-derivatives-load-word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19.xml"/><Relationship Id="rId4" Type="http://schemas.openxmlformats.org/officeDocument/2006/relationships/slide" Target="slide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doceonline.com/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Dive Deeper into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Present-Day English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</a:t>
            </a:r>
            <a:r>
              <a:rPr lang="en-GB" sz="28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Vol.3 -English Vocabulary 1(Compounds・Derivatives・Load Words)-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A8649E48-FEB8-88AA-A662-07DA9758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6866C5EC-FC97-0096-3DE1-00C51224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E70DD-54D1-684D-6B77-B8C06155E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50B853D5-5513-8B90-70FD-D05119C77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83028950-4B6C-CEE3-377B-DD2336C3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9A3BB270-FE03-DB8B-5B1C-1D5DF887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C7364FA5-8F1C-08A1-2B27-2D02B2A2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1BB27955-7713-4C2B-AA3D-737251E2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C5BAAE-ED52-3DD9-23A4-92E011E6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404419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AF68F-806F-F652-4892-69D9E875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0E69AE8C-9E47-6F11-2434-159A2426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C09AE412-ADAE-664A-1880-8269C44D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F8B332-A76E-01AB-35BC-2295A4197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793504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35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2989050-EA7E-13FC-38A7-C79844A7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98FF6058-2B4F-F90B-5C41-95D5B4AC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0F4B0D9-F737-09B7-E3E7-D93C20AB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Goals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deep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6670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simply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knowing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5080" lvl="1" indent="-267335" defTabSz="914400" eaLnBrk="1" fontAlgn="auto" latinLnBrk="0" hangingPunct="1">
              <a:lnSpc>
                <a:spcPts val="2160"/>
              </a:lnSpc>
              <a:spcBef>
                <a:spcPts val="5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foreign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own."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Johann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Wolfgang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von 	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Goethe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pursue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essence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instantly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later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meaningless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genuine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6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Compounds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Derivatives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Loan Words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Compounds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Compounds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coined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combination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existing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Compounds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method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disappearing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traditionally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adapted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Germanic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English,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German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Dutch.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Compounds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Examples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Nouns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03398A8-EDA3-F0B8-1188-2C49D0D3BEF9}"/>
              </a:ext>
            </a:extLst>
          </p:cNvPr>
          <p:cNvGraphicFramePr>
            <a:graphicFrameLocks noGrp="1"/>
          </p:cNvGraphicFramePr>
          <p:nvPr/>
        </p:nvGraphicFramePr>
        <p:xfrm>
          <a:off x="949071" y="2287651"/>
          <a:ext cx="10281284" cy="3833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6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Compounds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yellow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jacket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yellow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jacket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hornet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redneck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neck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32740" indent="-268605">
                        <a:lnSpc>
                          <a:spcPct val="100000"/>
                        </a:lnSpc>
                        <a:spcBef>
                          <a:spcPts val="135"/>
                        </a:spcBef>
                        <a:buAutoNum type="arabicPeriod"/>
                        <a:tabLst>
                          <a:tab pos="3327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uneducated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white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farm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labourer,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especially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South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32740" indent="-268605">
                        <a:lnSpc>
                          <a:spcPct val="100000"/>
                        </a:lnSpc>
                        <a:buAutoNum type="arabicPeriod"/>
                        <a:tabLst>
                          <a:tab pos="3327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bigot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reactionary,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especially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rural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class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butterfingers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butter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fingers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clumsy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person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greenhouse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house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6089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building,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room,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area,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usually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chiefly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glass,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maintained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desired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airport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6788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water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facilities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landing,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takeoff,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shelter,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supply,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repair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aircraft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warehouse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ware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house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32105" marR="1187450" indent="-268605">
                        <a:lnSpc>
                          <a:spcPct val="100000"/>
                        </a:lnSpc>
                        <a:spcBef>
                          <a:spcPts val="140"/>
                        </a:spcBef>
                        <a:buAutoNum type="arabicPeriod"/>
                        <a:tabLst>
                          <a:tab pos="33210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building,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storage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goods, merchandise,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etc.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32740" indent="-268605">
                        <a:lnSpc>
                          <a:spcPct val="100000"/>
                        </a:lnSpc>
                        <a:buAutoNum type="arabicPeriod"/>
                        <a:tabLst>
                          <a:tab pos="3327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[British]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retail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store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718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Compounds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Examples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Adjectives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30BFFA4-506E-04EA-675B-F6999AA4DAF3}"/>
              </a:ext>
            </a:extLst>
          </p:cNvPr>
          <p:cNvGraphicFramePr>
            <a:graphicFrameLocks noGrp="1"/>
          </p:cNvGraphicFramePr>
          <p:nvPr/>
        </p:nvGraphicFramePr>
        <p:xfrm>
          <a:off x="947661" y="2286254"/>
          <a:ext cx="10287635" cy="335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1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Compounds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easygoing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easy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going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calm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unworried;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relaxed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rather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casual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eye-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catching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eye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catching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tending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attract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attention;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striking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diehard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die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hard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someone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opposes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refuses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accept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ideas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old-fashioned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old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fashioned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considered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modern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fashionable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anymore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self-employed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self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employed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886460" algn="just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earning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one's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living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directly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one's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own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profession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business,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freelance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writer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artist,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rather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earning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salary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commission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another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open-minded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open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minded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32740" indent="-268605">
                        <a:lnSpc>
                          <a:spcPct val="100000"/>
                        </a:lnSpc>
                        <a:spcBef>
                          <a:spcPts val="135"/>
                        </a:spcBef>
                        <a:buAutoNum type="arabicPeriod"/>
                        <a:tabLst>
                          <a:tab pos="33274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having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showing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receptive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ideas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arguments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32740" indent="-26860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33274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unprejudiced;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unbigoted;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impartial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82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Compounds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Examples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Verbs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54620A57-FD77-B1A7-DD73-A18F7F6B856A}"/>
              </a:ext>
            </a:extLst>
          </p:cNvPr>
          <p:cNvGraphicFramePr>
            <a:graphicFrameLocks noGrp="1"/>
          </p:cNvGraphicFramePr>
          <p:nvPr/>
        </p:nvGraphicFramePr>
        <p:xfrm>
          <a:off x="947661" y="2286254"/>
          <a:ext cx="1029970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2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6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Compounds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underestimate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estimate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estimate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value,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rate,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like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handwash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launder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rather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washing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machine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sweet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talk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sweet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talk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[informal]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cajolery;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soft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soap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spoon-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feed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feed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cause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spoon-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fed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156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Derivatives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Derivatives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coined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adding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affix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existing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converting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classes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derivatives.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Affixes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divided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prefix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suffix.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Derivatives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Examples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Prefixes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1DD75B70-0771-0ECE-6D46-536B29D2C245}"/>
              </a:ext>
            </a:extLst>
          </p:cNvPr>
          <p:cNvGraphicFramePr>
            <a:graphicFrameLocks noGrp="1"/>
          </p:cNvGraphicFramePr>
          <p:nvPr/>
        </p:nvGraphicFramePr>
        <p:xfrm>
          <a:off x="947661" y="2286254"/>
          <a:ext cx="9485629" cy="333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7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Derivatives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Prefixes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Prefixes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antivirus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anti-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opposite</a:t>
                      </a:r>
                      <a:r>
                        <a:rPr sz="18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antiparticle</a:t>
                      </a:r>
                      <a:r>
                        <a:rPr sz="18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exceed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ex-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utterly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thoroughly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without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incomplete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in-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negative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privative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force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unhappy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un-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i="1" spc="-25" dirty="0">
                          <a:latin typeface="Calibri"/>
                          <a:cs typeface="Calibri"/>
                        </a:rPr>
                        <a:t>not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prepare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pre-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prior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to,</a:t>
                      </a:r>
                      <a:r>
                        <a:rPr sz="18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advance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early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beforehand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front</a:t>
                      </a:r>
                      <a:r>
                        <a:rPr sz="18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reply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re-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again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again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again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back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backward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despair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de-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privation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removal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separation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negation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descent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reversal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intensity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misunderstand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mis-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ill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mistaken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wrong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wrongly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incorrectly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694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Derivatives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Examples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Suffixes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447D8866-615F-983D-D8A5-2409C4385C0A}"/>
              </a:ext>
            </a:extLst>
          </p:cNvPr>
          <p:cNvGraphicFramePr>
            <a:graphicFrameLocks noGrp="1"/>
          </p:cNvGraphicFramePr>
          <p:nvPr/>
        </p:nvGraphicFramePr>
        <p:xfrm>
          <a:off x="947661" y="2286254"/>
          <a:ext cx="10286364" cy="357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Derivatives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Suffixes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Suffixes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Conversions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washable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capable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susceptible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fit</a:t>
                      </a:r>
                      <a:r>
                        <a:rPr sz="1800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tending</a:t>
                      </a:r>
                      <a:r>
                        <a:rPr sz="18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given</a:t>
                      </a:r>
                      <a:r>
                        <a:rPr sz="18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Verb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Adjective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protection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state,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result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something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Verb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Noun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singer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forms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comparative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short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adjectives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adverbs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Verb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Noun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impressive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7042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someone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something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something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do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something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Verb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Adjective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beautiful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ful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something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Noun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Adjective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hopeless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something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Adjective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Adverb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slowly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particular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way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Adjective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Adverb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happiness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forms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nouns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adjectives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Adjective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Noun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715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Loan Words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Loan Words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30416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absorbed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wide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range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various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through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historical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literary</a:t>
            </a:r>
            <a:r>
              <a:rPr kumimoji="0" lang="en-GB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backgrounds.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080" lvl="0" indent="-268605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Invasion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Ethnic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Group(e.g.,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Conquest: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conflict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French)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Books(Contact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Latin)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Contact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Diplomacies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thanks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Civilisation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92735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imported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backgrounds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above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Loan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Borrowings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Loan Words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Loan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Latin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645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Covers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related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science,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technology,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religion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literature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minister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priest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clerk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consecrate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anthem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fact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fragile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separate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chest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spend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697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Loan Words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Loan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French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Covers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wide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range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daily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country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fruit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poor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peace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nice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safe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dress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6333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Loan Words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Loan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Scandinavian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Covers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basic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consists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law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sky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window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cast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7377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Loan Words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Load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B591CA75-A8D4-04A3-679E-473A12E4ACC1}"/>
              </a:ext>
            </a:extLst>
          </p:cNvPr>
          <p:cNvGraphicFramePr>
            <a:graphicFrameLocks noGrp="1"/>
          </p:cNvGraphicFramePr>
          <p:nvPr/>
        </p:nvGraphicFramePr>
        <p:xfrm>
          <a:off x="947661" y="2286254"/>
          <a:ext cx="2632075" cy="2588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Loan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yacht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Dutch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melon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tea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Chinese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orange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Arabic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cigarette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Spanish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hara-kiri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Japanese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844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315" defTabSz="914400" eaLnBrk="1" fontAlgn="auto" latinLnBrk="0" hangingPunct="1">
              <a:lnSpc>
                <a:spcPts val="33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Compounds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coined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combination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existing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327025" lvl="0" indent="-361950" defTabSz="914400" eaLnBrk="1" fontAlgn="auto" latinLnBrk="0" hangingPunct="1">
              <a:lnSpc>
                <a:spcPct val="87600"/>
              </a:lnSpc>
              <a:spcBef>
                <a:spcPts val="66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Derivatives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coined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adding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affix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existing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converting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502920" lvl="0" indent="-361950" defTabSz="914400" eaLnBrk="1" fontAlgn="auto" latinLnBrk="0" hangingPunct="1">
              <a:lnSpc>
                <a:spcPct val="87600"/>
              </a:lnSpc>
              <a:spcBef>
                <a:spcPts val="725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Loan</a:t>
            </a:r>
            <a:r>
              <a:rPr kumimoji="0" lang="en-GB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Vocabulary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imported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historical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literary</a:t>
            </a:r>
            <a:r>
              <a:rPr kumimoji="0" lang="en-GB" sz="24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backgrounds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9400" marR="5080" lvl="0" indent="-267335" algn="just" defTabSz="914400" eaLnBrk="1" fontAlgn="auto" latinLnBrk="0" hangingPunct="1">
              <a:lnSpc>
                <a:spcPct val="90300"/>
              </a:lnSpc>
              <a:spcBef>
                <a:spcPts val="38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Kiyoaki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Kikuchi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Kazutomo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Karasawa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Takeshi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Koike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Ryuichi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Hotta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Kazuki 	Fukuda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Yasuyuki</a:t>
            </a:r>
            <a:r>
              <a:rPr kumimoji="0" lang="en-GB" sz="24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Kaizuka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Takeshi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Matsuzaki,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英語学：現代英語をより深く知る	</a:t>
            </a:r>
            <a:r>
              <a:rPr kumimoji="0" lang="ja-JP" altLang="en-US" sz="21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ために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1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現代英語の諸相と英語学術語解説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Osaka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浪漫書房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2008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algn="just" defTabSz="914400" eaLnBrk="1" fontAlgn="auto" latinLnBrk="0" hangingPunct="1">
              <a:lnSpc>
                <a:spcPts val="24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Dictionary.com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7235" marR="0" lvl="1" indent="-267335" algn="just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723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03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February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2024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algn="just" defTabSz="91440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Longman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Dictionary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of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Contemporary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English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7235" marR="0" lvl="1" indent="-267335" algn="just" defTabSz="91440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723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03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February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2024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1491</Words>
  <Application>Microsoft Office PowerPoint</Application>
  <PresentationFormat>Widescreen</PresentationFormat>
  <Paragraphs>390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 MT</vt:lpstr>
      <vt:lpstr>Calibri (Headings)</vt:lpstr>
      <vt:lpstr>Yu Gothic</vt:lpstr>
      <vt:lpstr>Arial</vt:lpstr>
      <vt:lpstr>Calibri</vt:lpstr>
      <vt:lpstr>Calibri Light</vt:lpstr>
      <vt:lpstr>Times New Roman</vt:lpstr>
      <vt:lpstr>Office テーマ</vt:lpstr>
      <vt:lpstr>Dive Deeper into Present-Day English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Goals of This Series</vt:lpstr>
      <vt:lpstr>Agenda</vt:lpstr>
      <vt:lpstr>1. Compounds</vt:lpstr>
      <vt:lpstr>1. Compounds</vt:lpstr>
      <vt:lpstr>1. Compounds</vt:lpstr>
      <vt:lpstr>1. Compounds</vt:lpstr>
      <vt:lpstr>1. Compounds</vt:lpstr>
      <vt:lpstr>2. Derivatives</vt:lpstr>
      <vt:lpstr>2. Derivatives</vt:lpstr>
      <vt:lpstr>2. Derivatives</vt:lpstr>
      <vt:lpstr>2. Derivatives</vt:lpstr>
      <vt:lpstr>3. Loan Words</vt:lpstr>
      <vt:lpstr>3. Loan Words</vt:lpstr>
      <vt:lpstr>3. Loan Words</vt:lpstr>
      <vt:lpstr>3. Loan Words</vt:lpstr>
      <vt:lpstr>3. Loan Words</vt:lpstr>
      <vt:lpstr>3. Loan Words</vt:lpstr>
      <vt:lpstr>4. Summary</vt:lpstr>
      <vt:lpstr>4. Summary</vt:lpstr>
      <vt:lpstr>5. References</vt:lpstr>
      <vt:lpstr>5.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42</cp:revision>
  <dcterms:modified xsi:type="dcterms:W3CDTF">2025-08-31T17:22:19Z</dcterms:modified>
</cp:coreProperties>
</file>