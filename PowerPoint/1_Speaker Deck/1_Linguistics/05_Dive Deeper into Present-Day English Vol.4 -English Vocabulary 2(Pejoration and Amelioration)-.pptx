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7" r:id="rId3"/>
    <p:sldId id="407" r:id="rId4"/>
    <p:sldId id="387" r:id="rId5"/>
    <p:sldId id="286" r:id="rId6"/>
    <p:sldId id="419" r:id="rId7"/>
    <p:sldId id="280" r:id="rId8"/>
    <p:sldId id="408" r:id="rId9"/>
    <p:sldId id="311" r:id="rId10"/>
    <p:sldId id="259" r:id="rId11"/>
    <p:sldId id="330" r:id="rId12"/>
    <p:sldId id="409" r:id="rId13"/>
    <p:sldId id="410" r:id="rId14"/>
    <p:sldId id="411" r:id="rId15"/>
    <p:sldId id="412" r:id="rId16"/>
    <p:sldId id="413" r:id="rId17"/>
    <p:sldId id="325" r:id="rId18"/>
    <p:sldId id="354" r:id="rId19"/>
    <p:sldId id="414" r:id="rId20"/>
    <p:sldId id="415" r:id="rId21"/>
    <p:sldId id="416" r:id="rId22"/>
    <p:sldId id="417" r:id="rId23"/>
    <p:sldId id="418" r:id="rId24"/>
    <p:sldId id="385" r:id="rId25"/>
    <p:sldId id="386" r:id="rId26"/>
    <p:sldId id="328" r:id="rId27"/>
    <p:sldId id="295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0ECF63E0-03CE-4D08-9E16-A4F418948044}"/>
    <pc:docChg chg="custSel modSld">
      <pc:chgData name="Hayato Ishida" userId="585fa0fa6384767c" providerId="LiveId" clId="{0ECF63E0-03CE-4D08-9E16-A4F418948044}" dt="2025-05-03T11:40:33.882" v="8"/>
      <pc:docMkLst>
        <pc:docMk/>
      </pc:docMkLst>
      <pc:sldChg chg="addSp delSp modSp mod">
        <pc:chgData name="Hayato Ishida" userId="585fa0fa6384767c" providerId="LiveId" clId="{0ECF63E0-03CE-4D08-9E16-A4F418948044}" dt="2025-05-03T11:40:33.882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0ECF63E0-03CE-4D08-9E16-A4F418948044}" dt="2025-05-03T11:38:40.023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0ECF63E0-03CE-4D08-9E16-A4F418948044}" dt="2025-05-03T11:37:50.372" v="6"/>
        <pc:sldMkLst>
          <pc:docMk/>
          <pc:sldMk cId="654251065" sldId="287"/>
        </pc:sldMkLst>
      </pc:sldChg>
    </pc:docChg>
  </pc:docChgLst>
  <pc:docChgLst>
    <pc:chgData name="Hayato Ishida" userId="585fa0fa6384767c" providerId="LiveId" clId="{9EE8D435-7BA9-497B-AD75-550E348047ED}"/>
    <pc:docChg chg="undo custSel addSld modSld">
      <pc:chgData name="Hayato Ishida" userId="585fa0fa6384767c" providerId="LiveId" clId="{9EE8D435-7BA9-497B-AD75-550E348047ED}" dt="2025-08-31T17:22:51.287" v="18"/>
      <pc:docMkLst>
        <pc:docMk/>
      </pc:docMkLst>
      <pc:sldChg chg="addSp delSp modSp mod">
        <pc:chgData name="Hayato Ishida" userId="585fa0fa6384767c" providerId="LiveId" clId="{9EE8D435-7BA9-497B-AD75-550E348047ED}" dt="2025-08-31T17:22:36.771" v="15"/>
        <pc:sldMkLst>
          <pc:docMk/>
          <pc:sldMk cId="155858466" sldId="286"/>
        </pc:sldMkLst>
        <pc:spChg chg="add del mod">
          <ac:chgData name="Hayato Ishida" userId="585fa0fa6384767c" providerId="LiveId" clId="{9EE8D435-7BA9-497B-AD75-550E348047ED}" dt="2025-08-31T17:22:36.294" v="14" actId="478"/>
          <ac:spMkLst>
            <pc:docMk/>
            <pc:sldMk cId="155858466" sldId="286"/>
            <ac:spMk id="3" creationId="{3D5F5A92-E838-40AD-ABD0-8EBE7C2F8C4D}"/>
          </ac:spMkLst>
        </pc:spChg>
        <pc:spChg chg="add mod">
          <ac:chgData name="Hayato Ishida" userId="585fa0fa6384767c" providerId="LiveId" clId="{9EE8D435-7BA9-497B-AD75-550E348047ED}" dt="2025-08-31T17:22:36.771" v="15"/>
          <ac:spMkLst>
            <pc:docMk/>
            <pc:sldMk cId="155858466" sldId="286"/>
            <ac:spMk id="4" creationId="{6784F439-3DC0-2249-990B-34FA6CF69740}"/>
          </ac:spMkLst>
        </pc:spChg>
        <pc:spChg chg="del">
          <ac:chgData name="Hayato Ishida" userId="585fa0fa6384767c" providerId="LiveId" clId="{9EE8D435-7BA9-497B-AD75-550E348047ED}" dt="2025-08-31T17:22:33.430" v="13" actId="478"/>
          <ac:spMkLst>
            <pc:docMk/>
            <pc:sldMk cId="155858466" sldId="286"/>
            <ac:spMk id="7" creationId="{62C67041-CB1A-7047-34DA-9919284DD67B}"/>
          </ac:spMkLst>
        </pc:spChg>
        <pc:spChg chg="del">
          <ac:chgData name="Hayato Ishida" userId="585fa0fa6384767c" providerId="LiveId" clId="{9EE8D435-7BA9-497B-AD75-550E348047ED}" dt="2025-08-31T17:22:33.430" v="13" actId="478"/>
          <ac:spMkLst>
            <pc:docMk/>
            <pc:sldMk cId="155858466" sldId="286"/>
            <ac:spMk id="9" creationId="{E25BB07C-404D-C9C3-355A-75FC6C854CD8}"/>
          </ac:spMkLst>
        </pc:spChg>
        <pc:graphicFrameChg chg="add mod">
          <ac:chgData name="Hayato Ishida" userId="585fa0fa6384767c" providerId="LiveId" clId="{9EE8D435-7BA9-497B-AD75-550E348047ED}" dt="2025-08-31T17:22:36.771" v="15"/>
          <ac:graphicFrameMkLst>
            <pc:docMk/>
            <pc:sldMk cId="155858466" sldId="286"/>
            <ac:graphicFrameMk id="5" creationId="{FC902C6E-2429-8DA3-5876-1A2A6C05BFAB}"/>
          </ac:graphicFrameMkLst>
        </pc:graphicFrameChg>
      </pc:sldChg>
      <pc:sldChg chg="addSp delSp modSp mod">
        <pc:chgData name="Hayato Ishida" userId="585fa0fa6384767c" providerId="LiveId" clId="{9EE8D435-7BA9-497B-AD75-550E348047ED}" dt="2025-08-31T17:11:27.874" v="2"/>
        <pc:sldMkLst>
          <pc:docMk/>
          <pc:sldMk cId="654251065" sldId="287"/>
        </pc:sldMkLst>
        <pc:spChg chg="add del mod">
          <ac:chgData name="Hayato Ishida" userId="585fa0fa6384767c" providerId="LiveId" clId="{9EE8D435-7BA9-497B-AD75-550E348047ED}" dt="2025-08-31T17:11:27.122" v="1" actId="478"/>
          <ac:spMkLst>
            <pc:docMk/>
            <pc:sldMk cId="654251065" sldId="287"/>
            <ac:spMk id="3" creationId="{99CC2DD9-2043-99C7-1B8E-684F2C483E3E}"/>
          </ac:spMkLst>
        </pc:spChg>
        <pc:spChg chg="add mod">
          <ac:chgData name="Hayato Ishida" userId="585fa0fa6384767c" providerId="LiveId" clId="{9EE8D435-7BA9-497B-AD75-550E348047ED}" dt="2025-08-31T17:11:27.874" v="2"/>
          <ac:spMkLst>
            <pc:docMk/>
            <pc:sldMk cId="654251065" sldId="287"/>
            <ac:spMk id="5" creationId="{15E57927-365C-1143-6082-80622E60CA59}"/>
          </ac:spMkLst>
        </pc:spChg>
        <pc:spChg chg="del">
          <ac:chgData name="Hayato Ishida" userId="585fa0fa6384767c" providerId="LiveId" clId="{9EE8D435-7BA9-497B-AD75-550E348047ED}" dt="2025-08-31T17:11:24.507" v="0" actId="478"/>
          <ac:spMkLst>
            <pc:docMk/>
            <pc:sldMk cId="654251065" sldId="287"/>
            <ac:spMk id="10" creationId="{DC7917CE-0083-B08E-4FC1-DB9AC6A339C4}"/>
          </ac:spMkLst>
        </pc:spChg>
        <pc:picChg chg="add mod">
          <ac:chgData name="Hayato Ishida" userId="585fa0fa6384767c" providerId="LiveId" clId="{9EE8D435-7BA9-497B-AD75-550E348047ED}" dt="2025-08-31T17:11:27.874" v="2"/>
          <ac:picMkLst>
            <pc:docMk/>
            <pc:sldMk cId="654251065" sldId="287"/>
            <ac:picMk id="4" creationId="{872E79B4-B182-45E2-401A-A6C31E2B3D11}"/>
          </ac:picMkLst>
        </pc:picChg>
        <pc:picChg chg="del">
          <ac:chgData name="Hayato Ishida" userId="585fa0fa6384767c" providerId="LiveId" clId="{9EE8D435-7BA9-497B-AD75-550E348047ED}" dt="2025-08-31T17:11:24.507" v="0" actId="478"/>
          <ac:picMkLst>
            <pc:docMk/>
            <pc:sldMk cId="654251065" sldId="287"/>
            <ac:picMk id="12" creationId="{0F4078A8-9462-D2B1-E691-B11D3BAC7294}"/>
          </ac:picMkLst>
        </pc:picChg>
      </pc:sldChg>
      <pc:sldChg chg="addSp delSp modSp mod">
        <pc:chgData name="Hayato Ishida" userId="585fa0fa6384767c" providerId="LiveId" clId="{9EE8D435-7BA9-497B-AD75-550E348047ED}" dt="2025-08-31T17:15:24.131" v="12"/>
        <pc:sldMkLst>
          <pc:docMk/>
          <pc:sldMk cId="417452178" sldId="387"/>
        </pc:sldMkLst>
        <pc:spChg chg="add del mod">
          <ac:chgData name="Hayato Ishida" userId="585fa0fa6384767c" providerId="LiveId" clId="{9EE8D435-7BA9-497B-AD75-550E348047ED}" dt="2025-08-31T17:15:23.765" v="11" actId="478"/>
          <ac:spMkLst>
            <pc:docMk/>
            <pc:sldMk cId="417452178" sldId="387"/>
            <ac:spMk id="3" creationId="{102BDF4C-50CE-D7C5-A5D4-F9CCA3F2F989}"/>
          </ac:spMkLst>
        </pc:spChg>
        <pc:spChg chg="add del mod">
          <ac:chgData name="Hayato Ishida" userId="585fa0fa6384767c" providerId="LiveId" clId="{9EE8D435-7BA9-497B-AD75-550E348047ED}" dt="2025-08-31T17:15:23.765" v="11" actId="478"/>
          <ac:spMkLst>
            <pc:docMk/>
            <pc:sldMk cId="417452178" sldId="387"/>
            <ac:spMk id="5" creationId="{8EC6F0F0-9A56-BED7-74EC-CA9A48356E2B}"/>
          </ac:spMkLst>
        </pc:spChg>
        <pc:spChg chg="del">
          <ac:chgData name="Hayato Ishida" userId="585fa0fa6384767c" providerId="LiveId" clId="{9EE8D435-7BA9-497B-AD75-550E348047ED}" dt="2025-08-31T17:15:21.621" v="10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9EE8D435-7BA9-497B-AD75-550E348047ED}" dt="2025-08-31T17:15:21.621" v="10" actId="478"/>
          <ac:spMkLst>
            <pc:docMk/>
            <pc:sldMk cId="417452178" sldId="387"/>
            <ac:spMk id="7" creationId="{F4EECFEB-CDB9-69A5-6CEA-9BCBE6B4DFDF}"/>
          </ac:spMkLst>
        </pc:spChg>
        <pc:spChg chg="add mod">
          <ac:chgData name="Hayato Ishida" userId="585fa0fa6384767c" providerId="LiveId" clId="{9EE8D435-7BA9-497B-AD75-550E348047ED}" dt="2025-08-31T17:15:24.131" v="12"/>
          <ac:spMkLst>
            <pc:docMk/>
            <pc:sldMk cId="417452178" sldId="387"/>
            <ac:spMk id="9" creationId="{31C6273C-2B39-4269-5BE8-D6AFAD08E847}"/>
          </ac:spMkLst>
        </pc:spChg>
        <pc:spChg chg="add mod">
          <ac:chgData name="Hayato Ishida" userId="585fa0fa6384767c" providerId="LiveId" clId="{9EE8D435-7BA9-497B-AD75-550E348047ED}" dt="2025-08-31T17:15:24.131" v="12"/>
          <ac:spMkLst>
            <pc:docMk/>
            <pc:sldMk cId="417452178" sldId="387"/>
            <ac:spMk id="10" creationId="{71D925B7-8BEE-96AD-AEC3-F7BB022F1A0A}"/>
          </ac:spMkLst>
        </pc:spChg>
      </pc:sldChg>
      <pc:sldChg chg="addSp delSp modSp mod">
        <pc:chgData name="Hayato Ishida" userId="585fa0fa6384767c" providerId="LiveId" clId="{9EE8D435-7BA9-497B-AD75-550E348047ED}" dt="2025-08-31T17:15:15.937" v="9" actId="478"/>
        <pc:sldMkLst>
          <pc:docMk/>
          <pc:sldMk cId="2978262175" sldId="407"/>
        </pc:sldMkLst>
        <pc:spChg chg="add del mod">
          <ac:chgData name="Hayato Ishida" userId="585fa0fa6384767c" providerId="LiveId" clId="{9EE8D435-7BA9-497B-AD75-550E348047ED}" dt="2025-08-31T17:15:15.937" v="9" actId="478"/>
          <ac:spMkLst>
            <pc:docMk/>
            <pc:sldMk cId="2978262175" sldId="407"/>
            <ac:spMk id="3" creationId="{A9B9B4A8-696C-3D54-B424-8BBFC4ABA7A6}"/>
          </ac:spMkLst>
        </pc:spChg>
        <pc:spChg chg="add del mod">
          <ac:chgData name="Hayato Ishida" userId="585fa0fa6384767c" providerId="LiveId" clId="{9EE8D435-7BA9-497B-AD75-550E348047ED}" dt="2025-08-31T17:15:15.937" v="9" actId="478"/>
          <ac:spMkLst>
            <pc:docMk/>
            <pc:sldMk cId="2978262175" sldId="407"/>
            <ac:spMk id="5" creationId="{C7CDC8AE-88C2-1A79-71A4-92497D5F1F3F}"/>
          </ac:spMkLst>
        </pc:spChg>
        <pc:spChg chg="add del mod">
          <ac:chgData name="Hayato Ishida" userId="585fa0fa6384767c" providerId="LiveId" clId="{9EE8D435-7BA9-497B-AD75-550E348047ED}" dt="2025-08-31T17:15:15.353" v="8"/>
          <ac:spMkLst>
            <pc:docMk/>
            <pc:sldMk cId="2978262175" sldId="407"/>
            <ac:spMk id="6" creationId="{33EA7223-BAB1-BFA9-12F3-D26CE977D1A3}"/>
          </ac:spMkLst>
        </pc:spChg>
        <pc:spChg chg="add del mod">
          <ac:chgData name="Hayato Ishida" userId="585fa0fa6384767c" providerId="LiveId" clId="{9EE8D435-7BA9-497B-AD75-550E348047ED}" dt="2025-08-31T17:15:15.353" v="8"/>
          <ac:spMkLst>
            <pc:docMk/>
            <pc:sldMk cId="2978262175" sldId="407"/>
            <ac:spMk id="7" creationId="{EC1ECB2F-BC0E-4E43-546C-ECE3A12E7934}"/>
          </ac:spMkLst>
        </pc:spChg>
        <pc:spChg chg="add mod">
          <ac:chgData name="Hayato Ishida" userId="585fa0fa6384767c" providerId="LiveId" clId="{9EE8D435-7BA9-497B-AD75-550E348047ED}" dt="2025-08-31T17:14:23.862" v="6"/>
          <ac:spMkLst>
            <pc:docMk/>
            <pc:sldMk cId="2978262175" sldId="407"/>
            <ac:spMk id="8" creationId="{874857A3-FFB8-3410-8FDA-0BBD9D1A3645}"/>
          </ac:spMkLst>
        </pc:spChg>
        <pc:spChg chg="add del">
          <ac:chgData name="Hayato Ishida" userId="585fa0fa6384767c" providerId="LiveId" clId="{9EE8D435-7BA9-497B-AD75-550E348047ED}" dt="2025-08-31T17:15:15.937" v="9" actId="478"/>
          <ac:spMkLst>
            <pc:docMk/>
            <pc:sldMk cId="2978262175" sldId="407"/>
            <ac:spMk id="9" creationId="{1FBE0558-A36D-E216-E2C1-719E223780D5}"/>
          </ac:spMkLst>
        </pc:spChg>
        <pc:spChg chg="add del">
          <ac:chgData name="Hayato Ishida" userId="585fa0fa6384767c" providerId="LiveId" clId="{9EE8D435-7BA9-497B-AD75-550E348047ED}" dt="2025-08-31T17:15:15.937" v="9" actId="478"/>
          <ac:spMkLst>
            <pc:docMk/>
            <pc:sldMk cId="2978262175" sldId="407"/>
            <ac:spMk id="10" creationId="{45885E2A-9A6E-037E-12A8-07D43B0256DF}"/>
          </ac:spMkLst>
        </pc:spChg>
        <pc:spChg chg="add mod">
          <ac:chgData name="Hayato Ishida" userId="585fa0fa6384767c" providerId="LiveId" clId="{9EE8D435-7BA9-497B-AD75-550E348047ED}" dt="2025-08-31T17:14:23.862" v="6"/>
          <ac:spMkLst>
            <pc:docMk/>
            <pc:sldMk cId="2978262175" sldId="407"/>
            <ac:spMk id="12" creationId="{68E2EA07-AE00-883F-F670-697E95D91765}"/>
          </ac:spMkLst>
        </pc:spChg>
      </pc:sldChg>
      <pc:sldChg chg="addSp delSp modSp add mod">
        <pc:chgData name="Hayato Ishida" userId="585fa0fa6384767c" providerId="LiveId" clId="{9EE8D435-7BA9-497B-AD75-550E348047ED}" dt="2025-08-31T17:22:51.287" v="18"/>
        <pc:sldMkLst>
          <pc:docMk/>
          <pc:sldMk cId="3512661227" sldId="419"/>
        </pc:sldMkLst>
        <pc:graphicFrameChg chg="add mod">
          <ac:chgData name="Hayato Ishida" userId="585fa0fa6384767c" providerId="LiveId" clId="{9EE8D435-7BA9-497B-AD75-550E348047ED}" dt="2025-08-31T17:22:51.287" v="18"/>
          <ac:graphicFrameMkLst>
            <pc:docMk/>
            <pc:sldMk cId="3512661227" sldId="419"/>
            <ac:graphicFrameMk id="2" creationId="{1CF719C4-D145-85BC-FCDB-455950DDDB48}"/>
          </ac:graphicFrameMkLst>
        </pc:graphicFrameChg>
        <pc:graphicFrameChg chg="del">
          <ac:chgData name="Hayato Ishida" userId="585fa0fa6384767c" providerId="LiveId" clId="{9EE8D435-7BA9-497B-AD75-550E348047ED}" dt="2025-08-31T17:22:50.850" v="17" actId="478"/>
          <ac:graphicFrameMkLst>
            <pc:docMk/>
            <pc:sldMk cId="3512661227" sldId="419"/>
            <ac:graphicFrameMk id="5" creationId="{A89B2C3E-30B8-0FA3-4240-7FEC5EE19C6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137EK-dive-deeper-into-presentday-english-vol4-english-vocabulary-2-pejoration-and-amelioratio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4.xml"/><Relationship Id="rId4" Type="http://schemas.openxmlformats.org/officeDocument/2006/relationships/slide" Target="slide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browse/silly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ictionary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ictionary.com/browse/seely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ictionary.com/browse/silly#panel-%3Ar2" TargetMode="External"/><Relationship Id="rId4" Type="http://schemas.openxmlformats.org/officeDocument/2006/relationships/hyperlink" Target="https://www.dictionary.com/browse/sill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browse/knav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ictionary.com/browse/cunning" TargetMode="External"/><Relationship Id="rId4" Type="http://schemas.openxmlformats.org/officeDocument/2006/relationships/hyperlink" Target="https://www.dictionary.com/browse/villain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browse/nic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ictionary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browse/boy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ictionary.com/browse/pretty" TargetMode="External"/><Relationship Id="rId4" Type="http://schemas.openxmlformats.org/officeDocument/2006/relationships/hyperlink" Target="https://www.dictionary.com/browse/fame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Dive Deeper into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Present-Day English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0" u="none" strike="noStrike" baseline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Vol.4 </a:t>
            </a:r>
            <a:r>
              <a:rPr lang="en-GB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-English Vocabulary 2(Pejoration and Amelioration)-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4A6234FF-EE81-D601-8122-9758FF2A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415D3DE4-631C-2D37-FA9D-2EAB123F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E79B4-B182-45E2-401A-A6C31E2B3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15E57927-365C-1143-6082-80622E60C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31C6273C-2B39-4269-5BE8-D6AFAD08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71D925B7-8BEE-96AD-AEC3-F7BB022F1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D097085F-ACC4-47DC-EF54-E973281C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6784F439-3DC0-2249-990B-34FA6CF6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902C6E-2429-8DA3-5876-1A2A6C05B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992370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7B8D2-C8BF-76D7-CC01-F1E3FA51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31FFA763-EA9D-EFEF-6400-02321A33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1192DFFE-A2CF-4E32-AC8C-9943DC22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F719C4-D145-85BC-FCDB-455950DDD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393048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661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418FC95C-3A8E-DBA0-4093-823FAFA18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5D20C383-7D12-FAE9-DA36-60337A43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98B6FFF5-8AC4-EAEA-5D61-F57A2A86E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Goals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deep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6670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simply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knowing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5080" lvl="1" indent="-267335" defTabSz="914400" eaLnBrk="1" fontAlgn="auto" latinLnBrk="0" hangingPunct="1">
              <a:lnSpc>
                <a:spcPts val="2160"/>
              </a:lnSpc>
              <a:spcBef>
                <a:spcPts val="5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foreign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own."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Johann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Wolfgang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von 	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Goethe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pursue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essence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instantly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later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meaningless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genuine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831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Pejoration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Amelioration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Pejoration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Pejoration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 has some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that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meanings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originally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vocabulary.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Linguistic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bad one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through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long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called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Pejoration.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856615" lvl="0" indent="0" algn="l" defTabSz="914400" rtl="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silly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according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Dictionary.com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discuss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meanings?</a:t>
            </a: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Pejoration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Definitions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silly</a:t>
            </a:r>
            <a:r>
              <a:rPr kumimoji="0" lang="en-GB" sz="2400" b="1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Dictionary.com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weak-minded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lacking good</a:t>
            </a: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sense; stupid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or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foolish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absurd;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ridiculous;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irrational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[Archaic]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rustic;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plain;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homely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[Archaic]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weak;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helpless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[Obsolete]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lowly</a:t>
            </a:r>
            <a:r>
              <a:rPr kumimoji="0" lang="en-GB" sz="20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rank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or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state;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humble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Forms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silly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Old English: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gesǣlig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'happy'</a:t>
            </a:r>
            <a:r>
              <a:rPr kumimoji="0" lang="en-GB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'blessed'</a:t>
            </a:r>
          </a:p>
          <a:p>
            <a:pPr marL="1091565" marR="0" lvl="2" indent="-172720" algn="l" defTabSz="9144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092200" algn="l"/>
              </a:tabLst>
              <a:defRPr/>
            </a:pP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prefix</a:t>
            </a:r>
            <a:r>
              <a:rPr kumimoji="0" lang="en-GB" sz="1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1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</a:t>
            </a:r>
            <a:r>
              <a:rPr kumimoji="0" lang="en-GB" sz="16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dropped</a:t>
            </a:r>
            <a:r>
              <a:rPr kumimoji="0" lang="en-GB" sz="16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suffix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ig</a:t>
            </a:r>
            <a:r>
              <a:rPr kumimoji="0" lang="en-GB" sz="1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became</a:t>
            </a:r>
            <a:r>
              <a:rPr kumimoji="0" lang="en-GB" sz="16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-ly</a:t>
            </a:r>
            <a:r>
              <a:rPr kumimoji="0" lang="en-GB" sz="1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observed</a:t>
            </a:r>
            <a:r>
              <a:rPr kumimoji="0" lang="en-GB" sz="16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1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</a:t>
            </a:r>
            <a:r>
              <a:rPr kumimoji="0" lang="en-GB" sz="16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today</a:t>
            </a:r>
            <a:r>
              <a:rPr kumimoji="0" lang="en-GB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1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juicy</a:t>
            </a:r>
            <a:r>
              <a:rPr kumimoji="0" lang="en-GB" sz="16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dreamy</a:t>
            </a:r>
            <a:r>
              <a:rPr kumimoji="0" lang="en-GB" sz="16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etc.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091565" marR="0" lvl="2" indent="-17272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092200" algn="l"/>
              </a:tabLst>
              <a:defRPr/>
            </a:pPr>
            <a:r>
              <a:rPr kumimoji="0" lang="en-GB" sz="1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sǣl</a:t>
            </a:r>
            <a:r>
              <a:rPr kumimoji="0" lang="en-GB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meant</a:t>
            </a:r>
            <a:r>
              <a:rPr kumimoji="0" lang="en-GB" sz="1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'happiness'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Early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Middle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English: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sylie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sillie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Late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Middle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English: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syly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variant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sely</a:t>
            </a:r>
            <a:r>
              <a:rPr kumimoji="0" lang="en-GB" sz="2000" b="0" i="1" u="none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seely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6019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Pejoration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silly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DB0969F-941A-41C9-7526-8292B5EE5CC1}"/>
              </a:ext>
            </a:extLst>
          </p:cNvPr>
          <p:cNvGraphicFramePr>
            <a:graphicFrameLocks noGrp="1"/>
          </p:cNvGraphicFramePr>
          <p:nvPr/>
        </p:nvGraphicFramePr>
        <p:xfrm>
          <a:off x="948601" y="2301748"/>
          <a:ext cx="7005955" cy="1854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5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0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Periods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i="1" spc="-10" dirty="0">
                          <a:latin typeface="Calibri"/>
                          <a:cs typeface="Calibri"/>
                        </a:rPr>
                        <a:t>happy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blessed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Early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i="1" spc="-5" dirty="0">
                          <a:latin typeface="Calibri"/>
                          <a:cs typeface="Calibri"/>
                        </a:rPr>
                        <a:t>holy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innocent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helpless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Mid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spc="-5" dirty="0">
                          <a:latin typeface="Calibri"/>
                          <a:cs typeface="Calibri"/>
                        </a:rPr>
                        <a:t>pitiable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insignificant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;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ignorant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Late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spc="-5" dirty="0">
                          <a:latin typeface="Calibri"/>
                          <a:cs typeface="Calibri"/>
                        </a:rPr>
                        <a:t>lacking</a:t>
                      </a:r>
                      <a:r>
                        <a:rPr sz="18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in good</a:t>
                      </a:r>
                      <a:r>
                        <a:rPr sz="1800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sense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foolish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irrational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ridiculous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513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Pejoration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silly</a:t>
            </a:r>
            <a:r>
              <a:rPr kumimoji="0" lang="en-GB" sz="2800" b="1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Depth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happy</a:t>
            </a:r>
            <a:r>
              <a:rPr kumimoji="0" lang="en-GB" sz="2400" b="1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considered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favoured</a:t>
            </a:r>
            <a:r>
              <a:rPr kumimoji="0" lang="en-GB" sz="2400" b="1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1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God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67030" lvl="0" indent="0" algn="l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favoured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by</a:t>
            </a:r>
            <a:r>
              <a:rPr kumimoji="0" lang="en-GB" sz="2400" b="1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God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considered</a:t>
            </a:r>
            <a:r>
              <a:rPr kumimoji="0" lang="en-GB" sz="24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holy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innocent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may </a:t>
            </a:r>
            <a:r>
              <a:rPr kumimoji="0" lang="en-GB" sz="2400" b="0" i="1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said of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small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animal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child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 is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harmless</a:t>
            </a:r>
            <a:r>
              <a:rPr kumimoji="0" lang="en-GB" sz="2400" b="1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defenseless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if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cannot protect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yourself or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lack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power,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might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considered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worthless</a:t>
            </a:r>
            <a:r>
              <a:rPr kumimoji="0" lang="en-GB" sz="2400" b="1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en-GB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miserable</a:t>
            </a:r>
            <a:r>
              <a:rPr kumimoji="0" lang="en-GB" sz="2400" b="1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so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silly apparently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jumps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foolish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Reference:</a:t>
            </a:r>
            <a:r>
              <a:rPr kumimoji="0" lang="en-GB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Dictionary.com</a:t>
            </a:r>
            <a:r>
              <a:rPr kumimoji="0" lang="en-GB" sz="1800" b="0" i="0" u="none" strike="noStrike" kern="1200" cap="none" spc="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18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Silly</a:t>
            </a:r>
            <a:r>
              <a:rPr kumimoji="0" lang="en-GB" sz="1800" b="0" i="0" u="none" strike="noStrike" kern="120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MORE</a:t>
            </a:r>
            <a:r>
              <a:rPr kumimoji="0" lang="en-GB" sz="18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18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ABOUT</a:t>
            </a:r>
            <a:r>
              <a:rPr kumimoji="0" lang="en-GB" sz="18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1800" b="0" i="0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SILLY</a:t>
            </a:r>
            <a:r>
              <a:rPr kumimoji="0" lang="en-GB" sz="1800" b="0" i="0" u="none" strike="noStrike" kern="1200" cap="none" spc="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Dig</a:t>
            </a:r>
            <a:r>
              <a:rPr kumimoji="0" lang="en-GB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Deeper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2999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Pejoration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</a:t>
            </a:r>
            <a:r>
              <a:rPr kumimoji="0" lang="en-GB" sz="28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Terms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Nuances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compared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Synonym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precedent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nuance,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leads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distinctions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synonyms.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friend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often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tells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me, </a:t>
            </a:r>
            <a:r>
              <a:rPr kumimoji="0" lang="en-GB" sz="24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"You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stupid".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friend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yours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likely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strongly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declare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really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foolish.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friend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mine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often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tells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me,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"You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silly".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friend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yours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feels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foolish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with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senses</a:t>
            </a:r>
            <a:r>
              <a:rPr kumimoji="0" lang="en-GB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pity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empathy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825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Pejoration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Examples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Pejoration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F415FA7-DCC2-CAF4-782F-60F530A9F9E9}"/>
              </a:ext>
            </a:extLst>
          </p:cNvPr>
          <p:cNvGraphicFramePr>
            <a:graphicFrameLocks noGrp="1"/>
          </p:cNvGraphicFramePr>
          <p:nvPr/>
        </p:nvGraphicFramePr>
        <p:xfrm>
          <a:off x="943940" y="2305304"/>
          <a:ext cx="10243183" cy="3271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Present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800" b="1" u="heavy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knave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-287020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cnafa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recorded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1000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Cognate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Knabe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('boy')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akin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knapi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('page',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'boy')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Norse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267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unprincipled,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untrustworthy,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dishonest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person.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800" b="1" u="heavy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villain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-287020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recorded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1275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1325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vilein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French: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villain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('churlish</a:t>
                      </a:r>
                      <a:r>
                        <a:rPr sz="18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rustic',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'serf')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Vulgar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Latin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Medieval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Latin:</a:t>
                      </a:r>
                      <a:r>
                        <a:rPr sz="18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villānus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('a</a:t>
                      </a:r>
                      <a:r>
                        <a:rPr sz="1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farm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servant',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'farmhand')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cruelly malicious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person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800" b="1" u="heavy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cunning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-287020">
                        <a:lnSpc>
                          <a:spcPct val="100000"/>
                        </a:lnSpc>
                        <a:spcBef>
                          <a:spcPts val="121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cunnung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recorded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1275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- 1325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noun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2044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skill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employed in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spc="-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shrewd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 sly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manner</a:t>
                      </a: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42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Amelioration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Amelioration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46482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 language has some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bad meanings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originally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vocabulary.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Linguistic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bad one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through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long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called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Amelioration.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nice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according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Dictionary.com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discuss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forms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meanings?</a:t>
            </a: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Amelioration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Definitions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nice</a:t>
            </a:r>
            <a:r>
              <a:rPr kumimoji="0" lang="en-GB" sz="2400" b="1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Dictionary.com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pleasing;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agreeable;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delightful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amiably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pleasant;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kind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[Obsolete]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coy,</a:t>
            </a:r>
            <a:r>
              <a:rPr kumimoji="0" lang="en-GB" sz="20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shy,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reluctant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[Obsolete]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unimportant;</a:t>
            </a:r>
            <a:r>
              <a:rPr kumimoji="0" lang="en-GB" sz="20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trivial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[Obsolete]</a:t>
            </a:r>
            <a:r>
              <a:rPr kumimoji="0" lang="en-GB" sz="20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wanton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Forms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nice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nescius</a:t>
            </a:r>
            <a:r>
              <a:rPr kumimoji="0" lang="en-GB" sz="20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Latin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091565" marR="0" lvl="2" indent="-180340" algn="l" defTabSz="9144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092200" algn="l"/>
              </a:tabLst>
              <a:defRPr/>
            </a:pP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Consists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6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negative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prefix</a:t>
            </a:r>
            <a:r>
              <a:rPr kumimoji="0" lang="en-GB" sz="1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ne-</a:t>
            </a:r>
            <a:r>
              <a:rPr kumimoji="0" lang="en-GB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sci-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(stem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16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scīre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'to</a:t>
            </a:r>
            <a:r>
              <a:rPr kumimoji="0" lang="en-GB" sz="1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know')</a:t>
            </a:r>
            <a:r>
              <a:rPr kumimoji="0" lang="en-GB" sz="16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lang="en-GB" sz="1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adjective</a:t>
            </a:r>
            <a:r>
              <a:rPr kumimoji="0" lang="en-GB" sz="1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suffix </a:t>
            </a:r>
            <a:r>
              <a:rPr kumimoji="0" lang="en-GB" sz="1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-us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5827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Amelioration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nice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First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recorded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1250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1300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Middle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English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'foolish'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'stupid'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silly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simple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French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ignorant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incapable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Latin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transition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below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later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wanton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fastidious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fussy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difficult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minute</a:t>
            </a:r>
            <a:r>
              <a:rPr kumimoji="0" lang="en-GB" sz="20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subtle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precise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critical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minutely</a:t>
            </a:r>
            <a:r>
              <a:rPr kumimoji="0" lang="en-GB" sz="2000" b="0" i="1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accurately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pleasant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attractive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0917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Amelioration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nice</a:t>
            </a:r>
            <a:r>
              <a:rPr kumimoji="0" lang="en-GB" sz="2800" b="1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Depth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49530" lvl="0" indent="0" algn="l" defTabSz="914400" rtl="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Originally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referred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foolish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stupid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then it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came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mention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reckless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things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difficult </a:t>
            </a:r>
            <a:r>
              <a:rPr kumimoji="0" lang="en-GB" sz="2400" b="1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they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sensitive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deal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things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minutely </a:t>
            </a:r>
            <a:r>
              <a:rPr kumimoji="0" lang="en-GB" sz="2400" b="1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accurate</a:t>
            </a:r>
            <a:r>
              <a:rPr kumimoji="0" lang="en-GB" sz="2400" b="1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present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pleasant</a:t>
            </a:r>
            <a:r>
              <a:rPr kumimoji="0" lang="en-GB" sz="2400" b="1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attractive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1833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Amelioration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Polysemy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16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17th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Century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during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Transition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expressed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totally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different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same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nice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trivial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Richard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3,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3,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Scene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7,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Line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175,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William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Shakespeare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nice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hazard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doubtful hour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Henry</a:t>
            </a:r>
            <a:r>
              <a:rPr kumimoji="0" lang="en-GB" sz="20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3,</a:t>
            </a:r>
            <a:r>
              <a:rPr kumimoji="0" lang="en-GB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4,</a:t>
            </a:r>
            <a:r>
              <a:rPr kumimoji="0" lang="en-GB" sz="20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Part</a:t>
            </a:r>
            <a:r>
              <a:rPr kumimoji="0" lang="en-GB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1,</a:t>
            </a:r>
            <a:r>
              <a:rPr kumimoji="0" lang="en-GB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</a:t>
            </a:r>
            <a:r>
              <a:rPr kumimoji="0" lang="en-GB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4,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Scene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1,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Line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48,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William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Shakespeare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4716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Amelioration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Examples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Amelioration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E98C4E8B-C35F-4F66-9EBB-6CA510AEDAB4}"/>
              </a:ext>
            </a:extLst>
          </p:cNvPr>
          <p:cNvGraphicFramePr>
            <a:graphicFrameLocks noGrp="1"/>
          </p:cNvGraphicFramePr>
          <p:nvPr/>
        </p:nvGraphicFramePr>
        <p:xfrm>
          <a:off x="943940" y="2305304"/>
          <a:ext cx="10243820" cy="4094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Present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800" b="1" u="heavy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boy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-287020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man's name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Bōia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boy(e)</a:t>
                      </a:r>
                      <a:r>
                        <a:rPr sz="18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-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recorded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1250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1300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Cognate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Frisian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boi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'young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man'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marR="521334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Akin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to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bōfa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Norse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bōfi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German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Buobo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man's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name(German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Bube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'knave'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dialectal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'boy',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'lad')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0485" marR="16827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 male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child,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from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birth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growth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800" b="1" u="heavy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fame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-287020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1175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1225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marR="80645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Roots:</a:t>
                      </a:r>
                      <a:r>
                        <a:rPr sz="18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18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Anglo-French,</a:t>
                      </a:r>
                      <a:r>
                        <a:rPr sz="18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French</a:t>
                      </a:r>
                      <a:r>
                        <a:rPr sz="18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1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Latin</a:t>
                      </a:r>
                      <a:r>
                        <a:rPr sz="18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fāma</a:t>
                      </a:r>
                      <a:r>
                        <a:rPr sz="1800" i="1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meanings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were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talk,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public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opinion,</a:t>
                      </a:r>
                      <a:r>
                        <a:rPr sz="18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repute;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akin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fārī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(to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speak)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84709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ead 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reputation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1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u="heavy" spc="-1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pretty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56235" indent="-287020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prættig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prettī</a:t>
                      </a:r>
                      <a:r>
                        <a:rPr sz="18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'cunning',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derivative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prǣtt</a:t>
                      </a:r>
                      <a:r>
                        <a:rPr sz="18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'trick',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'wile'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marR="481965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English: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prati(e)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pratte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prettie</a:t>
                      </a:r>
                      <a:r>
                        <a:rPr sz="1800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meaning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'cunning',</a:t>
                      </a:r>
                      <a:r>
                        <a:rPr sz="18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'gallant',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'fine',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'handsome',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pretty'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recorded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1000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6235" algn="l"/>
                          <a:tab pos="35687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Cognate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Dutch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part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pret</a:t>
                      </a:r>
                      <a:r>
                        <a:rPr sz="18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'trick',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'prank'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Norse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prettr</a:t>
                      </a:r>
                      <a:r>
                        <a:rPr sz="18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'trick',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6235">
                        <a:lnSpc>
                          <a:spcPct val="100000"/>
                        </a:lnSpc>
                      </a:pPr>
                      <a:r>
                        <a:rPr sz="1800" i="1" spc="-5" dirty="0">
                          <a:latin typeface="Calibri"/>
                          <a:cs typeface="Calibri"/>
                        </a:rPr>
                        <a:t>prettugr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'tricky'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220979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pleasing or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attractive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to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eye,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delicacy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gracefulness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403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0" lvl="0" indent="-361950" algn="l" defTabSz="914400" rtl="0" eaLnBrk="1" fontAlgn="auto" latinLnBrk="0" hangingPunct="1">
              <a:lnSpc>
                <a:spcPts val="334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Pejoration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Bad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Amelioration</a:t>
            </a:r>
            <a:r>
              <a:rPr kumimoji="0" lang="en-GB" sz="24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historical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Bad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5080" lvl="0" indent="-361950" algn="l" defTabSz="914400" rtl="0" eaLnBrk="1" fontAlgn="auto" latinLnBrk="0" hangingPunct="1">
              <a:lnSpc>
                <a:spcPct val="87600"/>
              </a:lnSpc>
              <a:spcBef>
                <a:spcPts val="645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Survival of vocabulary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requires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distinct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nuances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those of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synonyms.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dig deeper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history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word,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answer.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4.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4.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670" marR="5080" lvl="0" indent="-268605" algn="just" defTabSz="914400" rtl="0" eaLnBrk="1" fontAlgn="auto" latinLnBrk="0" hangingPunct="1">
              <a:lnSpc>
                <a:spcPct val="90300"/>
              </a:lnSpc>
              <a:spcBef>
                <a:spcPts val="38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Kiyoaki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Kikuchi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Kazutomo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Karasawa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Takeshi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Koike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4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Ryuichi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Hotta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Kazuki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Fukuda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4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Yasuyuki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Kaizuka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Takeshi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Matsuzaki,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英語学：現代英語を</a:t>
            </a:r>
            <a:r>
              <a:rPr kumimoji="0" lang="ja-JP" altLang="en-US" sz="21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よ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り深</a:t>
            </a:r>
            <a:r>
              <a:rPr kumimoji="0" lang="ja-JP" altLang="en-US" sz="21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く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知る ため</a:t>
            </a:r>
            <a:r>
              <a:rPr kumimoji="0" lang="ja-JP" altLang="en-US" sz="21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現代英語の諸相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学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術語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解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説</a:t>
            </a: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ja-JP" altLang="en-US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Osaka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浪漫書房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ja-JP" altLang="en-US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2008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just" defTabSz="914400" rtl="0" eaLnBrk="1" fontAlgn="auto" latinLnBrk="0" hangingPunct="1">
              <a:lnSpc>
                <a:spcPts val="24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Dictionary.com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just" defTabSz="914400" rtl="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Accessed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On: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February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1746</Words>
  <Application>Microsoft Office PowerPoint</Application>
  <PresentationFormat>Widescreen</PresentationFormat>
  <Paragraphs>295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 MT</vt:lpstr>
      <vt:lpstr>Calibri (Headings)</vt:lpstr>
      <vt:lpstr>Yu Gothic</vt:lpstr>
      <vt:lpstr>Arial</vt:lpstr>
      <vt:lpstr>Calibri</vt:lpstr>
      <vt:lpstr>Calibri Light</vt:lpstr>
      <vt:lpstr>Times New Roman</vt:lpstr>
      <vt:lpstr>Office テーマ</vt:lpstr>
      <vt:lpstr>Dive Deeper into Present-Day English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Goals of This Series</vt:lpstr>
      <vt:lpstr>Agenda</vt:lpstr>
      <vt:lpstr>1. Pejoration</vt:lpstr>
      <vt:lpstr>1. Pejoration</vt:lpstr>
      <vt:lpstr>1. Pejoration</vt:lpstr>
      <vt:lpstr>1. Pejoration</vt:lpstr>
      <vt:lpstr>1. Pejoration</vt:lpstr>
      <vt:lpstr>1. Pejoration</vt:lpstr>
      <vt:lpstr>1. Pejoration</vt:lpstr>
      <vt:lpstr>2. Amelioration</vt:lpstr>
      <vt:lpstr>2. Amelioration</vt:lpstr>
      <vt:lpstr>2. Amelioration</vt:lpstr>
      <vt:lpstr>2. Amelioration</vt:lpstr>
      <vt:lpstr>2. Amelioration</vt:lpstr>
      <vt:lpstr>2. Amelioration</vt:lpstr>
      <vt:lpstr>2. Amelioration</vt:lpstr>
      <vt:lpstr>3. Summary</vt:lpstr>
      <vt:lpstr>3. Summary</vt:lpstr>
      <vt:lpstr>4. References</vt:lpstr>
      <vt:lpstr>4.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36</cp:revision>
  <dcterms:modified xsi:type="dcterms:W3CDTF">2025-08-31T17:22:52Z</dcterms:modified>
</cp:coreProperties>
</file>