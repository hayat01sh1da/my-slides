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jpg"/>
  <Override PartName="/ppt/media/image4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7" r:id="rId3"/>
    <p:sldId id="407" r:id="rId4"/>
    <p:sldId id="387" r:id="rId5"/>
    <p:sldId id="286" r:id="rId6"/>
    <p:sldId id="419" r:id="rId7"/>
    <p:sldId id="280" r:id="rId8"/>
    <p:sldId id="311" r:id="rId9"/>
    <p:sldId id="408" r:id="rId10"/>
    <p:sldId id="259" r:id="rId11"/>
    <p:sldId id="330" r:id="rId12"/>
    <p:sldId id="409" r:id="rId13"/>
    <p:sldId id="325" r:id="rId14"/>
    <p:sldId id="354" r:id="rId15"/>
    <p:sldId id="410" r:id="rId16"/>
    <p:sldId id="411" r:id="rId17"/>
    <p:sldId id="412" r:id="rId18"/>
    <p:sldId id="413" r:id="rId19"/>
    <p:sldId id="414" r:id="rId20"/>
    <p:sldId id="415" r:id="rId21"/>
    <p:sldId id="326" r:id="rId22"/>
    <p:sldId id="336" r:id="rId23"/>
    <p:sldId id="416" r:id="rId24"/>
    <p:sldId id="418" r:id="rId25"/>
    <p:sldId id="357" r:id="rId26"/>
    <p:sldId id="358" r:id="rId27"/>
    <p:sldId id="359" r:id="rId28"/>
    <p:sldId id="360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44CAFEEF-DD6D-442F-B91E-C80AC954C24A}"/>
    <pc:docChg chg="undo custSel addSld modSld">
      <pc:chgData name="Hayato Ishida" userId="585fa0fa6384767c" providerId="LiveId" clId="{44CAFEEF-DD6D-442F-B91E-C80AC954C24A}" dt="2025-08-31T17:19:58.970" v="23"/>
      <pc:docMkLst>
        <pc:docMk/>
      </pc:docMkLst>
      <pc:sldChg chg="addSp delSp modSp mod">
        <pc:chgData name="Hayato Ishida" userId="585fa0fa6384767c" providerId="LiveId" clId="{44CAFEEF-DD6D-442F-B91E-C80AC954C24A}" dt="2025-08-31T17:19:37.731" v="17"/>
        <pc:sldMkLst>
          <pc:docMk/>
          <pc:sldMk cId="155858466" sldId="286"/>
        </pc:sldMkLst>
        <pc:spChg chg="add del mod">
          <ac:chgData name="Hayato Ishida" userId="585fa0fa6384767c" providerId="LiveId" clId="{44CAFEEF-DD6D-442F-B91E-C80AC954C24A}" dt="2025-08-31T17:19:29.774" v="16" actId="478"/>
          <ac:spMkLst>
            <pc:docMk/>
            <pc:sldMk cId="155858466" sldId="286"/>
            <ac:spMk id="3" creationId="{9ED8FEF0-B09D-D3EB-FCEB-F85EB13354BD}"/>
          </ac:spMkLst>
        </pc:spChg>
        <pc:spChg chg="add mod">
          <ac:chgData name="Hayato Ishida" userId="585fa0fa6384767c" providerId="LiveId" clId="{44CAFEEF-DD6D-442F-B91E-C80AC954C24A}" dt="2025-08-31T17:19:37.731" v="17"/>
          <ac:spMkLst>
            <pc:docMk/>
            <pc:sldMk cId="155858466" sldId="286"/>
            <ac:spMk id="4" creationId="{BC4599AB-9766-A79B-25D6-42381FB6F8AE}"/>
          </ac:spMkLst>
        </pc:spChg>
        <pc:spChg chg="del">
          <ac:chgData name="Hayato Ishida" userId="585fa0fa6384767c" providerId="LiveId" clId="{44CAFEEF-DD6D-442F-B91E-C80AC954C24A}" dt="2025-08-31T17:19:26.976" v="15" actId="478"/>
          <ac:spMkLst>
            <pc:docMk/>
            <pc:sldMk cId="155858466" sldId="286"/>
            <ac:spMk id="10" creationId="{19216332-6C14-5FD7-BC3F-AB9F3A04B816}"/>
          </ac:spMkLst>
        </pc:spChg>
        <pc:spChg chg="del">
          <ac:chgData name="Hayato Ishida" userId="585fa0fa6384767c" providerId="LiveId" clId="{44CAFEEF-DD6D-442F-B91E-C80AC954C24A}" dt="2025-08-31T17:19:26.976" v="15" actId="478"/>
          <ac:spMkLst>
            <pc:docMk/>
            <pc:sldMk cId="155858466" sldId="286"/>
            <ac:spMk id="12" creationId="{1C671767-E6D6-8EDD-6E07-1F07D856E213}"/>
          </ac:spMkLst>
        </pc:spChg>
        <pc:graphicFrameChg chg="add mod">
          <ac:chgData name="Hayato Ishida" userId="585fa0fa6384767c" providerId="LiveId" clId="{44CAFEEF-DD6D-442F-B91E-C80AC954C24A}" dt="2025-08-31T17:19:37.731" v="17"/>
          <ac:graphicFrameMkLst>
            <pc:docMk/>
            <pc:sldMk cId="155858466" sldId="286"/>
            <ac:graphicFrameMk id="5" creationId="{B6B0A0F0-CFA8-0EB8-4084-31B98D7B78C4}"/>
          </ac:graphicFrameMkLst>
        </pc:graphicFrameChg>
      </pc:sldChg>
      <pc:sldChg chg="addSp delSp modSp mod">
        <pc:chgData name="Hayato Ishida" userId="585fa0fa6384767c" providerId="LiveId" clId="{44CAFEEF-DD6D-442F-B91E-C80AC954C24A}" dt="2025-08-31T17:09:51.827" v="4"/>
        <pc:sldMkLst>
          <pc:docMk/>
          <pc:sldMk cId="654251065" sldId="287"/>
        </pc:sldMkLst>
        <pc:spChg chg="add del mod">
          <ac:chgData name="Hayato Ishida" userId="585fa0fa6384767c" providerId="LiveId" clId="{44CAFEEF-DD6D-442F-B91E-C80AC954C24A}" dt="2025-08-31T17:09:51.323" v="3" actId="478"/>
          <ac:spMkLst>
            <pc:docMk/>
            <pc:sldMk cId="654251065" sldId="287"/>
            <ac:spMk id="3" creationId="{823AA339-59C0-B8F3-A3DE-386015209D94}"/>
          </ac:spMkLst>
        </pc:spChg>
        <pc:spChg chg="add mod">
          <ac:chgData name="Hayato Ishida" userId="585fa0fa6384767c" providerId="LiveId" clId="{44CAFEEF-DD6D-442F-B91E-C80AC954C24A}" dt="2025-08-31T17:09:49.907" v="2"/>
          <ac:spMkLst>
            <pc:docMk/>
            <pc:sldMk cId="654251065" sldId="287"/>
            <ac:spMk id="5" creationId="{9C62173E-03C2-B9E5-40CF-680728D19214}"/>
          </ac:spMkLst>
        </pc:spChg>
        <pc:spChg chg="add mod">
          <ac:chgData name="Hayato Ishida" userId="585fa0fa6384767c" providerId="LiveId" clId="{44CAFEEF-DD6D-442F-B91E-C80AC954C24A}" dt="2025-08-31T17:09:51.827" v="4"/>
          <ac:spMkLst>
            <pc:docMk/>
            <pc:sldMk cId="654251065" sldId="287"/>
            <ac:spMk id="7" creationId="{E988B1EF-D85A-4378-3FE5-1B657090E49D}"/>
          </ac:spMkLst>
        </pc:spChg>
        <pc:spChg chg="del">
          <ac:chgData name="Hayato Ishida" userId="585fa0fa6384767c" providerId="LiveId" clId="{44CAFEEF-DD6D-442F-B91E-C80AC954C24A}" dt="2025-08-31T17:09:48.424" v="0" actId="478"/>
          <ac:spMkLst>
            <pc:docMk/>
            <pc:sldMk cId="654251065" sldId="287"/>
            <ac:spMk id="10" creationId="{76E23E32-CE1C-294D-7E3A-71ABDC80F463}"/>
          </ac:spMkLst>
        </pc:spChg>
        <pc:picChg chg="add mod">
          <ac:chgData name="Hayato Ishida" userId="585fa0fa6384767c" providerId="LiveId" clId="{44CAFEEF-DD6D-442F-B91E-C80AC954C24A}" dt="2025-08-31T17:09:48.784" v="1"/>
          <ac:picMkLst>
            <pc:docMk/>
            <pc:sldMk cId="654251065" sldId="287"/>
            <ac:picMk id="4" creationId="{43567319-F732-CBB6-F433-16FCC9465DF3}"/>
          </ac:picMkLst>
        </pc:picChg>
        <pc:picChg chg="add mod">
          <ac:chgData name="Hayato Ishida" userId="585fa0fa6384767c" providerId="LiveId" clId="{44CAFEEF-DD6D-442F-B91E-C80AC954C24A}" dt="2025-08-31T17:09:51.827" v="4"/>
          <ac:picMkLst>
            <pc:docMk/>
            <pc:sldMk cId="654251065" sldId="287"/>
            <ac:picMk id="6" creationId="{C4543350-4085-10D1-4213-A3954A444F37}"/>
          </ac:picMkLst>
        </pc:picChg>
        <pc:picChg chg="del">
          <ac:chgData name="Hayato Ishida" userId="585fa0fa6384767c" providerId="LiveId" clId="{44CAFEEF-DD6D-442F-B91E-C80AC954C24A}" dt="2025-08-31T17:09:48.424" v="0" actId="478"/>
          <ac:picMkLst>
            <pc:docMk/>
            <pc:sldMk cId="654251065" sldId="287"/>
            <ac:picMk id="12" creationId="{5DC105CE-8708-9975-8878-1C1610CC69E0}"/>
          </ac:picMkLst>
        </pc:picChg>
      </pc:sldChg>
      <pc:sldChg chg="addSp delSp modSp mod">
        <pc:chgData name="Hayato Ishida" userId="585fa0fa6384767c" providerId="LiveId" clId="{44CAFEEF-DD6D-442F-B91E-C80AC954C24A}" dt="2025-08-31T17:16:16.270" v="14" actId="113"/>
        <pc:sldMkLst>
          <pc:docMk/>
          <pc:sldMk cId="417452178" sldId="387"/>
        </pc:sldMkLst>
        <pc:spChg chg="add del mod">
          <ac:chgData name="Hayato Ishida" userId="585fa0fa6384767c" providerId="LiveId" clId="{44CAFEEF-DD6D-442F-B91E-C80AC954C24A}" dt="2025-08-31T17:15:58.917" v="11" actId="478"/>
          <ac:spMkLst>
            <pc:docMk/>
            <pc:sldMk cId="417452178" sldId="387"/>
            <ac:spMk id="3" creationId="{DF155639-4132-6CD9-C93E-CE1FD674C577}"/>
          </ac:spMkLst>
        </pc:spChg>
        <pc:spChg chg="add del mod">
          <ac:chgData name="Hayato Ishida" userId="585fa0fa6384767c" providerId="LiveId" clId="{44CAFEEF-DD6D-442F-B91E-C80AC954C24A}" dt="2025-08-31T17:15:58.917" v="11" actId="478"/>
          <ac:spMkLst>
            <pc:docMk/>
            <pc:sldMk cId="417452178" sldId="387"/>
            <ac:spMk id="5" creationId="{50A0F082-F9FC-0010-25B7-1B63815F2727}"/>
          </ac:spMkLst>
        </pc:spChg>
        <pc:spChg chg="del">
          <ac:chgData name="Hayato Ishida" userId="585fa0fa6384767c" providerId="LiveId" clId="{44CAFEEF-DD6D-442F-B91E-C80AC954C24A}" dt="2025-08-31T17:15:56.376" v="10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44CAFEEF-DD6D-442F-B91E-C80AC954C24A}" dt="2025-08-31T17:15:56.376" v="10" actId="478"/>
          <ac:spMkLst>
            <pc:docMk/>
            <pc:sldMk cId="417452178" sldId="387"/>
            <ac:spMk id="7" creationId="{F4EECFEB-CDB9-69A5-6CEA-9BCBE6B4DFDF}"/>
          </ac:spMkLst>
        </pc:spChg>
        <pc:spChg chg="add mod">
          <ac:chgData name="Hayato Ishida" userId="585fa0fa6384767c" providerId="LiveId" clId="{44CAFEEF-DD6D-442F-B91E-C80AC954C24A}" dt="2025-08-31T17:15:59.256" v="13" actId="113"/>
          <ac:spMkLst>
            <pc:docMk/>
            <pc:sldMk cId="417452178" sldId="387"/>
            <ac:spMk id="9" creationId="{0F0DF38F-3B1E-9E6D-427F-A442FDA01AC5}"/>
          </ac:spMkLst>
        </pc:spChg>
        <pc:spChg chg="add mod">
          <ac:chgData name="Hayato Ishida" userId="585fa0fa6384767c" providerId="LiveId" clId="{44CAFEEF-DD6D-442F-B91E-C80AC954C24A}" dt="2025-08-31T17:16:16.270" v="14" actId="113"/>
          <ac:spMkLst>
            <pc:docMk/>
            <pc:sldMk cId="417452178" sldId="387"/>
            <ac:spMk id="10" creationId="{63AEBB77-15DA-251C-263D-CD3031A4C021}"/>
          </ac:spMkLst>
        </pc:spChg>
      </pc:sldChg>
      <pc:sldChg chg="addSp delSp modSp mod">
        <pc:chgData name="Hayato Ishida" userId="585fa0fa6384767c" providerId="LiveId" clId="{44CAFEEF-DD6D-442F-B91E-C80AC954C24A}" dt="2025-08-31T17:15:51.335" v="9" actId="478"/>
        <pc:sldMkLst>
          <pc:docMk/>
          <pc:sldMk cId="2978262175" sldId="407"/>
        </pc:sldMkLst>
        <pc:spChg chg="add del mod">
          <ac:chgData name="Hayato Ishida" userId="585fa0fa6384767c" providerId="LiveId" clId="{44CAFEEF-DD6D-442F-B91E-C80AC954C24A}" dt="2025-08-31T17:15:51.335" v="9" actId="478"/>
          <ac:spMkLst>
            <pc:docMk/>
            <pc:sldMk cId="2978262175" sldId="407"/>
            <ac:spMk id="3" creationId="{E1216556-7163-D492-48B8-E8ACC18755DC}"/>
          </ac:spMkLst>
        </pc:spChg>
        <pc:spChg chg="add del mod">
          <ac:chgData name="Hayato Ishida" userId="585fa0fa6384767c" providerId="LiveId" clId="{44CAFEEF-DD6D-442F-B91E-C80AC954C24A}" dt="2025-08-31T17:15:51.335" v="9" actId="478"/>
          <ac:spMkLst>
            <pc:docMk/>
            <pc:sldMk cId="2978262175" sldId="407"/>
            <ac:spMk id="5" creationId="{131369E6-F375-A3D7-2F98-575CBD193763}"/>
          </ac:spMkLst>
        </pc:spChg>
        <pc:spChg chg="add mod">
          <ac:chgData name="Hayato Ishida" userId="585fa0fa6384767c" providerId="LiveId" clId="{44CAFEEF-DD6D-442F-B91E-C80AC954C24A}" dt="2025-08-31T17:13:41.833" v="7"/>
          <ac:spMkLst>
            <pc:docMk/>
            <pc:sldMk cId="2978262175" sldId="407"/>
            <ac:spMk id="6" creationId="{281758FF-79ED-7FE6-010D-439F68EEFEFC}"/>
          </ac:spMkLst>
        </pc:spChg>
        <pc:spChg chg="add mod">
          <ac:chgData name="Hayato Ishida" userId="585fa0fa6384767c" providerId="LiveId" clId="{44CAFEEF-DD6D-442F-B91E-C80AC954C24A}" dt="2025-08-31T17:13:41.833" v="7"/>
          <ac:spMkLst>
            <pc:docMk/>
            <pc:sldMk cId="2978262175" sldId="407"/>
            <ac:spMk id="7" creationId="{24097207-4954-8E04-4D14-39BAD9955F0D}"/>
          </ac:spMkLst>
        </pc:spChg>
        <pc:spChg chg="add del">
          <ac:chgData name="Hayato Ishida" userId="585fa0fa6384767c" providerId="LiveId" clId="{44CAFEEF-DD6D-442F-B91E-C80AC954C24A}" dt="2025-08-31T17:15:51.335" v="9" actId="478"/>
          <ac:spMkLst>
            <pc:docMk/>
            <pc:sldMk cId="2978262175" sldId="407"/>
            <ac:spMk id="9" creationId="{1FBE0558-A36D-E216-E2C1-719E223780D5}"/>
          </ac:spMkLst>
        </pc:spChg>
        <pc:spChg chg="add del">
          <ac:chgData name="Hayato Ishida" userId="585fa0fa6384767c" providerId="LiveId" clId="{44CAFEEF-DD6D-442F-B91E-C80AC954C24A}" dt="2025-08-31T17:15:51.335" v="9" actId="478"/>
          <ac:spMkLst>
            <pc:docMk/>
            <pc:sldMk cId="2978262175" sldId="407"/>
            <ac:spMk id="10" creationId="{45885E2A-9A6E-037E-12A8-07D43B0256DF}"/>
          </ac:spMkLst>
        </pc:spChg>
      </pc:sldChg>
      <pc:sldChg chg="addSp delSp modSp add mod">
        <pc:chgData name="Hayato Ishida" userId="585fa0fa6384767c" providerId="LiveId" clId="{44CAFEEF-DD6D-442F-B91E-C80AC954C24A}" dt="2025-08-31T17:19:58.970" v="23"/>
        <pc:sldMkLst>
          <pc:docMk/>
          <pc:sldMk cId="1264426191" sldId="419"/>
        </pc:sldMkLst>
        <pc:spChg chg="add del">
          <ac:chgData name="Hayato Ishida" userId="585fa0fa6384767c" providerId="LiveId" clId="{44CAFEEF-DD6D-442F-B91E-C80AC954C24A}" dt="2025-08-31T17:19:54.150" v="22" actId="22"/>
          <ac:spMkLst>
            <pc:docMk/>
            <pc:sldMk cId="1264426191" sldId="419"/>
            <ac:spMk id="3" creationId="{BC6F178B-1FA1-E406-E0B1-B3554B74055E}"/>
          </ac:spMkLst>
        </pc:spChg>
        <pc:graphicFrameChg chg="del modGraphic">
          <ac:chgData name="Hayato Ishida" userId="585fa0fa6384767c" providerId="LiveId" clId="{44CAFEEF-DD6D-442F-B91E-C80AC954C24A}" dt="2025-08-31T17:19:52.227" v="20" actId="478"/>
          <ac:graphicFrameMkLst>
            <pc:docMk/>
            <pc:sldMk cId="1264426191" sldId="419"/>
            <ac:graphicFrameMk id="5" creationId="{22EDA411-C963-C2CD-5DF7-CF2E9E179507}"/>
          </ac:graphicFrameMkLst>
        </pc:graphicFrameChg>
        <pc:graphicFrameChg chg="add mod">
          <ac:chgData name="Hayato Ishida" userId="585fa0fa6384767c" providerId="LiveId" clId="{44CAFEEF-DD6D-442F-B91E-C80AC954C24A}" dt="2025-08-31T17:19:58.970" v="23"/>
          <ac:graphicFrameMkLst>
            <pc:docMk/>
            <pc:sldMk cId="1264426191" sldId="419"/>
            <ac:graphicFrameMk id="6" creationId="{AE3287C4-1D97-1523-E49F-51D1958278E4}"/>
          </ac:graphicFrameMkLst>
        </pc:graphicFrameChg>
      </pc:sldChg>
    </pc:docChg>
  </pc:docChgLst>
  <pc:docChgLst>
    <pc:chgData name="Hayato Ishida" userId="585fa0fa6384767c" providerId="LiveId" clId="{4B754873-71B8-4E72-BB2F-C1184E2B9EB5}"/>
    <pc:docChg chg="custSel modSld">
      <pc:chgData name="Hayato Ishida" userId="585fa0fa6384767c" providerId="LiveId" clId="{4B754873-71B8-4E72-BB2F-C1184E2B9EB5}" dt="2025-05-03T11:40:44.850" v="10"/>
      <pc:docMkLst>
        <pc:docMk/>
      </pc:docMkLst>
      <pc:sldChg chg="addSp delSp modSp mod">
        <pc:chgData name="Hayato Ishida" userId="585fa0fa6384767c" providerId="LiveId" clId="{4B754873-71B8-4E72-BB2F-C1184E2B9EB5}" dt="2025-05-03T11:40:44.850" v="10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4B754873-71B8-4E72-BB2F-C1184E2B9EB5}" dt="2025-05-03T11:38:34.545" v="9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4B754873-71B8-4E72-BB2F-C1184E2B9EB5}" dt="2025-05-03T11:37:47.437" v="5"/>
        <pc:sldMkLst>
          <pc:docMk/>
          <pc:sldMk cId="65425106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5EYW1K-dive-deeper-into-presentday-english-vol1-what-english-i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slide" Target="slide21.xml"/><Relationship Id="rId4" Type="http://schemas.openxmlformats.org/officeDocument/2006/relationships/slide" Target="slide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Dive Deeper into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Present-Day English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ja-JP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Vol.1 -What English Is-</a:t>
            </a:r>
            <a:endParaRPr kumimoji="0" lang="en-GB" sz="1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0FDC14E0-3D06-3A40-1392-A5BC6CCB4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97C7A6D7-B8D6-F8F2-97E9-A552EA50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543350-4085-10D1-4213-A3954A444F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E988B1EF-D85A-4378-3FE5-1B657090E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951EF88E-FFFA-549B-2569-5C543AFB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0F0DF38F-3B1E-9E6D-427F-A442FDA0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63AEBB77-15DA-251C-263D-CD3031A4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34C9EA2D-7E58-C7A5-586E-5631F28A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BC4599AB-9766-A79B-25D6-42381FB6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B0A0F0-CFA8-0EB8-4084-31B98D7B7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714905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B193D-4FDB-52B7-640E-7051561B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B60F5145-CB3F-BDCC-7CBB-6A9BF2CE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EBE88764-772A-C231-3B0D-E71D3D23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3287C4-1D97-1523-E49F-51D195827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23547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42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B25C75F1-68B3-D5E6-2B22-2E21C52D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D7D1507C-B300-F8F9-C721-A02E561F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6C468407-A8BF-CE20-B5D4-B2C83FE9C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Tech Conferences</a:t>
            </a:r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Goals of This Series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deep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0" lvl="1" indent="-26670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898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simply</a:t>
            </a:r>
            <a:r>
              <a:rPr kumimoji="0" lang="en-GB" sz="2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communication</a:t>
            </a:r>
            <a:r>
              <a:rPr kumimoji="0" lang="en-GB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knowing</a:t>
            </a:r>
            <a:r>
              <a:rPr kumimoji="0" lang="en-GB" sz="24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8980" marR="5080" lvl="1" indent="-267335" defTabSz="914400" eaLnBrk="1" fontAlgn="auto" latinLnBrk="0" hangingPunct="1">
              <a:lnSpc>
                <a:spcPts val="2160"/>
              </a:lnSpc>
              <a:spcBef>
                <a:spcPts val="56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"He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foreign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knows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nothing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own."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Johann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Wolfgang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von 	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Goethe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pursue</a:t>
            </a:r>
            <a:r>
              <a:rPr kumimoji="0" lang="en-GB" sz="24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essence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instantly</a:t>
            </a:r>
            <a:r>
              <a:rPr kumimoji="0" lang="en-GB" sz="2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lang="en-GB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later</a:t>
            </a:r>
            <a:r>
              <a:rPr kumimoji="0" lang="en-GB" sz="2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9615" marR="0" lvl="1" indent="-26733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think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meaningless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genuine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Periods of English Language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Relation between Language Families and Learning Costs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Specific Features of Present-Day English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26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Periods of English Language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FF1AFA-2A7B-EE06-1113-1B324E02D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715522"/>
              </p:ext>
            </p:extLst>
          </p:nvPr>
        </p:nvGraphicFramePr>
        <p:xfrm>
          <a:off x="820371" y="1817054"/>
          <a:ext cx="10515598" cy="4423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885">
                  <a:extLst>
                    <a:ext uri="{9D8B030D-6E8A-4147-A177-3AD203B41FA5}">
                      <a16:colId xmlns:a16="http://schemas.microsoft.com/office/drawing/2014/main" val="2540463653"/>
                    </a:ext>
                  </a:extLst>
                </a:gridCol>
                <a:gridCol w="1535185">
                  <a:extLst>
                    <a:ext uri="{9D8B030D-6E8A-4147-A177-3AD203B41FA5}">
                      <a16:colId xmlns:a16="http://schemas.microsoft.com/office/drawing/2014/main" val="2698757348"/>
                    </a:ext>
                  </a:extLst>
                </a:gridCol>
                <a:gridCol w="6930528">
                  <a:extLst>
                    <a:ext uri="{9D8B030D-6E8A-4147-A177-3AD203B41FA5}">
                      <a16:colId xmlns:a16="http://schemas.microsoft.com/office/drawing/2014/main" val="2920422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Periods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Eras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Linguistically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Historically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Events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343133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86233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Proto-Indo- European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Proto-Germanic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B.C.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1000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A.D.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400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Grimm's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Law(The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1st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Consonants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Shift)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Organised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sound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consonants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e.g.,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/p/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/f/,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/t/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/p/,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/k/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/h/,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/k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/h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/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347849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English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500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1100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Vikings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Conquest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English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68288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Creation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Dane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Law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late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9th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Century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68288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Dominance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Dane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early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11th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Century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68288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Absorption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Norse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Conflicts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115039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1100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1500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Norman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Conquest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French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Official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England(Spoken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Rulers)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unofficial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England(Spoken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Ruled)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Absorption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French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into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Conflicts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765" marB="0"/>
                </a:tc>
                <a:extLst>
                  <a:ext uri="{0D108BD9-81ED-4DB2-BD59-A6C34878D82A}">
                    <a16:rowId xmlns:a16="http://schemas.microsoft.com/office/drawing/2014/main" val="3845158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Modern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1500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1800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268288" indent="-176213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Great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Vowel</a:t>
                      </a:r>
                      <a:r>
                        <a:rPr sz="18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Shift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Vowels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Double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Vowels(e.g.,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name)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268288" indent="-176213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Increased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Loan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trades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Age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Discovery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304139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Present-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1800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Present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Mass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Media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Emergence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Vocabulary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/>
                </a:tc>
                <a:extLst>
                  <a:ext uri="{0D108BD9-81ED-4DB2-BD59-A6C34878D82A}">
                    <a16:rowId xmlns:a16="http://schemas.microsoft.com/office/drawing/2014/main" val="3321633529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Periods of English Language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FF3E4A-7963-A83E-C304-46D2165C616E}"/>
              </a:ext>
            </a:extLst>
          </p:cNvPr>
          <p:cNvSpPr/>
          <p:nvPr/>
        </p:nvSpPr>
        <p:spPr>
          <a:xfrm>
            <a:off x="838200" y="4177717"/>
            <a:ext cx="10497769" cy="1115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9D9FFA-1A6C-3129-6E37-CB53A3C41BF8}"/>
              </a:ext>
            </a:extLst>
          </p:cNvPr>
          <p:cNvSpPr/>
          <p:nvPr/>
        </p:nvSpPr>
        <p:spPr>
          <a:xfrm>
            <a:off x="838200" y="5883500"/>
            <a:ext cx="10497769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Periods of English Language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grpSp>
        <p:nvGrpSpPr>
          <p:cNvPr id="14" name="object 2">
            <a:extLst>
              <a:ext uri="{FF2B5EF4-FFF2-40B4-BE49-F238E27FC236}">
                <a16:creationId xmlns:a16="http://schemas.microsoft.com/office/drawing/2014/main" id="{193A6661-967B-334D-8CF8-E97BA1A37CD5}"/>
              </a:ext>
            </a:extLst>
          </p:cNvPr>
          <p:cNvGrpSpPr/>
          <p:nvPr/>
        </p:nvGrpSpPr>
        <p:grpSpPr>
          <a:xfrm>
            <a:off x="2596895" y="1345691"/>
            <a:ext cx="6734809" cy="4966970"/>
            <a:chOff x="2596895" y="1345691"/>
            <a:chExt cx="6734809" cy="4966970"/>
          </a:xfrm>
        </p:grpSpPr>
        <p:pic>
          <p:nvPicPr>
            <p:cNvPr id="15" name="object 3">
              <a:extLst>
                <a:ext uri="{FF2B5EF4-FFF2-40B4-BE49-F238E27FC236}">
                  <a16:creationId xmlns:a16="http://schemas.microsoft.com/office/drawing/2014/main" id="{F354BA59-4E24-BB6B-80F6-6765ECE4C1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96895" y="1345691"/>
              <a:ext cx="6734556" cy="4966716"/>
            </a:xfrm>
            <a:prstGeom prst="rect">
              <a:avLst/>
            </a:prstGeom>
          </p:spPr>
        </p:pic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365E58C0-3ADA-D2E0-D4E2-A9615D433755}"/>
                </a:ext>
              </a:extLst>
            </p:cNvPr>
            <p:cNvSpPr/>
            <p:nvPr/>
          </p:nvSpPr>
          <p:spPr>
            <a:xfrm>
              <a:off x="3510533" y="1802129"/>
              <a:ext cx="5390515" cy="4419600"/>
            </a:xfrm>
            <a:custGeom>
              <a:avLst/>
              <a:gdLst/>
              <a:ahLst/>
              <a:cxnLst/>
              <a:rect l="l" t="t" r="r" b="b"/>
              <a:pathLst>
                <a:path w="5390515" h="4419600">
                  <a:moveTo>
                    <a:pt x="0" y="4419600"/>
                  </a:moveTo>
                  <a:lnTo>
                    <a:pt x="2334767" y="4419600"/>
                  </a:lnTo>
                  <a:lnTo>
                    <a:pt x="2334767" y="2868168"/>
                  </a:lnTo>
                  <a:lnTo>
                    <a:pt x="0" y="2868168"/>
                  </a:lnTo>
                  <a:lnTo>
                    <a:pt x="0" y="4419600"/>
                  </a:lnTo>
                  <a:close/>
                </a:path>
                <a:path w="5390515" h="4419600">
                  <a:moveTo>
                    <a:pt x="2967228" y="4419600"/>
                  </a:moveTo>
                  <a:lnTo>
                    <a:pt x="5390388" y="4419600"/>
                  </a:lnTo>
                  <a:lnTo>
                    <a:pt x="5390388" y="0"/>
                  </a:lnTo>
                  <a:lnTo>
                    <a:pt x="2967228" y="0"/>
                  </a:lnTo>
                  <a:lnTo>
                    <a:pt x="2967228" y="44196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8392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sz="3200" b="1" dirty="0">
                <a:latin typeface="Calibri (Headings)"/>
              </a:rPr>
              <a:t>2. </a:t>
            </a:r>
            <a:r>
              <a:rPr lang="en-GB" altLang="ja-JP" sz="3200" b="1" dirty="0">
                <a:latin typeface="Calibri (Headings)"/>
                <a:sym typeface="Arial"/>
              </a:rPr>
              <a:t>Relation between Language Families and Learning Costs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3200" b="1" dirty="0">
                <a:latin typeface="Calibri (Headings)"/>
              </a:rPr>
              <a:t>2. </a:t>
            </a:r>
            <a:r>
              <a:rPr lang="en-GB" altLang="ja-JP" sz="3200" b="1" dirty="0">
                <a:latin typeface="Calibri (Headings)"/>
                <a:sym typeface="Arial"/>
              </a:rPr>
              <a:t>Relation between Language Families and Learning Costs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lang="en-GB" sz="2800" b="1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8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Family</a:t>
            </a:r>
            <a:r>
              <a:rPr kumimoji="0" lang="en-GB" sz="2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73685" lvl="0" indent="0" defTabSz="914400" eaLnBrk="1" fontAlgn="auto" latinLnBrk="0" hangingPunct="1">
              <a:lnSpc>
                <a:spcPts val="259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existing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world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today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trace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specific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original language.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group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derived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original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Family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3200" b="1" dirty="0">
                <a:latin typeface="Calibri (Headings)"/>
              </a:rPr>
              <a:t>2. </a:t>
            </a:r>
            <a:r>
              <a:rPr lang="en-GB" altLang="ja-JP" sz="3200" b="1" dirty="0">
                <a:latin typeface="Calibri (Headings)"/>
                <a:sym typeface="Arial"/>
              </a:rPr>
              <a:t>Relation between Language Families and Learning Costs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63052B76-C954-936E-CAB6-B699E8589CAB}"/>
              </a:ext>
            </a:extLst>
          </p:cNvPr>
          <p:cNvGrpSpPr/>
          <p:nvPr/>
        </p:nvGrpSpPr>
        <p:grpSpPr>
          <a:xfrm>
            <a:off x="2586227" y="1345691"/>
            <a:ext cx="6558280" cy="4968240"/>
            <a:chOff x="2586227" y="1345691"/>
            <a:chExt cx="6558280" cy="496824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42F50238-4C02-B048-F1BE-4456124A327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227" y="1345691"/>
              <a:ext cx="6557772" cy="4968239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3BD8C915-9D08-BA2F-9560-A8EBB665E196}"/>
                </a:ext>
              </a:extLst>
            </p:cNvPr>
            <p:cNvSpPr/>
            <p:nvPr/>
          </p:nvSpPr>
          <p:spPr>
            <a:xfrm>
              <a:off x="8242554" y="4527041"/>
              <a:ext cx="775970" cy="213360"/>
            </a:xfrm>
            <a:custGeom>
              <a:avLst/>
              <a:gdLst/>
              <a:ahLst/>
              <a:cxnLst/>
              <a:rect l="l" t="t" r="r" b="b"/>
              <a:pathLst>
                <a:path w="775970" h="213360">
                  <a:moveTo>
                    <a:pt x="0" y="213360"/>
                  </a:moveTo>
                  <a:lnTo>
                    <a:pt x="775716" y="213360"/>
                  </a:lnTo>
                  <a:lnTo>
                    <a:pt x="775716" y="0"/>
                  </a:lnTo>
                  <a:lnTo>
                    <a:pt x="0" y="0"/>
                  </a:lnTo>
                  <a:lnTo>
                    <a:pt x="0" y="21336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9940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3200" b="1" dirty="0">
                <a:latin typeface="Calibri (Headings)"/>
              </a:rPr>
              <a:t>2. </a:t>
            </a:r>
            <a:r>
              <a:rPr lang="en-GB" altLang="ja-JP" sz="3200" b="1" dirty="0">
                <a:latin typeface="Calibri (Headings)"/>
                <a:sym typeface="Arial"/>
              </a:rPr>
              <a:t>Relation between Language Families and Learning Costs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Germanic</a:t>
            </a:r>
            <a:r>
              <a:rPr kumimoji="0" lang="en-GB" sz="28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German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Dutch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Flemish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Danish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Swedish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Norwegian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779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3200" b="1" dirty="0">
                <a:latin typeface="Calibri (Headings)"/>
              </a:rPr>
              <a:t>2. </a:t>
            </a:r>
            <a:r>
              <a:rPr lang="en-GB" altLang="ja-JP" sz="3200" b="1" dirty="0">
                <a:latin typeface="Calibri (Headings)"/>
                <a:sym typeface="Arial"/>
              </a:rPr>
              <a:t>Relation between Language Families and Learning Costs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Romantic</a:t>
            </a:r>
            <a:r>
              <a:rPr kumimoji="0" lang="en-GB" sz="28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Portuguese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Spanish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Catalan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Provencal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French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936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3200" b="1" dirty="0">
                <a:latin typeface="Calibri (Headings)"/>
              </a:rPr>
              <a:t>2. </a:t>
            </a:r>
            <a:r>
              <a:rPr lang="en-GB" altLang="ja-JP" sz="3200" b="1" dirty="0">
                <a:latin typeface="Calibri (Headings)"/>
                <a:sym typeface="Arial"/>
              </a:rPr>
              <a:t>Relation between Language Families and Learning Costs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Celtic</a:t>
            </a: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Welsh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Breton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Irish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Gaelic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Scottish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Gaelic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6307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DC56DD-2F8C-2F71-4165-B087126E8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675984"/>
              </p:ext>
            </p:extLst>
          </p:nvPr>
        </p:nvGraphicFramePr>
        <p:xfrm>
          <a:off x="830102" y="2282068"/>
          <a:ext cx="10515600" cy="2850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1476">
                  <a:extLst>
                    <a:ext uri="{9D8B030D-6E8A-4147-A177-3AD203B41FA5}">
                      <a16:colId xmlns:a16="http://schemas.microsoft.com/office/drawing/2014/main" val="1905284154"/>
                    </a:ext>
                  </a:extLst>
                </a:gridCol>
                <a:gridCol w="3804407">
                  <a:extLst>
                    <a:ext uri="{9D8B030D-6E8A-4147-A177-3AD203B41FA5}">
                      <a16:colId xmlns:a16="http://schemas.microsoft.com/office/drawing/2014/main" val="1995121554"/>
                    </a:ext>
                  </a:extLst>
                </a:gridCol>
                <a:gridCol w="3409717">
                  <a:extLst>
                    <a:ext uri="{9D8B030D-6E8A-4147-A177-3AD203B41FA5}">
                      <a16:colId xmlns:a16="http://schemas.microsoft.com/office/drawing/2014/main" val="810184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Items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Compare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German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Language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Japanese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Language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363547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Least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Learning</a:t>
                      </a:r>
                      <a:r>
                        <a:rPr sz="18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Hours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480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hours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2500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hours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272928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Family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Germanic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Language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Language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Unknown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MS Gothic"/>
                          <a:cs typeface="MS Gothic"/>
                        </a:rPr>
                        <a:t>※</a:t>
                      </a:r>
                      <a:r>
                        <a:rPr sz="1800" spc="-495" dirty="0">
                          <a:latin typeface="MS Gothic"/>
                          <a:cs typeface="MS Gothic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Probably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Altai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Language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2918083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Grammatical Feature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Inflections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Cases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Agglutination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Subjective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Particles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/>
                </a:tc>
                <a:extLst>
                  <a:ext uri="{0D108BD9-81ED-4DB2-BD59-A6C34878D82A}">
                    <a16:rowId xmlns:a16="http://schemas.microsoft.com/office/drawing/2014/main" val="4037868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Affinity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Present-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English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Proto-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Indo-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European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Rooted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Natural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Gender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4101429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1320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Difference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from the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Present-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Day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English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Grammatical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Genders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Infections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Grammatical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Conjugations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488542627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3200" b="1" dirty="0">
                <a:latin typeface="Calibri (Headings)"/>
              </a:rPr>
              <a:t>2. </a:t>
            </a:r>
            <a:r>
              <a:rPr lang="en-GB" altLang="ja-JP" sz="3200" b="1" dirty="0">
                <a:latin typeface="Calibri (Headings)"/>
                <a:sym typeface="Arial"/>
              </a:rPr>
              <a:t>Relation between Language Families and Learning Costs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German</a:t>
            </a:r>
            <a:r>
              <a:rPr kumimoji="0" lang="en-GB" sz="2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vs.</a:t>
            </a:r>
            <a:r>
              <a:rPr kumimoji="0" lang="en-GB" sz="28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Japanese</a:t>
            </a:r>
            <a:r>
              <a:rPr kumimoji="0" lang="en-GB" sz="2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DD8697-08D8-198C-9CB7-32F2765E986F}"/>
              </a:ext>
            </a:extLst>
          </p:cNvPr>
          <p:cNvSpPr/>
          <p:nvPr/>
        </p:nvSpPr>
        <p:spPr>
          <a:xfrm>
            <a:off x="838965" y="3024231"/>
            <a:ext cx="10497769" cy="578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896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3200" b="1" dirty="0">
                <a:latin typeface="Calibri (Headings)"/>
              </a:rPr>
              <a:t>2. </a:t>
            </a:r>
            <a:r>
              <a:rPr lang="en-GB" altLang="ja-JP" sz="3200" b="1" dirty="0">
                <a:latin typeface="Calibri (Headings)"/>
                <a:sym typeface="Arial"/>
              </a:rPr>
              <a:t>Relation between Language Families and Learning Costs</a:t>
            </a:r>
            <a:endParaRPr lang="en-GB" sz="32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say…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62025" lvl="0" indent="0" defTabSz="914400" eaLnBrk="1" fontAlgn="auto" latinLnBrk="0" hangingPunct="1">
              <a:lnSpc>
                <a:spcPts val="34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3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32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belong</a:t>
            </a:r>
            <a:r>
              <a:rPr kumimoji="0" lang="en-GB" sz="32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3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3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lang="en-GB" sz="3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32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far</a:t>
            </a:r>
            <a:r>
              <a:rPr kumimoji="0" lang="en-GB" sz="3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family</a:t>
            </a:r>
            <a:r>
              <a:rPr kumimoji="0" lang="en-GB" sz="32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3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yours</a:t>
            </a:r>
            <a:r>
              <a:rPr kumimoji="0" lang="en-GB" sz="3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3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difficult</a:t>
            </a:r>
            <a:r>
              <a:rPr kumimoji="0" lang="en-GB" sz="32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3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3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acquire.</a:t>
            </a:r>
            <a:endParaRPr kumimoji="0" lang="en-GB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→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very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natural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Japanese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learners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pains.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9338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Specific Features of Present-Day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C8A5D3-0116-1EBC-C147-7625E40FC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705911"/>
              </p:ext>
            </p:extLst>
          </p:nvPr>
        </p:nvGraphicFramePr>
        <p:xfrm>
          <a:off x="819150" y="2263901"/>
          <a:ext cx="10402569" cy="4037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659">
                  <a:extLst>
                    <a:ext uri="{9D8B030D-6E8A-4147-A177-3AD203B41FA5}">
                      <a16:colId xmlns:a16="http://schemas.microsoft.com/office/drawing/2014/main" val="3592798984"/>
                    </a:ext>
                  </a:extLst>
                </a:gridCol>
                <a:gridCol w="4743974">
                  <a:extLst>
                    <a:ext uri="{9D8B030D-6E8A-4147-A177-3AD203B41FA5}">
                      <a16:colId xmlns:a16="http://schemas.microsoft.com/office/drawing/2014/main" val="3553785049"/>
                    </a:ext>
                  </a:extLst>
                </a:gridCol>
                <a:gridCol w="3893936">
                  <a:extLst>
                    <a:ext uri="{9D8B030D-6E8A-4147-A177-3AD203B41FA5}">
                      <a16:colId xmlns:a16="http://schemas.microsoft.com/office/drawing/2014/main" val="1108309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87932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Rich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Loan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Words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1440" marR="11366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absorbed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languages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world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rich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expressions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solidarity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those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learn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language.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92075" marR="1885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whose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root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either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Latin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French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account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50%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English vocabulary.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extLst>
                  <a:ext uri="{0D108BD9-81ED-4DB2-BD59-A6C34878D82A}">
                    <a16:rowId xmlns:a16="http://schemas.microsoft.com/office/drawing/2014/main" val="151298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4495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Loss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Grammatical Gender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91440" algn="just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Natural</a:t>
                      </a:r>
                      <a:r>
                        <a:rPr sz="1800" b="1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Gender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 marR="626110" algn="just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→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man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masculine,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girl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feminine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all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words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neuters.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gender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object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agrees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grammatical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gender.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92075" marR="6172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German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grammatical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genders.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[Masculine]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sunne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(sun)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[Feminine]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mond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(moon)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[Neuter]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weib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(wife)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260542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1238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Simplification</a:t>
                      </a:r>
                      <a:r>
                        <a:rPr sz="18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Grammatical Inflection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1440" marR="1968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Proto-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Indo-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European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cases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were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nominative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genitive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dative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accusative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ablative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locative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instrumental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vocative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Present-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English has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2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cases: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subjective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genitive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Finish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14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cases.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92075" marR="2076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genitive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marker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's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Present-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Day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derived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postfixes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genitive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Proto-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Indo-European.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co-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exists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noun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today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although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latter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prevails.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19685277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Specific Features of Present-Day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6216B8-1CE1-7A5F-FC34-6142B0E1A807}"/>
              </a:ext>
            </a:extLst>
          </p:cNvPr>
          <p:cNvSpPr/>
          <p:nvPr/>
        </p:nvSpPr>
        <p:spPr>
          <a:xfrm>
            <a:off x="819151" y="2634143"/>
            <a:ext cx="10371764" cy="847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Specific Features of Present-Day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</a:t>
            </a:r>
            <a:r>
              <a:rPr kumimoji="0" lang="en-GB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en-GB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BE727E-04C3-0220-933C-A593F05CE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620232"/>
              </p:ext>
            </p:extLst>
          </p:nvPr>
        </p:nvGraphicFramePr>
        <p:xfrm>
          <a:off x="831729" y="2282229"/>
          <a:ext cx="10385289" cy="372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359">
                  <a:extLst>
                    <a:ext uri="{9D8B030D-6E8A-4147-A177-3AD203B41FA5}">
                      <a16:colId xmlns:a16="http://schemas.microsoft.com/office/drawing/2014/main" val="1434943202"/>
                    </a:ext>
                  </a:extLst>
                </a:gridCol>
                <a:gridCol w="3284290">
                  <a:extLst>
                    <a:ext uri="{9D8B030D-6E8A-4147-A177-3AD203B41FA5}">
                      <a16:colId xmlns:a16="http://schemas.microsoft.com/office/drawing/2014/main" val="2960654761"/>
                    </a:ext>
                  </a:extLst>
                </a:gridCol>
                <a:gridCol w="5256640">
                  <a:extLst>
                    <a:ext uri="{9D8B030D-6E8A-4147-A177-3AD203B41FA5}">
                      <a16:colId xmlns:a16="http://schemas.microsoft.com/office/drawing/2014/main" val="1631778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2959097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marR="2298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Huge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Difference Between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Spellings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Pronunciation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91440" marR="173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difficult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predict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accurate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pronunciation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spellings.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e.g.,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archive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bouquet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dirty="0">
                          <a:latin typeface="Calibri"/>
                          <a:cs typeface="Calibri"/>
                        </a:rPr>
                        <a:t>draught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indict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i="1" dirty="0">
                          <a:latin typeface="Calibri"/>
                          <a:cs typeface="Calibri"/>
                        </a:rPr>
                        <a:t>ghoti</a:t>
                      </a:r>
                      <a:r>
                        <a:rPr sz="1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pronounced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/fɪʃ/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famous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joking.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gh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sounds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enou</a:t>
                      </a:r>
                      <a:r>
                        <a:rPr sz="18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gh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(voiceless).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sound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 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i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o</a:t>
                      </a:r>
                      <a:r>
                        <a:rPr sz="1800" i="1" spc="-20" dirty="0">
                          <a:latin typeface="Calibri"/>
                          <a:cs typeface="Calibri"/>
                        </a:rPr>
                        <a:t>men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(i-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mutation).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sounds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sta</a:t>
                      </a:r>
                      <a:r>
                        <a:rPr sz="18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ti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(voiceless).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531282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1" spc="-40" dirty="0">
                          <a:latin typeface="Calibri"/>
                          <a:cs typeface="Calibri"/>
                        </a:rPr>
                        <a:t>Too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Idioms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91440" marR="1733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Loss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inflection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gave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rise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propositions.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combined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other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proverbs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produces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idioms,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which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difficult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grammatically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explain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structures.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378460" marR="238760" indent="-287020">
                        <a:lnSpc>
                          <a:spcPct val="100000"/>
                        </a:lnSpc>
                        <a:spcBef>
                          <a:spcPts val="190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Inflections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Old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generous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word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orders;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however,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Present-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strict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were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historically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gone.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78460" marR="189230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e.g.,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"A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dog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man."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 "A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dog."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has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completely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opposite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relations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each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subject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object.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69278555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600DE6C-342D-5608-0648-1496922021F0}"/>
              </a:ext>
            </a:extLst>
          </p:cNvPr>
          <p:cNvSpPr/>
          <p:nvPr/>
        </p:nvSpPr>
        <p:spPr>
          <a:xfrm>
            <a:off x="838199" y="2650921"/>
            <a:ext cx="10352715" cy="1384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181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Specific Features of Present-Day English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2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Features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E3D1851F-535D-513F-0BE0-FA4044094E62}"/>
              </a:ext>
            </a:extLst>
          </p:cNvPr>
          <p:cNvGraphicFramePr>
            <a:graphicFrameLocks noGrp="1"/>
          </p:cNvGraphicFramePr>
          <p:nvPr/>
        </p:nvGraphicFramePr>
        <p:xfrm>
          <a:off x="847001" y="2282063"/>
          <a:ext cx="9496425" cy="370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Items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Native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Speakers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400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Millions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Speakers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second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language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3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1.2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billions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English-Speaking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Countries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Regions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2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Post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2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75%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Technology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2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80%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Words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Oxford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Dictionary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500,000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Words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Original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Languages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 Loan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Words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3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350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Languages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Ration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Vocabulary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Latin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French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Account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For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50%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Duration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History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English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Language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Approx.</a:t>
                      </a:r>
                      <a:r>
                        <a:rPr sz="1800" spc="3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1500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years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818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4. 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0" lvl="0" indent="-361315" defTabSz="914400" eaLnBrk="1" fontAlgn="auto" latinLnBrk="0" hangingPunct="1">
              <a:lnSpc>
                <a:spcPts val="334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periods.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Japanese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totally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roots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4015" marR="0" lvl="0" indent="-361315" defTabSz="91440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Pct val="116666"/>
              <a:buFontTx/>
              <a:buAutoNum type="arabicPeriod"/>
              <a:tabLst>
                <a:tab pos="374015" algn="l"/>
              </a:tabLst>
              <a:defRPr/>
            </a:pP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Present-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Day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representative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linguistic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sense.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164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79400" marR="532130" lvl="0" indent="-267335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Albert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C.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Baugh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Thomas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Cable,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1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HISTORY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24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LANGAUGE</a:t>
            </a:r>
            <a:r>
              <a:rPr kumimoji="0" lang="en-GB" sz="2400" b="0" i="1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sixth 	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edition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London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York,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Routeledge,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2013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defTabSz="914400" eaLnBrk="1" fontAlgn="auto" latinLnBrk="0" hangingPunct="1">
              <a:lnSpc>
                <a:spcPts val="241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Kiyoaki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Kikuchi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Kazutomo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Karasawa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Ryuichi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Hotta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Yasuyuki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Kaizuka,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1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</a:t>
            </a:r>
            <a:endParaRPr kumimoji="0" lang="ja-JP" altLang="en-US" sz="2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280670" marR="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1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史：現代英語の特質を求めて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ja-JP" altLang="en-US" sz="21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多文化性と国際性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US" altLang="ja-JP" sz="24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Osaka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関西人文科学出版会</a:t>
            </a:r>
            <a:r>
              <a:rPr kumimoji="0" lang="en-US" altLang="ja-JP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2009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79400" marR="5080" lvl="0" indent="-267335" algn="just" defTabSz="914400" eaLnBrk="1" fontAlgn="auto" latinLnBrk="0" hangingPunct="1">
              <a:lnSpc>
                <a:spcPct val="90200"/>
              </a:lnSpc>
              <a:spcBef>
                <a:spcPts val="135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Kiyoaki</a:t>
            </a:r>
            <a:r>
              <a:rPr kumimoji="0" lang="en-GB" sz="24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Kikuchi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Kazutomo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Karasawa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Takeshi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Koike</a:t>
            </a:r>
            <a:r>
              <a:rPr kumimoji="0" lang="en-GB" sz="24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Ryuichi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Hotta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Kazuki 	Fukuda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Yasuyuki</a:t>
            </a:r>
            <a:r>
              <a:rPr kumimoji="0" lang="en-GB" sz="24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Kaizuka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・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Takeshi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Matsuzaki,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1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英語学：現代英語をより深く知る	</a:t>
            </a:r>
            <a:r>
              <a:rPr kumimoji="0" lang="ja-JP" altLang="en-US" sz="21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ために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ja-JP" altLang="en-US" sz="21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現代英語の諸相と英語学術語解説</a:t>
            </a:r>
            <a:r>
              <a:rPr kumimoji="0" lang="en-US" altLang="ja-JP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US" altLang="ja-JP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Osaka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浪漫書房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2008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035" marR="0" lvl="0" indent="-267335" algn="just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Pct val="116666"/>
              <a:buFont typeface="Arial MT"/>
              <a:buChar char="•"/>
              <a:tabLst>
                <a:tab pos="280035" algn="l"/>
              </a:tabLst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Kazutomo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Karasawa,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1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英語のルーツ</a:t>
            </a:r>
            <a:r>
              <a:rPr kumimoji="0" lang="en-US" altLang="ja-JP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Kanagawa,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春風社</a:t>
            </a:r>
            <a:r>
              <a:rPr kumimoji="0" lang="en-US" altLang="ja-JP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US" altLang="ja-JP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2011</a:t>
            </a:r>
            <a:endParaRPr kumimoji="0" lang="ja-JP" alt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7677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1723</Words>
  <Application>Microsoft Office PowerPoint</Application>
  <PresentationFormat>Widescreen</PresentationFormat>
  <Paragraphs>309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 MT</vt:lpstr>
      <vt:lpstr>Calibri (Headings)</vt:lpstr>
      <vt:lpstr>MS Gothic</vt:lpstr>
      <vt:lpstr>Yu Gothic</vt:lpstr>
      <vt:lpstr>Arial</vt:lpstr>
      <vt:lpstr>Calibri</vt:lpstr>
      <vt:lpstr>Calibri Light</vt:lpstr>
      <vt:lpstr>Office テーマ</vt:lpstr>
      <vt:lpstr>Dive Deeper into Present-Day English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Goals of This Series</vt:lpstr>
      <vt:lpstr>Agenda</vt:lpstr>
      <vt:lpstr>1. Periods of English Language</vt:lpstr>
      <vt:lpstr>1. Periods of English Language</vt:lpstr>
      <vt:lpstr>1. Periods of English Language</vt:lpstr>
      <vt:lpstr>2. Relation between Language Families and Learning Costs</vt:lpstr>
      <vt:lpstr>2. Relation between Language Families and Learning Costs</vt:lpstr>
      <vt:lpstr>2. Relation between Language Families and Learning Costs</vt:lpstr>
      <vt:lpstr>2. Relation between Language Families and Learning Costs</vt:lpstr>
      <vt:lpstr>2. Relation between Language Families and Learning Costs</vt:lpstr>
      <vt:lpstr>2. Relation between Language Families and Learning Costs</vt:lpstr>
      <vt:lpstr>2. Relation between Language Families and Learning Costs</vt:lpstr>
      <vt:lpstr>2. Relation between Language Families and Learning Costs</vt:lpstr>
      <vt:lpstr>3. Specific Features of Present-Day English</vt:lpstr>
      <vt:lpstr>3. Specific Features of Present-Day English</vt:lpstr>
      <vt:lpstr>3. Specific Features of Present-Day English</vt:lpstr>
      <vt:lpstr>3. Specific Features of Present-Day English</vt:lpstr>
      <vt:lpstr>4. Summary</vt:lpstr>
      <vt:lpstr>4. Summary</vt:lpstr>
      <vt:lpstr>5. References</vt:lpstr>
      <vt:lpstr>5.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45</cp:revision>
  <dcterms:modified xsi:type="dcterms:W3CDTF">2025-08-31T17:19:59Z</dcterms:modified>
</cp:coreProperties>
</file>