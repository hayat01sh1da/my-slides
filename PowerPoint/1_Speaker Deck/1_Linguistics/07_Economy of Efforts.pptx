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87" r:id="rId3"/>
    <p:sldId id="407" r:id="rId4"/>
    <p:sldId id="387" r:id="rId5"/>
    <p:sldId id="286" r:id="rId6"/>
    <p:sldId id="412" r:id="rId7"/>
    <p:sldId id="280" r:id="rId8"/>
    <p:sldId id="311" r:id="rId9"/>
    <p:sldId id="259" r:id="rId10"/>
    <p:sldId id="330" r:id="rId11"/>
    <p:sldId id="408" r:id="rId12"/>
    <p:sldId id="409" r:id="rId13"/>
    <p:sldId id="325" r:id="rId14"/>
    <p:sldId id="354" r:id="rId15"/>
    <p:sldId id="410" r:id="rId16"/>
    <p:sldId id="326" r:id="rId17"/>
    <p:sldId id="336" r:id="rId18"/>
    <p:sldId id="357" r:id="rId19"/>
    <p:sldId id="358" r:id="rId20"/>
    <p:sldId id="411" r:id="rId21"/>
    <p:sldId id="385" r:id="rId22"/>
    <p:sldId id="386" r:id="rId23"/>
    <p:sldId id="328" r:id="rId24"/>
    <p:sldId id="295" r:id="rId25"/>
    <p:sldId id="28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6068EE94-8034-4ED0-9F55-E7598E78FD0A}"/>
    <pc:docChg chg="custSel modSld">
      <pc:chgData name="Hayato Ishida" userId="585fa0fa6384767c" providerId="LiveId" clId="{6068EE94-8034-4ED0-9F55-E7598E78FD0A}" dt="2025-05-03T11:39:53.148" v="9"/>
      <pc:docMkLst>
        <pc:docMk/>
      </pc:docMkLst>
      <pc:sldChg chg="addSp delSp modSp mod">
        <pc:chgData name="Hayato Ishida" userId="585fa0fa6384767c" providerId="LiveId" clId="{6068EE94-8034-4ED0-9F55-E7598E78FD0A}" dt="2025-05-03T11:39:53.148" v="9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6068EE94-8034-4ED0-9F55-E7598E78FD0A}" dt="2025-05-03T11:38:58.510" v="8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6068EE94-8034-4ED0-9F55-E7598E78FD0A}" dt="2025-05-03T11:38:07.442" v="7"/>
        <pc:sldMkLst>
          <pc:docMk/>
          <pc:sldMk cId="654251065" sldId="287"/>
        </pc:sldMkLst>
      </pc:sldChg>
    </pc:docChg>
  </pc:docChgLst>
  <pc:docChgLst>
    <pc:chgData name="Hayato Ishida" userId="585fa0fa6384767c" providerId="LiveId" clId="{6AFFE68F-DF6F-4EDE-9161-5B6D70CBFF86}"/>
    <pc:docChg chg="undo custSel addSld modSld">
      <pc:chgData name="Hayato Ishida" userId="585fa0fa6384767c" providerId="LiveId" clId="{6AFFE68F-DF6F-4EDE-9161-5B6D70CBFF86}" dt="2025-08-31T17:23:39.605" v="18"/>
      <pc:docMkLst>
        <pc:docMk/>
      </pc:docMkLst>
      <pc:sldChg chg="addSp delSp modSp mod">
        <pc:chgData name="Hayato Ishida" userId="585fa0fa6384767c" providerId="LiveId" clId="{6AFFE68F-DF6F-4EDE-9161-5B6D70CBFF86}" dt="2025-08-31T17:23:28.394" v="15"/>
        <pc:sldMkLst>
          <pc:docMk/>
          <pc:sldMk cId="155858466" sldId="286"/>
        </pc:sldMkLst>
        <pc:spChg chg="add del mod">
          <ac:chgData name="Hayato Ishida" userId="585fa0fa6384767c" providerId="LiveId" clId="{6AFFE68F-DF6F-4EDE-9161-5B6D70CBFF86}" dt="2025-08-31T17:23:18.923" v="12" actId="478"/>
          <ac:spMkLst>
            <pc:docMk/>
            <pc:sldMk cId="155858466" sldId="286"/>
            <ac:spMk id="3" creationId="{C73ADF43-4709-F049-328E-80494D766565}"/>
          </ac:spMkLst>
        </pc:spChg>
        <pc:spChg chg="add mod">
          <ac:chgData name="Hayato Ishida" userId="585fa0fa6384767c" providerId="LiveId" clId="{6AFFE68F-DF6F-4EDE-9161-5B6D70CBFF86}" dt="2025-08-31T17:23:28.394" v="15"/>
          <ac:spMkLst>
            <pc:docMk/>
            <pc:sldMk cId="155858466" sldId="286"/>
            <ac:spMk id="5" creationId="{7698F1D5-B9D0-5AA1-F495-32F6FD3D5155}"/>
          </ac:spMkLst>
        </pc:spChg>
        <pc:spChg chg="del">
          <ac:chgData name="Hayato Ishida" userId="585fa0fa6384767c" providerId="LiveId" clId="{6AFFE68F-DF6F-4EDE-9161-5B6D70CBFF86}" dt="2025-08-31T17:23:15.656" v="11" actId="478"/>
          <ac:spMkLst>
            <pc:docMk/>
            <pc:sldMk cId="155858466" sldId="286"/>
            <ac:spMk id="7" creationId="{37D9A9CF-5339-F9D8-CB05-F3976AA614AE}"/>
          </ac:spMkLst>
        </pc:spChg>
        <pc:spChg chg="del">
          <ac:chgData name="Hayato Ishida" userId="585fa0fa6384767c" providerId="LiveId" clId="{6AFFE68F-DF6F-4EDE-9161-5B6D70CBFF86}" dt="2025-08-31T17:23:21.146" v="13" actId="478"/>
          <ac:spMkLst>
            <pc:docMk/>
            <pc:sldMk cId="155858466" sldId="286"/>
            <ac:spMk id="9" creationId="{F7F22762-783F-672B-8885-AF289D994E33}"/>
          </ac:spMkLst>
        </pc:spChg>
        <pc:graphicFrameChg chg="add mod">
          <ac:chgData name="Hayato Ishida" userId="585fa0fa6384767c" providerId="LiveId" clId="{6AFFE68F-DF6F-4EDE-9161-5B6D70CBFF86}" dt="2025-08-31T17:23:21.912" v="14"/>
          <ac:graphicFrameMkLst>
            <pc:docMk/>
            <pc:sldMk cId="155858466" sldId="286"/>
            <ac:graphicFrameMk id="4" creationId="{DFED02B6-076B-FDD5-C710-D444D127633B}"/>
          </ac:graphicFrameMkLst>
        </pc:graphicFrameChg>
      </pc:sldChg>
      <pc:sldChg chg="addSp delSp modSp mod">
        <pc:chgData name="Hayato Ishida" userId="585fa0fa6384767c" providerId="LiveId" clId="{6AFFE68F-DF6F-4EDE-9161-5B6D70CBFF86}" dt="2025-08-31T17:11:49.240" v="2"/>
        <pc:sldMkLst>
          <pc:docMk/>
          <pc:sldMk cId="654251065" sldId="287"/>
        </pc:sldMkLst>
        <pc:spChg chg="add del mod">
          <ac:chgData name="Hayato Ishida" userId="585fa0fa6384767c" providerId="LiveId" clId="{6AFFE68F-DF6F-4EDE-9161-5B6D70CBFF86}" dt="2025-08-31T17:11:48.974" v="1" actId="478"/>
          <ac:spMkLst>
            <pc:docMk/>
            <pc:sldMk cId="654251065" sldId="287"/>
            <ac:spMk id="3" creationId="{4EB4D4F1-0C4E-8A15-F729-A643DB5F8454}"/>
          </ac:spMkLst>
        </pc:spChg>
        <pc:spChg chg="add mod">
          <ac:chgData name="Hayato Ishida" userId="585fa0fa6384767c" providerId="LiveId" clId="{6AFFE68F-DF6F-4EDE-9161-5B6D70CBFF86}" dt="2025-08-31T17:11:49.240" v="2"/>
          <ac:spMkLst>
            <pc:docMk/>
            <pc:sldMk cId="654251065" sldId="287"/>
            <ac:spMk id="5" creationId="{61614528-01BA-821F-DD97-A1EC75CB78D5}"/>
          </ac:spMkLst>
        </pc:spChg>
        <pc:spChg chg="del">
          <ac:chgData name="Hayato Ishida" userId="585fa0fa6384767c" providerId="LiveId" clId="{6AFFE68F-DF6F-4EDE-9161-5B6D70CBFF86}" dt="2025-08-31T17:11:47.069" v="0" actId="478"/>
          <ac:spMkLst>
            <pc:docMk/>
            <pc:sldMk cId="654251065" sldId="287"/>
            <ac:spMk id="10" creationId="{67D35C1D-C77E-79D8-24A7-77AEA66A9949}"/>
          </ac:spMkLst>
        </pc:spChg>
        <pc:picChg chg="add mod">
          <ac:chgData name="Hayato Ishida" userId="585fa0fa6384767c" providerId="LiveId" clId="{6AFFE68F-DF6F-4EDE-9161-5B6D70CBFF86}" dt="2025-08-31T17:11:49.240" v="2"/>
          <ac:picMkLst>
            <pc:docMk/>
            <pc:sldMk cId="654251065" sldId="287"/>
            <ac:picMk id="4" creationId="{4CEAF715-8D58-E63A-5A58-0A588F72004C}"/>
          </ac:picMkLst>
        </pc:picChg>
        <pc:picChg chg="del">
          <ac:chgData name="Hayato Ishida" userId="585fa0fa6384767c" providerId="LiveId" clId="{6AFFE68F-DF6F-4EDE-9161-5B6D70CBFF86}" dt="2025-08-31T17:11:47.069" v="0" actId="478"/>
          <ac:picMkLst>
            <pc:docMk/>
            <pc:sldMk cId="654251065" sldId="287"/>
            <ac:picMk id="12" creationId="{A27634E9-45FE-F437-1440-B9492595CE73}"/>
          </ac:picMkLst>
        </pc:picChg>
      </pc:sldChg>
      <pc:sldChg chg="addSp delSp modSp mod">
        <pc:chgData name="Hayato Ishida" userId="585fa0fa6384767c" providerId="LiveId" clId="{6AFFE68F-DF6F-4EDE-9161-5B6D70CBFF86}" dt="2025-08-31T17:15:06.932" v="10"/>
        <pc:sldMkLst>
          <pc:docMk/>
          <pc:sldMk cId="417452178" sldId="387"/>
        </pc:sldMkLst>
        <pc:spChg chg="add del mod">
          <ac:chgData name="Hayato Ishida" userId="585fa0fa6384767c" providerId="LiveId" clId="{6AFFE68F-DF6F-4EDE-9161-5B6D70CBFF86}" dt="2025-08-31T17:15:06.410" v="9" actId="478"/>
          <ac:spMkLst>
            <pc:docMk/>
            <pc:sldMk cId="417452178" sldId="387"/>
            <ac:spMk id="3" creationId="{4D0599E8-73F7-FB7D-267C-1CB58BFBBF2E}"/>
          </ac:spMkLst>
        </pc:spChg>
        <pc:spChg chg="add del mod">
          <ac:chgData name="Hayato Ishida" userId="585fa0fa6384767c" providerId="LiveId" clId="{6AFFE68F-DF6F-4EDE-9161-5B6D70CBFF86}" dt="2025-08-31T17:15:06.410" v="9" actId="478"/>
          <ac:spMkLst>
            <pc:docMk/>
            <pc:sldMk cId="417452178" sldId="387"/>
            <ac:spMk id="5" creationId="{BA725D6B-88B6-D006-C361-E0D1E9361FA9}"/>
          </ac:spMkLst>
        </pc:spChg>
        <pc:spChg chg="del">
          <ac:chgData name="Hayato Ishida" userId="585fa0fa6384767c" providerId="LiveId" clId="{6AFFE68F-DF6F-4EDE-9161-5B6D70CBFF86}" dt="2025-08-31T17:15:04.033" v="8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6AFFE68F-DF6F-4EDE-9161-5B6D70CBFF86}" dt="2025-08-31T17:15:04.033" v="8" actId="478"/>
          <ac:spMkLst>
            <pc:docMk/>
            <pc:sldMk cId="417452178" sldId="387"/>
            <ac:spMk id="7" creationId="{F4EECFEB-CDB9-69A5-6CEA-9BCBE6B4DFDF}"/>
          </ac:spMkLst>
        </pc:spChg>
        <pc:spChg chg="add mod">
          <ac:chgData name="Hayato Ishida" userId="585fa0fa6384767c" providerId="LiveId" clId="{6AFFE68F-DF6F-4EDE-9161-5B6D70CBFF86}" dt="2025-08-31T17:15:06.932" v="10"/>
          <ac:spMkLst>
            <pc:docMk/>
            <pc:sldMk cId="417452178" sldId="387"/>
            <ac:spMk id="9" creationId="{48034930-06FB-76EF-8BFF-D2A6DAF63FA7}"/>
          </ac:spMkLst>
        </pc:spChg>
        <pc:spChg chg="add mod">
          <ac:chgData name="Hayato Ishida" userId="585fa0fa6384767c" providerId="LiveId" clId="{6AFFE68F-DF6F-4EDE-9161-5B6D70CBFF86}" dt="2025-08-31T17:15:06.932" v="10"/>
          <ac:spMkLst>
            <pc:docMk/>
            <pc:sldMk cId="417452178" sldId="387"/>
            <ac:spMk id="10" creationId="{72A1C002-1040-BBA0-1BF5-DD496D8C8136}"/>
          </ac:spMkLst>
        </pc:spChg>
      </pc:sldChg>
      <pc:sldChg chg="addSp delSp modSp mod">
        <pc:chgData name="Hayato Ishida" userId="585fa0fa6384767c" providerId="LiveId" clId="{6AFFE68F-DF6F-4EDE-9161-5B6D70CBFF86}" dt="2025-08-31T17:14:57.183" v="7" actId="478"/>
        <pc:sldMkLst>
          <pc:docMk/>
          <pc:sldMk cId="2978262175" sldId="407"/>
        </pc:sldMkLst>
        <pc:spChg chg="add del mod">
          <ac:chgData name="Hayato Ishida" userId="585fa0fa6384767c" providerId="LiveId" clId="{6AFFE68F-DF6F-4EDE-9161-5B6D70CBFF86}" dt="2025-08-31T17:14:57.183" v="7" actId="478"/>
          <ac:spMkLst>
            <pc:docMk/>
            <pc:sldMk cId="2978262175" sldId="407"/>
            <ac:spMk id="3" creationId="{92600A44-4D31-ED99-E165-98AFB6786D3D}"/>
          </ac:spMkLst>
        </pc:spChg>
        <pc:spChg chg="add del mod">
          <ac:chgData name="Hayato Ishida" userId="585fa0fa6384767c" providerId="LiveId" clId="{6AFFE68F-DF6F-4EDE-9161-5B6D70CBFF86}" dt="2025-08-31T17:14:57.183" v="7" actId="478"/>
          <ac:spMkLst>
            <pc:docMk/>
            <pc:sldMk cId="2978262175" sldId="407"/>
            <ac:spMk id="5" creationId="{C9917BB5-3E73-43A7-2499-140C147BABDD}"/>
          </ac:spMkLst>
        </pc:spChg>
        <pc:spChg chg="add mod">
          <ac:chgData name="Hayato Ishida" userId="585fa0fa6384767c" providerId="LiveId" clId="{6AFFE68F-DF6F-4EDE-9161-5B6D70CBFF86}" dt="2025-08-31T17:14:44.635" v="5"/>
          <ac:spMkLst>
            <pc:docMk/>
            <pc:sldMk cId="2978262175" sldId="407"/>
            <ac:spMk id="6" creationId="{B30EE5DA-34D0-512B-22FD-1537AB1BB182}"/>
          </ac:spMkLst>
        </pc:spChg>
        <pc:spChg chg="add mod">
          <ac:chgData name="Hayato Ishida" userId="585fa0fa6384767c" providerId="LiveId" clId="{6AFFE68F-DF6F-4EDE-9161-5B6D70CBFF86}" dt="2025-08-31T17:14:44.635" v="5"/>
          <ac:spMkLst>
            <pc:docMk/>
            <pc:sldMk cId="2978262175" sldId="407"/>
            <ac:spMk id="7" creationId="{321FE2F9-62E7-6C39-0BF6-0D7F017B00A3}"/>
          </ac:spMkLst>
        </pc:spChg>
        <pc:spChg chg="add del">
          <ac:chgData name="Hayato Ishida" userId="585fa0fa6384767c" providerId="LiveId" clId="{6AFFE68F-DF6F-4EDE-9161-5B6D70CBFF86}" dt="2025-08-31T17:14:57.183" v="7" actId="478"/>
          <ac:spMkLst>
            <pc:docMk/>
            <pc:sldMk cId="2978262175" sldId="407"/>
            <ac:spMk id="9" creationId="{1FBE0558-A36D-E216-E2C1-719E223780D5}"/>
          </ac:spMkLst>
        </pc:spChg>
        <pc:spChg chg="add del">
          <ac:chgData name="Hayato Ishida" userId="585fa0fa6384767c" providerId="LiveId" clId="{6AFFE68F-DF6F-4EDE-9161-5B6D70CBFF86}" dt="2025-08-31T17:14:57.183" v="7" actId="478"/>
          <ac:spMkLst>
            <pc:docMk/>
            <pc:sldMk cId="2978262175" sldId="407"/>
            <ac:spMk id="10" creationId="{45885E2A-9A6E-037E-12A8-07D43B0256DF}"/>
          </ac:spMkLst>
        </pc:spChg>
      </pc:sldChg>
      <pc:sldChg chg="addSp delSp modSp add mod">
        <pc:chgData name="Hayato Ishida" userId="585fa0fa6384767c" providerId="LiveId" clId="{6AFFE68F-DF6F-4EDE-9161-5B6D70CBFF86}" dt="2025-08-31T17:23:39.605" v="18"/>
        <pc:sldMkLst>
          <pc:docMk/>
          <pc:sldMk cId="2995164469" sldId="412"/>
        </pc:sldMkLst>
        <pc:graphicFrameChg chg="add mod">
          <ac:chgData name="Hayato Ishida" userId="585fa0fa6384767c" providerId="LiveId" clId="{6AFFE68F-DF6F-4EDE-9161-5B6D70CBFF86}" dt="2025-08-31T17:23:39.605" v="18"/>
          <ac:graphicFrameMkLst>
            <pc:docMk/>
            <pc:sldMk cId="2995164469" sldId="412"/>
            <ac:graphicFrameMk id="2" creationId="{06AC14BC-81E0-9EAD-D6CD-63F89C146F2C}"/>
          </ac:graphicFrameMkLst>
        </pc:graphicFrameChg>
        <pc:graphicFrameChg chg="del">
          <ac:chgData name="Hayato Ishida" userId="585fa0fa6384767c" providerId="LiveId" clId="{6AFFE68F-DF6F-4EDE-9161-5B6D70CBFF86}" dt="2025-08-31T17:23:39.399" v="17" actId="478"/>
          <ac:graphicFrameMkLst>
            <pc:docMk/>
            <pc:sldMk cId="2995164469" sldId="412"/>
            <ac:graphicFrameMk id="4" creationId="{40BB3D50-7714-E319-0AD9-BA1F84B86A2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K1WPLZ-economy-of-effort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9.xml"/><Relationship Id="rId7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ictionary.apa.org/economy-of-effort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miltonisland.com.au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ictionary.apa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Economy of Efforts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16 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FB2A9CE2-EC50-3821-3695-6061339C8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A44A1CA0-84AB-4C40-FC53-D7F391A7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EAF715-8D58-E63A-5A58-0A588F720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61614528-01BA-821F-DD97-A1EC75CB7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51EF88E-FFFA-549B-2569-5C543AFB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48034930-06FB-76EF-8BFF-D2A6DAF6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72A1C002-1040-BBA0-1BF5-DD496D8C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721EAA37-3FFE-35B9-9BFA-90884888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ED02B6-076B-FDD5-C710-D444D1276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065565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  <p:sp>
        <p:nvSpPr>
          <p:cNvPr id="5" name="タイトル 1">
            <a:extLst>
              <a:ext uri="{FF2B5EF4-FFF2-40B4-BE49-F238E27FC236}">
                <a16:creationId xmlns:a16="http://schemas.microsoft.com/office/drawing/2014/main" id="{7698F1D5-B9D0-5AA1-F495-32F6FD3D5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B9869-C879-5F1E-880A-BA49ADF4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AE27450A-2F70-E474-56AF-4942F022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52F8AB07-BFEC-0F8B-7790-E289651DE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AC14BC-81E0-9EAD-D6CD-63F89C146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435405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164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66A709F9-A019-5164-AA3A-E2C15631C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834D5817-3C10-4156-4D92-B6F698F0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DA068BDC-DC75-0A57-8BEA-0CC737C07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Tech Conferences</a:t>
            </a:r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What Economy of Efforts Is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Economy of Efforts in Grammar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Economy of Efforts in Pronunciation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Products of Economy of Efforts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8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What Economy of Efforts Is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What Economy of Efforts Is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Definition</a:t>
            </a:r>
            <a:r>
              <a:rPr kumimoji="0" lang="en-GB" sz="28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Dictionary</a:t>
            </a:r>
          </a:p>
          <a:p>
            <a:pPr marL="12700" marR="708025" lvl="0" indent="0" defTabSz="914400" eaLnBrk="1" fontAlgn="auto" latinLnBrk="0" hangingPunct="1">
              <a:lnSpc>
                <a:spcPts val="259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tendency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organism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efficiently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minimize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expenditure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energy,</a:t>
            </a:r>
            <a:r>
              <a:rPr kumimoji="0" lang="en-GB" sz="2400" b="0" i="1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</a:t>
            </a:r>
            <a:r>
              <a:rPr kumimoji="0" lang="en-GB" sz="2400" b="0" i="1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1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0" i="1" u="none" strike="noStrike" kern="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avoiding</a:t>
            </a:r>
            <a:r>
              <a:rPr kumimoji="0" lang="en-GB" sz="2400" b="0" i="1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</a:t>
            </a:r>
            <a:r>
              <a:rPr kumimoji="0" lang="en-GB" sz="2400" b="0" i="1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unnecessary</a:t>
            </a:r>
            <a:r>
              <a:rPr kumimoji="0" lang="en-GB" sz="2400" b="0" i="1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movements.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kern="0" dirty="0">
                <a:solidFill>
                  <a:prstClr val="black"/>
                </a:solidFill>
                <a:cs typeface="Calibri"/>
              </a:rPr>
              <a:t>Reference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Calibri"/>
              </a:rPr>
              <a:t>: </a:t>
            </a:r>
            <a:r>
              <a:rPr kumimoji="0" lang="en-GB" sz="18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Economy</a:t>
            </a:r>
            <a:r>
              <a:rPr kumimoji="0" lang="en-GB" sz="1800" b="0" i="0" u="sng" strike="noStrike" kern="0" cap="none" spc="-7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of</a:t>
            </a:r>
            <a:r>
              <a:rPr kumimoji="0" lang="en-GB" sz="18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Efforts</a:t>
            </a:r>
            <a:r>
              <a:rPr kumimoji="0" lang="en-GB" sz="1800" b="0" i="0" u="sng" strike="noStrike" kern="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 - </a:t>
            </a:r>
            <a:r>
              <a:rPr kumimoji="0" lang="en-GB" sz="18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APA</a:t>
            </a:r>
            <a:r>
              <a:rPr kumimoji="0" lang="en-GB" sz="18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Dictionary</a:t>
            </a:r>
            <a:r>
              <a:rPr kumimoji="0" lang="en-GB" sz="1800" b="0" i="0" u="sng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of</a:t>
            </a:r>
            <a:r>
              <a:rPr kumimoji="0" lang="en-GB" sz="18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ea typeface="+mn-ea"/>
                <a:cs typeface="Calibri"/>
                <a:hlinkClick r:id="rId3"/>
              </a:rPr>
              <a:t>Psychology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What Economy of Efforts Is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short,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Act</a:t>
            </a:r>
            <a:r>
              <a:rPr kumimoji="0" lang="en-GB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Pursuit</a:t>
            </a:r>
            <a:r>
              <a:rPr kumimoji="0" lang="en-GB" sz="2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Best</a:t>
            </a:r>
            <a:r>
              <a:rPr kumimoji="0" lang="en-GB" sz="28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Cost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Performance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→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Efforts,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Better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Result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2346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What Economy of Efforts Is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161925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experienced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programmers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said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unhappy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redundant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processes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efficient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possible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because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laziness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Likewise,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linguistics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execute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same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mechanics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omit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burdensome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energy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consuming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behaviours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better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efficiency.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79375" lvl="0" indent="0" defTabSz="914400" eaLnBrk="1" fontAlgn="auto" latinLnBrk="0" hangingPunct="1">
              <a:lnSpc>
                <a:spcPts val="259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Economy</a:t>
            </a: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Efforts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starting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point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answer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most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learning.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8116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Economy of Efforts in Grammar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Economy of Efforts in Grammar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Idioms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spend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~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(in)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Ving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…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→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exchange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money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turns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(in)</a:t>
            </a:r>
            <a:r>
              <a:rPr kumimoji="0" lang="en-GB" sz="2400" b="0" i="0" u="sng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Ving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…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→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switch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person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enables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proposition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1" i="1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omitted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examples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above?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Economy of Efforts in Grammar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Idioms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Ving…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when</a:t>
            </a: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SV…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Ving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when</a:t>
            </a:r>
            <a:r>
              <a:rPr kumimoji="0" lang="en-GB" sz="2400" b="0" i="0" u="sng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SV…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(usage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participial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construction)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Both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above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`when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SV…`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latter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conciser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1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gone.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result,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usage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participial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construction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become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general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133475" lvl="0" indent="0" defTabSz="914400" eaLnBrk="1" fontAlgn="auto" latinLnBrk="0" hangingPunct="1">
              <a:lnSpc>
                <a:spcPct val="98800"/>
              </a:lnSpc>
              <a:spcBef>
                <a:spcPts val="29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e.g.,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400" b="0" i="1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spent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half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day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(in)</a:t>
            </a:r>
            <a:r>
              <a:rPr kumimoji="0" lang="en-GB" sz="2400" b="0" i="1" u="sng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lang="en-GB" sz="2400" b="0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cleaning</a:t>
            </a: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my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dirty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room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yesterday.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Whether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proposition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present,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adverbial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phrase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interpreted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'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when</a:t>
            </a:r>
            <a:r>
              <a:rPr kumimoji="0" lang="en-GB" sz="2400" b="0" i="0" u="sng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kumimoji="0" lang="en-GB" sz="2400" b="0" i="0" u="sng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cleaned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my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dirty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room'.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6222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Economy of Efforts in Pronunciation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Economy of Efforts in Pronunciation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Irregular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Pronunciation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98264FEB-E4F0-6406-A37C-9630B786DCE8}"/>
              </a:ext>
            </a:extLst>
          </p:cNvPr>
          <p:cNvGraphicFramePr>
            <a:graphicFrameLocks noGrp="1"/>
          </p:cNvGraphicFramePr>
          <p:nvPr/>
        </p:nvGraphicFramePr>
        <p:xfrm>
          <a:off x="905713" y="2315845"/>
          <a:ext cx="10399395" cy="3569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IPA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Symbols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Phenomena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Principles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26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lamb</a:t>
                      </a:r>
                      <a:r>
                        <a:rPr sz="16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/lam/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climb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/klʌɪm/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tomb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/tuːm/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dumb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/dʌm/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-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5113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/m/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/b/</a:t>
                      </a:r>
                      <a:r>
                        <a:rPr sz="16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bilabial,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difference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that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air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comes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nose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/m/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month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/b/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tiny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redundant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repetitive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effort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burdensome,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dropped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/b/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.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MS Gothic"/>
                          <a:cs typeface="MS Gothic"/>
                        </a:rPr>
                        <a:t>※</a:t>
                      </a:r>
                      <a:r>
                        <a:rPr sz="1600" spc="-430" dirty="0">
                          <a:latin typeface="MS Gothic"/>
                          <a:cs typeface="MS Gothic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English,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/b/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pronounced.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26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cupboard</a:t>
                      </a:r>
                      <a:r>
                        <a:rPr sz="1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/ˈkʌbəd/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raspberry</a:t>
                      </a:r>
                      <a:r>
                        <a:rPr sz="16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/ˈrɑːzb(ə)ri/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assimilation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/p/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/b/</a:t>
                      </a:r>
                      <a:r>
                        <a:rPr sz="16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bilabial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plosive,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difference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which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/p/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voiced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/b/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voiceless.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tiny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redundant repetitive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effort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burdensome.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Finally,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/p/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assimilated</a:t>
                      </a:r>
                      <a:r>
                        <a:rPr sz="1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/b/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women</a:t>
                      </a:r>
                      <a:r>
                        <a:rPr sz="16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/ˈwɪmɪn/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mutation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905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/i/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/j/</a:t>
                      </a:r>
                      <a:r>
                        <a:rPr sz="16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following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stressed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vowel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syllable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double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vowel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causes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forward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vowelisation.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concrete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terms,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latter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/ɪ/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sound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influences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/ʊ/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former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position.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result,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/ˈwʊmɪn'/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changed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/ˈwɪmɪn/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.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Products of Economy of Efforts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6303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Products of Economy of Efforts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ts val="3329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Slang of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Aussie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G'day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day(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≒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Hello)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Aussie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Australian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Brissie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Brisbane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Tassie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Tasmanian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805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fridge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refrigerator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veggies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vegetables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sunnies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sunglasses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84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  <a:tab pos="1742439" algn="l"/>
              </a:tabLst>
              <a:defRPr/>
            </a:pPr>
            <a:r>
              <a:rPr kumimoji="0" lang="en-GB" sz="2400" b="0" i="1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Thank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tail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syllables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tends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become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long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vowel.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8040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Products of Economy of Efforts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Examples</a:t>
            </a: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Community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Terms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e.g.,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Sporties</a:t>
            </a:r>
            <a:r>
              <a:rPr kumimoji="0" lang="en-GB" sz="20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Staff-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Bar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Hamilton </a:t>
            </a:r>
            <a:r>
              <a:rPr kumimoji="0" lang="en-GB" sz="20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Island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Corporate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Terms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e.g.,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TPM</a:t>
            </a:r>
            <a:r>
              <a:rPr kumimoji="0" lang="en-GB" sz="20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stands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Product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Manager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Industrial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Terms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OKR: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bjectives and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ey </a:t>
            </a:r>
            <a:r>
              <a:rPr lang="en-GB" sz="2000" b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R</a:t>
            </a:r>
            <a:r>
              <a:rPr lang="en-GB" sz="20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esults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9615" marR="0" lvl="1" indent="-259715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lang="en-GB" sz="20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KPI: </a:t>
            </a:r>
            <a:r>
              <a:rPr lang="en-GB" sz="2000" b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K</a:t>
            </a:r>
            <a:r>
              <a:rPr lang="en-GB" sz="20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ey </a:t>
            </a:r>
            <a:r>
              <a:rPr lang="en-GB" sz="2000" b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P</a:t>
            </a:r>
            <a:r>
              <a:rPr lang="en-GB" sz="20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erformance </a:t>
            </a:r>
            <a:r>
              <a:rPr lang="en-GB" sz="2000" b="1" kern="0" dirty="0">
                <a:solidFill>
                  <a:sysClr val="windowText" lastClr="000000"/>
                </a:solidFill>
                <a:latin typeface="Calibri"/>
                <a:cs typeface="Calibri"/>
              </a:rPr>
              <a:t>I</a:t>
            </a:r>
            <a:r>
              <a:rPr lang="en-GB" sz="2000" kern="0" dirty="0">
                <a:solidFill>
                  <a:sysClr val="windowText" lastClr="000000"/>
                </a:solidFill>
                <a:latin typeface="Calibri"/>
                <a:cs typeface="Calibri"/>
              </a:rPr>
              <a:t>ndicator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These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play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abbreviations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secret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codes.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9782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5.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5.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Economy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Efforts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plays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roles.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grammar,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conciser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survives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same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meaning.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361315" lvl="0" indent="-361950" defTabSz="91440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pronunciation,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tiny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redundant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repetitive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efforts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cause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drop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duplicate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sounds,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assimilation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similar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sounds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i-mutation.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12700" lvl="0" indent="-361950" defTabSz="914400" eaLnBrk="1" fontAlgn="auto" latinLnBrk="0" hangingPunct="1">
              <a:lnSpc>
                <a:spcPts val="259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Words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long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spellings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syllables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simplified,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coin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slang,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community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terms,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corporate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industrial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terms.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035" marR="0" lvl="0" indent="-267335" defTabSz="914400" eaLnBrk="1" fontAlgn="auto" latinLnBrk="0" hangingPunct="1">
              <a:lnSpc>
                <a:spcPts val="2775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APA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Dictionary</a:t>
            </a:r>
            <a:r>
              <a:rPr kumimoji="0" lang="en-GB" sz="2400" b="0" i="0" u="sng" strike="noStrike" kern="0" cap="none" spc="-5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of</a:t>
            </a:r>
            <a:r>
              <a:rPr kumimoji="0" lang="en-GB" sz="24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kumimoji="0" lang="en-GB" sz="24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Psychology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59079" defTabSz="914400" eaLnBrk="1" fontAlgn="auto" latinLnBrk="0" hangingPunct="1">
              <a:lnSpc>
                <a:spcPts val="2130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Accessed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On: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18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April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2022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79400" marR="5080" lvl="0" indent="-267335" defTabSz="914400" eaLnBrk="1" fontAlgn="auto" latinLnBrk="0" hangingPunct="1">
              <a:lnSpc>
                <a:spcPts val="2600"/>
              </a:lnSpc>
              <a:spcBef>
                <a:spcPts val="15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Kiyoaki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Kikuchi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Kazutomo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Karasawa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Ryuichi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Hotta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Yasuyuki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Kaizuka,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ja-JP" altLang="en-US" sz="21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	</a:t>
            </a:r>
            <a:r>
              <a:rPr kumimoji="0" lang="ja-JP" altLang="en-US" sz="21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史：現代英語の特質を求めて</a:t>
            </a:r>
            <a:r>
              <a:rPr kumimoji="0" lang="en-US" altLang="ja-JP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ja-JP" altLang="en-US" sz="21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多文化性と国際性</a:t>
            </a:r>
            <a:r>
              <a:rPr kumimoji="0" lang="en-US" altLang="ja-JP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US" altLang="ja-JP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Osaka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関西人文科学出版会</a:t>
            </a:r>
            <a:r>
              <a:rPr kumimoji="0" lang="en-US" altLang="ja-JP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US" altLang="ja-JP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2009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1321</Words>
  <Application>Microsoft Office PowerPoint</Application>
  <PresentationFormat>Widescreen</PresentationFormat>
  <Paragraphs>226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 MT</vt:lpstr>
      <vt:lpstr>Calibri (Headings)</vt:lpstr>
      <vt:lpstr>MS Gothic</vt:lpstr>
      <vt:lpstr>Yu Gothic</vt:lpstr>
      <vt:lpstr>Arial</vt:lpstr>
      <vt:lpstr>Calibri</vt:lpstr>
      <vt:lpstr>Calibri Light</vt:lpstr>
      <vt:lpstr>Cambria Math</vt:lpstr>
      <vt:lpstr>Office テーマ</vt:lpstr>
      <vt:lpstr>Economy of Efforts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Agenda</vt:lpstr>
      <vt:lpstr>1. What Economy of Efforts Is</vt:lpstr>
      <vt:lpstr>1. What Economy of Efforts Is</vt:lpstr>
      <vt:lpstr>1. What Economy of Efforts Is</vt:lpstr>
      <vt:lpstr>1. What Economy of Efforts Is</vt:lpstr>
      <vt:lpstr>2. Economy of Efforts in Grammar</vt:lpstr>
      <vt:lpstr>2. Economy of Efforts in Grammar</vt:lpstr>
      <vt:lpstr>2. Economy of Efforts in Grammar</vt:lpstr>
      <vt:lpstr>3. Economy of Efforts in Pronunciation</vt:lpstr>
      <vt:lpstr>3. Economy of Efforts in Pronunciation</vt:lpstr>
      <vt:lpstr>4. Products of Economy of Efforts</vt:lpstr>
      <vt:lpstr>4. Products of Economy of Efforts</vt:lpstr>
      <vt:lpstr>4. Products of Economy of Efforts</vt:lpstr>
      <vt:lpstr>5. Summary</vt:lpstr>
      <vt:lpstr>5. Summary</vt:lpstr>
      <vt:lpstr>6. References</vt:lpstr>
      <vt:lpstr>6.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36</cp:revision>
  <dcterms:modified xsi:type="dcterms:W3CDTF">2025-08-31T17:23:39Z</dcterms:modified>
</cp:coreProperties>
</file>