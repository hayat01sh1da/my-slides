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87" r:id="rId3"/>
    <p:sldId id="407" r:id="rId4"/>
    <p:sldId id="387" r:id="rId5"/>
    <p:sldId id="286" r:id="rId6"/>
    <p:sldId id="426" r:id="rId7"/>
    <p:sldId id="280" r:id="rId8"/>
    <p:sldId id="311" r:id="rId9"/>
    <p:sldId id="259" r:id="rId10"/>
    <p:sldId id="330" r:id="rId11"/>
    <p:sldId id="410" r:id="rId12"/>
    <p:sldId id="325" r:id="rId13"/>
    <p:sldId id="354" r:id="rId14"/>
    <p:sldId id="326" r:id="rId15"/>
    <p:sldId id="336" r:id="rId16"/>
    <p:sldId id="411" r:id="rId17"/>
    <p:sldId id="412" r:id="rId18"/>
    <p:sldId id="413" r:id="rId19"/>
    <p:sldId id="414" r:id="rId20"/>
    <p:sldId id="415" r:id="rId21"/>
    <p:sldId id="416" r:id="rId22"/>
    <p:sldId id="357" r:id="rId23"/>
    <p:sldId id="358" r:id="rId24"/>
    <p:sldId id="417" r:id="rId25"/>
    <p:sldId id="418" r:id="rId26"/>
    <p:sldId id="419" r:id="rId27"/>
    <p:sldId id="420" r:id="rId28"/>
    <p:sldId id="421" r:id="rId29"/>
    <p:sldId id="359" r:id="rId30"/>
    <p:sldId id="360" r:id="rId31"/>
    <p:sldId id="422" r:id="rId32"/>
    <p:sldId id="423" r:id="rId33"/>
    <p:sldId id="424" r:id="rId34"/>
    <p:sldId id="425" r:id="rId35"/>
    <p:sldId id="408" r:id="rId36"/>
    <p:sldId id="409" r:id="rId37"/>
    <p:sldId id="385" r:id="rId38"/>
    <p:sldId id="386" r:id="rId39"/>
    <p:sldId id="328" r:id="rId40"/>
    <p:sldId id="295" r:id="rId41"/>
    <p:sldId id="285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to Ishida" userId="585fa0fa6384767c" providerId="LiveId" clId="{CED4E782-13C7-4693-9C90-288B9C8B1124}"/>
    <pc:docChg chg="custSel addSld modSld">
      <pc:chgData name="Hayato Ishida" userId="585fa0fa6384767c" providerId="LiveId" clId="{CED4E782-13C7-4693-9C90-288B9C8B1124}" dt="2025-08-31T17:51:39.378" v="12"/>
      <pc:docMkLst>
        <pc:docMk/>
      </pc:docMkLst>
      <pc:sldChg chg="addSp delSp modSp mod">
        <pc:chgData name="Hayato Ishida" userId="585fa0fa6384767c" providerId="LiveId" clId="{CED4E782-13C7-4693-9C90-288B9C8B1124}" dt="2025-08-31T17:50:32.992" v="10"/>
        <pc:sldMkLst>
          <pc:docMk/>
          <pc:sldMk cId="155858466" sldId="286"/>
        </pc:sldMkLst>
        <pc:spChg chg="del">
          <ac:chgData name="Hayato Ishida" userId="585fa0fa6384767c" providerId="LiveId" clId="{CED4E782-13C7-4693-9C90-288B9C8B1124}" dt="2025-08-31T17:49:07.126" v="4" actId="478"/>
          <ac:spMkLst>
            <pc:docMk/>
            <pc:sldMk cId="155858466" sldId="286"/>
            <ac:spMk id="2" creationId="{79C4CD61-0654-7B23-0D6D-C81BBA35DCFC}"/>
          </ac:spMkLst>
        </pc:spChg>
        <pc:spChg chg="del">
          <ac:chgData name="Hayato Ishida" userId="585fa0fa6384767c" providerId="LiveId" clId="{CED4E782-13C7-4693-9C90-288B9C8B1124}" dt="2025-08-31T17:49:07.126" v="4" actId="478"/>
          <ac:spMkLst>
            <pc:docMk/>
            <pc:sldMk cId="155858466" sldId="286"/>
            <ac:spMk id="3" creationId="{DD15AD5F-446B-684F-23F2-8A4BA686843D}"/>
          </ac:spMkLst>
        </pc:spChg>
        <pc:spChg chg="del">
          <ac:chgData name="Hayato Ishida" userId="585fa0fa6384767c" providerId="LiveId" clId="{CED4E782-13C7-4693-9C90-288B9C8B1124}" dt="2025-08-31T17:49:07.126" v="4" actId="478"/>
          <ac:spMkLst>
            <pc:docMk/>
            <pc:sldMk cId="155858466" sldId="286"/>
            <ac:spMk id="4" creationId="{B25521F8-7BD9-FBB8-6F56-166A44121007}"/>
          </ac:spMkLst>
        </pc:spChg>
        <pc:spChg chg="add del mod">
          <ac:chgData name="Hayato Ishida" userId="585fa0fa6384767c" providerId="LiveId" clId="{CED4E782-13C7-4693-9C90-288B9C8B1124}" dt="2025-08-31T17:49:13.461" v="6" actId="478"/>
          <ac:spMkLst>
            <pc:docMk/>
            <pc:sldMk cId="155858466" sldId="286"/>
            <ac:spMk id="6" creationId="{4B6984DD-2CA8-D0DB-D1F0-A0E308E0087A}"/>
          </ac:spMkLst>
        </pc:spChg>
        <pc:spChg chg="add mod">
          <ac:chgData name="Hayato Ishida" userId="585fa0fa6384767c" providerId="LiveId" clId="{CED4E782-13C7-4693-9C90-288B9C8B1124}" dt="2025-08-31T17:50:32.992" v="10"/>
          <ac:spMkLst>
            <pc:docMk/>
            <pc:sldMk cId="155858466" sldId="286"/>
            <ac:spMk id="7" creationId="{DEA5BD68-BBF1-82CB-CE7B-4573C23CDFF7}"/>
          </ac:spMkLst>
        </pc:spChg>
        <pc:spChg chg="add mod">
          <ac:chgData name="Hayato Ishida" userId="585fa0fa6384767c" providerId="LiveId" clId="{CED4E782-13C7-4693-9C90-288B9C8B1124}" dt="2025-08-31T17:50:32.992" v="10"/>
          <ac:spMkLst>
            <pc:docMk/>
            <pc:sldMk cId="155858466" sldId="286"/>
            <ac:spMk id="8" creationId="{A49B7530-1DAA-17EE-89F4-48A5915894AE}"/>
          </ac:spMkLst>
        </pc:spChg>
        <pc:graphicFrameChg chg="add mod">
          <ac:chgData name="Hayato Ishida" userId="585fa0fa6384767c" providerId="LiveId" clId="{CED4E782-13C7-4693-9C90-288B9C8B1124}" dt="2025-08-31T17:50:32.992" v="10"/>
          <ac:graphicFrameMkLst>
            <pc:docMk/>
            <pc:sldMk cId="155858466" sldId="286"/>
            <ac:graphicFrameMk id="9" creationId="{F8BDD85D-8AB0-AAFC-E201-F07443CE54DF}"/>
          </ac:graphicFrameMkLst>
        </pc:graphicFrameChg>
      </pc:sldChg>
      <pc:sldChg chg="addSp delSp modSp mod">
        <pc:chgData name="Hayato Ishida" userId="585fa0fa6384767c" providerId="LiveId" clId="{CED4E782-13C7-4693-9C90-288B9C8B1124}" dt="2025-08-31T17:50:04.653" v="9"/>
        <pc:sldMkLst>
          <pc:docMk/>
          <pc:sldMk cId="654251065" sldId="287"/>
        </pc:sldMkLst>
        <pc:spChg chg="del">
          <ac:chgData name="Hayato Ishida" userId="585fa0fa6384767c" providerId="LiveId" clId="{CED4E782-13C7-4693-9C90-288B9C8B1124}" dt="2025-08-31T17:48:59.462" v="0" actId="478"/>
          <ac:spMkLst>
            <pc:docMk/>
            <pc:sldMk cId="654251065" sldId="287"/>
            <ac:spMk id="2" creationId="{BADBA725-6BFC-B6D4-51D3-DE15CDBBECCE}"/>
          </ac:spMkLst>
        </pc:spChg>
        <pc:spChg chg="del">
          <ac:chgData name="Hayato Ishida" userId="585fa0fa6384767c" providerId="LiveId" clId="{CED4E782-13C7-4693-9C90-288B9C8B1124}" dt="2025-08-31T17:48:59.462" v="0" actId="478"/>
          <ac:spMkLst>
            <pc:docMk/>
            <pc:sldMk cId="654251065" sldId="287"/>
            <ac:spMk id="3" creationId="{6754172C-5F4F-4EE2-FE89-E4BB9A0944A4}"/>
          </ac:spMkLst>
        </pc:spChg>
        <pc:spChg chg="del">
          <ac:chgData name="Hayato Ishida" userId="585fa0fa6384767c" providerId="LiveId" clId="{CED4E782-13C7-4693-9C90-288B9C8B1124}" dt="2025-08-31T17:48:59.462" v="0" actId="478"/>
          <ac:spMkLst>
            <pc:docMk/>
            <pc:sldMk cId="654251065" sldId="287"/>
            <ac:spMk id="4" creationId="{4AE1906C-CB3D-E1F2-C19C-70A3B1DA4DCA}"/>
          </ac:spMkLst>
        </pc:spChg>
        <pc:spChg chg="add del mod">
          <ac:chgData name="Hayato Ishida" userId="585fa0fa6384767c" providerId="LiveId" clId="{CED4E782-13C7-4693-9C90-288B9C8B1124}" dt="2025-08-31T17:49:00.254" v="1" actId="478"/>
          <ac:spMkLst>
            <pc:docMk/>
            <pc:sldMk cId="654251065" sldId="287"/>
            <ac:spMk id="7" creationId="{372167C3-38F8-B5F5-0209-FC5DB3F00650}"/>
          </ac:spMkLst>
        </pc:spChg>
        <pc:spChg chg="add del mod">
          <ac:chgData name="Hayato Ishida" userId="585fa0fa6384767c" providerId="LiveId" clId="{CED4E782-13C7-4693-9C90-288B9C8B1124}" dt="2025-08-31T17:49:00.254" v="1" actId="478"/>
          <ac:spMkLst>
            <pc:docMk/>
            <pc:sldMk cId="654251065" sldId="287"/>
            <ac:spMk id="9" creationId="{AA3E78A8-88D2-410E-478F-64C68C10B94A}"/>
          </ac:spMkLst>
        </pc:spChg>
        <pc:spChg chg="add mod">
          <ac:chgData name="Hayato Ishida" userId="585fa0fa6384767c" providerId="LiveId" clId="{CED4E782-13C7-4693-9C90-288B9C8B1124}" dt="2025-08-31T17:50:04.653" v="9"/>
          <ac:spMkLst>
            <pc:docMk/>
            <pc:sldMk cId="654251065" sldId="287"/>
            <ac:spMk id="11" creationId="{BC376B3D-97E5-F077-2475-85349BD63BF2}"/>
          </ac:spMkLst>
        </pc:spChg>
        <pc:spChg chg="add mod">
          <ac:chgData name="Hayato Ishida" userId="585fa0fa6384767c" providerId="LiveId" clId="{CED4E782-13C7-4693-9C90-288B9C8B1124}" dt="2025-08-31T17:50:04.653" v="9"/>
          <ac:spMkLst>
            <pc:docMk/>
            <pc:sldMk cId="654251065" sldId="287"/>
            <ac:spMk id="12" creationId="{1EFE0048-12C8-B815-9EDC-03C61868CB33}"/>
          </ac:spMkLst>
        </pc:spChg>
        <pc:spChg chg="add mod">
          <ac:chgData name="Hayato Ishida" userId="585fa0fa6384767c" providerId="LiveId" clId="{CED4E782-13C7-4693-9C90-288B9C8B1124}" dt="2025-08-31T17:50:04.653" v="9"/>
          <ac:spMkLst>
            <pc:docMk/>
            <pc:sldMk cId="654251065" sldId="287"/>
            <ac:spMk id="13" creationId="{25E6C477-A91E-C265-ABEE-3D8E15EF2C40}"/>
          </ac:spMkLst>
        </pc:spChg>
        <pc:picChg chg="del">
          <ac:chgData name="Hayato Ishida" userId="585fa0fa6384767c" providerId="LiveId" clId="{CED4E782-13C7-4693-9C90-288B9C8B1124}" dt="2025-08-31T17:48:59.462" v="0" actId="478"/>
          <ac:picMkLst>
            <pc:docMk/>
            <pc:sldMk cId="654251065" sldId="287"/>
            <ac:picMk id="5" creationId="{9CBFDDEF-DE7F-38F5-A565-EA857267500E}"/>
          </ac:picMkLst>
        </pc:picChg>
        <pc:picChg chg="add mod">
          <ac:chgData name="Hayato Ishida" userId="585fa0fa6384767c" providerId="LiveId" clId="{CED4E782-13C7-4693-9C90-288B9C8B1124}" dt="2025-08-31T17:50:04.653" v="9"/>
          <ac:picMkLst>
            <pc:docMk/>
            <pc:sldMk cId="654251065" sldId="287"/>
            <ac:picMk id="10" creationId="{3D9F983C-60D2-86BF-0E64-82401653FE6C}"/>
          </ac:picMkLst>
        </pc:picChg>
      </pc:sldChg>
      <pc:sldChg chg="addSp delSp modSp mod">
        <pc:chgData name="Hayato Ishida" userId="585fa0fa6384767c" providerId="LiveId" clId="{CED4E782-13C7-4693-9C90-288B9C8B1124}" dt="2025-08-31T17:51:39.378" v="12"/>
        <pc:sldMkLst>
          <pc:docMk/>
          <pc:sldMk cId="417452178" sldId="387"/>
        </pc:sldMkLst>
        <pc:spChg chg="add del mod">
          <ac:chgData name="Hayato Ishida" userId="585fa0fa6384767c" providerId="LiveId" clId="{CED4E782-13C7-4693-9C90-288B9C8B1124}" dt="2025-08-31T17:49:04.519" v="3" actId="478"/>
          <ac:spMkLst>
            <pc:docMk/>
            <pc:sldMk cId="417452178" sldId="387"/>
            <ac:spMk id="3" creationId="{47115820-ED58-AEE1-25FA-06D6B71DCE9C}"/>
          </ac:spMkLst>
        </pc:spChg>
        <pc:spChg chg="add del mod">
          <ac:chgData name="Hayato Ishida" userId="585fa0fa6384767c" providerId="LiveId" clId="{CED4E782-13C7-4693-9C90-288B9C8B1124}" dt="2025-08-31T17:49:04.519" v="3" actId="478"/>
          <ac:spMkLst>
            <pc:docMk/>
            <pc:sldMk cId="417452178" sldId="387"/>
            <ac:spMk id="5" creationId="{E7B62B8B-9CEA-23B6-31A6-E664940CDF88}"/>
          </ac:spMkLst>
        </pc:spChg>
        <pc:spChg chg="del">
          <ac:chgData name="Hayato Ishida" userId="585fa0fa6384767c" providerId="LiveId" clId="{CED4E782-13C7-4693-9C90-288B9C8B1124}" dt="2025-08-31T17:49:03.200" v="2" actId="478"/>
          <ac:spMkLst>
            <pc:docMk/>
            <pc:sldMk cId="417452178" sldId="387"/>
            <ac:spMk id="6" creationId="{4CC4D21A-B798-902A-AD2F-CCEF45BA0CC8}"/>
          </ac:spMkLst>
        </pc:spChg>
        <pc:spChg chg="del">
          <ac:chgData name="Hayato Ishida" userId="585fa0fa6384767c" providerId="LiveId" clId="{CED4E782-13C7-4693-9C90-288B9C8B1124}" dt="2025-08-31T17:49:03.200" v="2" actId="478"/>
          <ac:spMkLst>
            <pc:docMk/>
            <pc:sldMk cId="417452178" sldId="387"/>
            <ac:spMk id="7" creationId="{F4EECFEB-CDB9-69A5-6CEA-9BCBE6B4DFDF}"/>
          </ac:spMkLst>
        </pc:spChg>
        <pc:spChg chg="del">
          <ac:chgData name="Hayato Ishida" userId="585fa0fa6384767c" providerId="LiveId" clId="{CED4E782-13C7-4693-9C90-288B9C8B1124}" dt="2025-08-31T17:49:03.200" v="2" actId="478"/>
          <ac:spMkLst>
            <pc:docMk/>
            <pc:sldMk cId="417452178" sldId="387"/>
            <ac:spMk id="8" creationId="{951EF88E-FFFA-549B-2569-5C543AFB3E96}"/>
          </ac:spMkLst>
        </pc:spChg>
        <pc:spChg chg="add mod">
          <ac:chgData name="Hayato Ishida" userId="585fa0fa6384767c" providerId="LiveId" clId="{CED4E782-13C7-4693-9C90-288B9C8B1124}" dt="2025-08-31T17:51:39.378" v="12"/>
          <ac:spMkLst>
            <pc:docMk/>
            <pc:sldMk cId="417452178" sldId="387"/>
            <ac:spMk id="9" creationId="{6B1B3D88-E7F3-5AD7-A474-0D7D1733170F}"/>
          </ac:spMkLst>
        </pc:spChg>
        <pc:spChg chg="add mod">
          <ac:chgData name="Hayato Ishida" userId="585fa0fa6384767c" providerId="LiveId" clId="{CED4E782-13C7-4693-9C90-288B9C8B1124}" dt="2025-08-31T17:51:39.378" v="12"/>
          <ac:spMkLst>
            <pc:docMk/>
            <pc:sldMk cId="417452178" sldId="387"/>
            <ac:spMk id="10" creationId="{64B3DFC8-7645-FFB4-1308-68F520629BFB}"/>
          </ac:spMkLst>
        </pc:spChg>
        <pc:spChg chg="add mod">
          <ac:chgData name="Hayato Ishida" userId="585fa0fa6384767c" providerId="LiveId" clId="{CED4E782-13C7-4693-9C90-288B9C8B1124}" dt="2025-08-31T17:51:39.378" v="12"/>
          <ac:spMkLst>
            <pc:docMk/>
            <pc:sldMk cId="417452178" sldId="387"/>
            <ac:spMk id="11" creationId="{5BEDDCD8-5391-CE43-23B8-2915453F5CA6}"/>
          </ac:spMkLst>
        </pc:spChg>
      </pc:sldChg>
      <pc:sldChg chg="addSp modSp add">
        <pc:chgData name="Hayato Ishida" userId="585fa0fa6384767c" providerId="LiveId" clId="{CED4E782-13C7-4693-9C90-288B9C8B1124}" dt="2025-08-31T17:50:57.827" v="11"/>
        <pc:sldMkLst>
          <pc:docMk/>
          <pc:sldMk cId="2790885622" sldId="426"/>
        </pc:sldMkLst>
        <pc:spChg chg="add mod">
          <ac:chgData name="Hayato Ishida" userId="585fa0fa6384767c" providerId="LiveId" clId="{CED4E782-13C7-4693-9C90-288B9C8B1124}" dt="2025-08-31T17:50:01.869" v="8"/>
          <ac:spMkLst>
            <pc:docMk/>
            <pc:sldMk cId="2790885622" sldId="426"/>
            <ac:spMk id="3" creationId="{0633978A-5DD9-A659-E03F-331536B0AFCA}"/>
          </ac:spMkLst>
        </pc:spChg>
        <pc:spChg chg="add mod">
          <ac:chgData name="Hayato Ishida" userId="585fa0fa6384767c" providerId="LiveId" clId="{CED4E782-13C7-4693-9C90-288B9C8B1124}" dt="2025-08-31T17:50:01.869" v="8"/>
          <ac:spMkLst>
            <pc:docMk/>
            <pc:sldMk cId="2790885622" sldId="426"/>
            <ac:spMk id="4" creationId="{7D55AB5C-BD71-F8B4-DF6F-BCDBF0C02A8F}"/>
          </ac:spMkLst>
        </pc:spChg>
        <pc:spChg chg="add mod">
          <ac:chgData name="Hayato Ishida" userId="585fa0fa6384767c" providerId="LiveId" clId="{CED4E782-13C7-4693-9C90-288B9C8B1124}" dt="2025-08-31T17:50:01.869" v="8"/>
          <ac:spMkLst>
            <pc:docMk/>
            <pc:sldMk cId="2790885622" sldId="426"/>
            <ac:spMk id="5" creationId="{B4167AC3-19A8-CAE3-79F3-459F56DD88CC}"/>
          </ac:spMkLst>
        </pc:spChg>
        <pc:spChg chg="add mod">
          <ac:chgData name="Hayato Ishida" userId="585fa0fa6384767c" providerId="LiveId" clId="{CED4E782-13C7-4693-9C90-288B9C8B1124}" dt="2025-08-31T17:50:57.827" v="11"/>
          <ac:spMkLst>
            <pc:docMk/>
            <pc:sldMk cId="2790885622" sldId="426"/>
            <ac:spMk id="6" creationId="{B59E3372-C905-83C6-B9A7-F9F862EF63D9}"/>
          </ac:spMkLst>
        </pc:spChg>
        <pc:spChg chg="add mod">
          <ac:chgData name="Hayato Ishida" userId="585fa0fa6384767c" providerId="LiveId" clId="{CED4E782-13C7-4693-9C90-288B9C8B1124}" dt="2025-08-31T17:50:57.827" v="11"/>
          <ac:spMkLst>
            <pc:docMk/>
            <pc:sldMk cId="2790885622" sldId="426"/>
            <ac:spMk id="7" creationId="{F3E630F7-07EA-C39C-6253-83D6DF9D5D68}"/>
          </ac:spMkLst>
        </pc:spChg>
        <pc:graphicFrameChg chg="add mod">
          <ac:chgData name="Hayato Ishida" userId="585fa0fa6384767c" providerId="LiveId" clId="{CED4E782-13C7-4693-9C90-288B9C8B1124}" dt="2025-08-31T17:50:57.827" v="11"/>
          <ac:graphicFrameMkLst>
            <pc:docMk/>
            <pc:sldMk cId="2790885622" sldId="426"/>
            <ac:graphicFrameMk id="8" creationId="{61A0524C-93E1-4FB8-DDE3-CEDBE4EF7B36}"/>
          </ac:graphicFrameMkLst>
        </pc:graphicFrameChg>
        <pc:picChg chg="add mod">
          <ac:chgData name="Hayato Ishida" userId="585fa0fa6384767c" providerId="LiveId" clId="{CED4E782-13C7-4693-9C90-288B9C8B1124}" dt="2025-08-31T17:50:01.869" v="8"/>
          <ac:picMkLst>
            <pc:docMk/>
            <pc:sldMk cId="2790885622" sldId="426"/>
            <ac:picMk id="2" creationId="{7E4B973B-AE24-F085-03D8-B72BB052CB4E}"/>
          </ac:picMkLst>
        </pc:picChg>
      </pc:sldChg>
    </pc:docChg>
  </pc:docChgLst>
  <pc:docChgLst>
    <pc:chgData name="Hayato Ishida" userId="585fa0fa6384767c" providerId="LiveId" clId="{1540B934-FD4B-44DB-A11B-E4E3E564815F}"/>
    <pc:docChg chg="undo custSel modSld">
      <pc:chgData name="Hayato Ishida" userId="585fa0fa6384767c" providerId="LiveId" clId="{1540B934-FD4B-44DB-A11B-E4E3E564815F}" dt="2025-05-03T11:45:42.607" v="14"/>
      <pc:docMkLst>
        <pc:docMk/>
      </pc:docMkLst>
      <pc:sldChg chg="addSp delSp modSp mod">
        <pc:chgData name="Hayato Ishida" userId="585fa0fa6384767c" providerId="LiveId" clId="{1540B934-FD4B-44DB-A11B-E4E3E564815F}" dt="2025-05-03T11:45:42.607" v="14"/>
        <pc:sldMkLst>
          <pc:docMk/>
          <pc:sldMk cId="2567433019" sldId="280"/>
        </pc:sldMkLst>
      </pc:sldChg>
      <pc:sldChg chg="addSp delSp modSp mod">
        <pc:chgData name="Hayato Ishida" userId="585fa0fa6384767c" providerId="LiveId" clId="{1540B934-FD4B-44DB-A11B-E4E3E564815F}" dt="2025-05-03T11:44:46.587" v="13"/>
        <pc:sldMkLst>
          <pc:docMk/>
          <pc:sldMk cId="155858466" sldId="286"/>
        </pc:sldMkLst>
      </pc:sldChg>
      <pc:sldChg chg="addSp delSp modSp mod">
        <pc:chgData name="Hayato Ishida" userId="585fa0fa6384767c" providerId="LiveId" clId="{1540B934-FD4B-44DB-A11B-E4E3E564815F}" dt="2025-05-03T11:44:04.437" v="12"/>
        <pc:sldMkLst>
          <pc:docMk/>
          <pc:sldMk cId="654251065" sldId="287"/>
        </pc:sldMkLst>
      </pc:sldChg>
      <pc:sldChg chg="addSp delSp modSp mod">
        <pc:chgData name="Hayato Ishida" userId="585fa0fa6384767c" providerId="LiveId" clId="{1540B934-FD4B-44DB-A11B-E4E3E564815F}" dt="2025-05-03T11:42:01.689" v="5" actId="478"/>
        <pc:sldMkLst>
          <pc:docMk/>
          <pc:sldMk cId="417452178" sldId="3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98A5-C926-421E-8D16-8672B57BCFF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9E5C-BB41-4DEE-A1EA-DBAEA425644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A89-DB0D-48E1-8471-1D24BDCF8ED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387-62D3-481B-BBE0-5C3C88B297B2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17D8-7CE6-4CF7-8FAB-60185E786EB9}" type="datetime1">
              <a:rPr lang="en-GB" smtClean="0"/>
              <a:t>01/09/2025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B8A6-723D-47BA-A0C2-370A8E40CF5A}" type="datetime1">
              <a:rPr lang="en-GB" smtClean="0"/>
              <a:t>01/09/2025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632-D8E5-4DA3-B4CD-9FEBF68DCEB0}" type="datetime1">
              <a:rPr lang="en-GB" smtClean="0"/>
              <a:t>01/09/2025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E16D-35BE-4BE7-8AC7-B36F6CD3E5EC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8CDB-487D-4044-B328-87D0F47F3BCF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C4E5-BC84-4427-9D05-A5F29CCAC79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0025-920B-4CEF-B7FD-D6EA5B89461B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097A-6903-4692-A2D1-BE7A41A75E7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swell.com/s/hayat01sh1da/5M12VG-science-of-corporate-technical-documentation-for-software-engineers-theorie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cswell.com/user/hayat01sh1da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speakerdeck.com/hayat01sh1d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hayat01sh1da/" TargetMode="External"/><Relationship Id="rId5" Type="http://schemas.openxmlformats.org/officeDocument/2006/relationships/hyperlink" Target="https://hackmd.io/@hayat01sh1da" TargetMode="External"/><Relationship Id="rId4" Type="http://schemas.openxmlformats.org/officeDocument/2006/relationships/hyperlink" Target="https://github.com/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35.xml"/><Relationship Id="rId3" Type="http://schemas.openxmlformats.org/officeDocument/2006/relationships/slide" Target="slide9.xml"/><Relationship Id="rId7" Type="http://schemas.openxmlformats.org/officeDocument/2006/relationships/slide" Target="slide29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22.xml"/><Relationship Id="rId5" Type="http://schemas.openxmlformats.org/officeDocument/2006/relationships/slide" Target="slide14.xml"/><Relationship Id="rId10" Type="http://schemas.openxmlformats.org/officeDocument/2006/relationships/slide" Target="slide39.xml"/><Relationship Id="rId4" Type="http://schemas.openxmlformats.org/officeDocument/2006/relationships/slide" Target="slide12.xml"/><Relationship Id="rId9" Type="http://schemas.openxmlformats.org/officeDocument/2006/relationships/slide" Target="slide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datasheetest-by-tdsmaker/basics-of-technical-documentation-for-engineers-36deab8d1220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datasheetest-by-tdsmaker?source=post_page-----36deab8d1220--------------------------------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slide" Target="slide16.xml"/><Relationship Id="rId7" Type="http://schemas.openxmlformats.org/officeDocument/2006/relationships/slide" Target="slide2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19.xml"/><Relationship Id="rId5" Type="http://schemas.openxmlformats.org/officeDocument/2006/relationships/slide" Target="slide18.xml"/><Relationship Id="rId4" Type="http://schemas.openxmlformats.org/officeDocument/2006/relationships/slide" Target="slide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7" Type="http://schemas.openxmlformats.org/officeDocument/2006/relationships/slide" Target="slide2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27.xml"/><Relationship Id="rId5" Type="http://schemas.openxmlformats.org/officeDocument/2006/relationships/slide" Target="slide26.xml"/><Relationship Id="rId4" Type="http://schemas.openxmlformats.org/officeDocument/2006/relationships/slide" Target="slide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slide" Target="slide18.xml"/><Relationship Id="rId4" Type="http://schemas.openxmlformats.org/officeDocument/2006/relationships/slide" Target="slide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slide" Target="slide35.xml"/><Relationship Id="rId4" Type="http://schemas.openxmlformats.org/officeDocument/2006/relationships/slide" Target="slide3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slide" Target="slide18.xml"/><Relationship Id="rId4" Type="http://schemas.openxmlformats.org/officeDocument/2006/relationships/slide" Target="slide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speakerdeck.com/hayat01sh1da/science-of-corporate-technical-documentation-for-software-engineers-practices?slide=13" TargetMode="External"/><Relationship Id="rId7" Type="http://schemas.openxmlformats.org/officeDocument/2006/relationships/hyperlink" Target="https://speakerdeck.com/hayat01sh1da/science-of-corporate-technical-documentation-for-software-engineers-practices?slide=21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peakerdeck.com/hayat01sh1da/science-of-corporate-technical-documentation-for-software-engineers-practices?slide=19" TargetMode="External"/><Relationship Id="rId5" Type="http://schemas.openxmlformats.org/officeDocument/2006/relationships/hyperlink" Target="https://speakerdeck.com/hayat01sh1da/science-of-corporate-technical-documentation-for-software-engineers-practices?slide=17" TargetMode="External"/><Relationship Id="rId4" Type="http://schemas.openxmlformats.org/officeDocument/2006/relationships/hyperlink" Target="https://speakerdeck.com/hayat01sh1da/science-of-corporate-technical-documentation-for-software-engineers-practices?slide=15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13" Type="http://schemas.openxmlformats.org/officeDocument/2006/relationships/slide" Target="slide26.xml"/><Relationship Id="rId18" Type="http://schemas.openxmlformats.org/officeDocument/2006/relationships/slide" Target="slide33.xml"/><Relationship Id="rId3" Type="http://schemas.openxmlformats.org/officeDocument/2006/relationships/slide" Target="slide15.xml"/><Relationship Id="rId7" Type="http://schemas.openxmlformats.org/officeDocument/2006/relationships/slide" Target="slide19.xml"/><Relationship Id="rId12" Type="http://schemas.openxmlformats.org/officeDocument/2006/relationships/slide" Target="slide25.xml"/><Relationship Id="rId17" Type="http://schemas.openxmlformats.org/officeDocument/2006/relationships/slide" Target="slide31.xml"/><Relationship Id="rId2" Type="http://schemas.openxmlformats.org/officeDocument/2006/relationships/image" Target="../media/image1.jpg"/><Relationship Id="rId16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11" Type="http://schemas.openxmlformats.org/officeDocument/2006/relationships/slide" Target="slide24.xml"/><Relationship Id="rId5" Type="http://schemas.openxmlformats.org/officeDocument/2006/relationships/slide" Target="slide17.xml"/><Relationship Id="rId15" Type="http://schemas.openxmlformats.org/officeDocument/2006/relationships/slide" Target="slide28.xml"/><Relationship Id="rId10" Type="http://schemas.openxmlformats.org/officeDocument/2006/relationships/slide" Target="slide23.xml"/><Relationship Id="rId19" Type="http://schemas.openxmlformats.org/officeDocument/2006/relationships/slide" Target="slide35.xml"/><Relationship Id="rId4" Type="http://schemas.openxmlformats.org/officeDocument/2006/relationships/slide" Target="slide16.xml"/><Relationship Id="rId9" Type="http://schemas.openxmlformats.org/officeDocument/2006/relationships/slide" Target="slide21.xml"/><Relationship Id="rId14" Type="http://schemas.openxmlformats.org/officeDocument/2006/relationships/slide" Target="slide2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datasheetest-by-tdsmaker/basics-of-technical-documentation-for-engineers-36deab8d1220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owf.alc.co.jp/" TargetMode="External"/><Relationship Id="rId4" Type="http://schemas.openxmlformats.org/officeDocument/2006/relationships/hyperlink" Target="https://www.dictionary.com/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Autofit/>
          </a:bodyPr>
          <a:lstStyle/>
          <a:p>
            <a:pPr algn="ctr"/>
            <a:r>
              <a:rPr lang="en-GB" altLang="ja-JP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Science of</a:t>
            </a:r>
            <a:br>
              <a:rPr lang="en-GB" altLang="ja-JP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</a:br>
            <a:r>
              <a:rPr lang="en-GB" altLang="ja-JP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Corporate Technical Documentation</a:t>
            </a:r>
            <a:br>
              <a:rPr lang="en-GB" altLang="ja-JP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</a:br>
            <a:r>
              <a:rPr lang="en-GB" altLang="ja-JP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for Software Engineers</a:t>
            </a:r>
            <a:endParaRPr lang="en-GB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Headings)"/>
            </a:endParaRP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7DCA1F6-8A6F-EFA2-32E0-4107C174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9384CEEA-9ED1-6887-AFE8-7BA71E626EBF}"/>
              </a:ext>
            </a:extLst>
          </p:cNvPr>
          <p:cNvSpPr txBox="1">
            <a:spLocks/>
          </p:cNvSpPr>
          <p:nvPr/>
        </p:nvSpPr>
        <p:spPr>
          <a:xfrm>
            <a:off x="1470870" y="3514157"/>
            <a:ext cx="9144000" cy="55577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i="0" u="none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 </a:t>
            </a:r>
            <a:r>
              <a:rPr lang="en-GB" sz="3200" b="1" i="0" u="none" strike="noStrike" baseline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-Theories-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 (Headings)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9337A176-5377-6F93-8925-178F6FF51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en-US" sz="3200" b="1" dirty="0"/>
              <a:t>Composed By: Hayato Ishida</a:t>
            </a:r>
            <a:endParaRPr lang="en-GB" sz="3200" b="1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8C64EA4D-6C48-3445-A5F5-B43711FB5137}"/>
              </a:ext>
            </a:extLst>
          </p:cNvPr>
          <p:cNvSpPr txBox="1">
            <a:spLocks/>
          </p:cNvSpPr>
          <p:nvPr/>
        </p:nvSpPr>
        <p:spPr>
          <a:xfrm>
            <a:off x="6976843" y="5445970"/>
            <a:ext cx="3638027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altLang="ja-JP" sz="2000" b="1" dirty="0"/>
              <a:t>Updated</a:t>
            </a:r>
            <a:r>
              <a:rPr lang="ja-JP" altLang="en-US" sz="2000" b="1" dirty="0"/>
              <a:t> </a:t>
            </a:r>
            <a:r>
              <a:rPr lang="en-GB" altLang="ja-JP" sz="2000" b="1" dirty="0"/>
              <a:t>On: 16 July 2024</a:t>
            </a:r>
            <a:endParaRPr lang="en-GB" sz="2000" b="1" dirty="0"/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A8D39094-BFD9-D223-966F-5E3F039BCE75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3457662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ja-JP" sz="2000" dirty="0"/>
              <a:t>For Japanese version, click </a:t>
            </a:r>
            <a:r>
              <a:rPr lang="en-GB" altLang="ja-JP" sz="2000" dirty="0">
                <a:hlinkClick r:id="rId3"/>
              </a:rPr>
              <a:t>here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D9F983C-60D2-86BF-0E64-82401653F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  <p:sp>
        <p:nvSpPr>
          <p:cNvPr id="11" name="タイトル 1">
            <a:extLst>
              <a:ext uri="{FF2B5EF4-FFF2-40B4-BE49-F238E27FC236}">
                <a16:creationId xmlns:a16="http://schemas.microsoft.com/office/drawing/2014/main" id="{BC376B3D-97E5-F077-2475-85349BD63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About Me</a:t>
            </a:r>
            <a:endParaRPr lang="en-GB" b="1" dirty="0">
              <a:latin typeface="Calibri (Headings)"/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1EFE0048-12C8-B815-9EDC-03C61868C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en-GB" altLang="ja-JP" sz="2400" dirty="0"/>
              <a:t>Accounts</a:t>
            </a:r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4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5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8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en-GB" altLang="ja-JP" sz="2400" dirty="0"/>
              <a:t>Occupation: Software Engineer</a:t>
            </a:r>
          </a:p>
          <a:p>
            <a:pPr marL="268288" indent="-268288"/>
            <a:r>
              <a:rPr lang="en-GB" altLang="ja-JP" sz="2400" dirty="0"/>
              <a:t>Things I Am Into</a:t>
            </a:r>
          </a:p>
          <a:p>
            <a:pPr marL="725488" lvl="1" indent="-268288"/>
            <a:r>
              <a:rPr lang="en-GB" altLang="ja-JP" sz="2000" dirty="0"/>
              <a:t>Linguistics</a:t>
            </a:r>
          </a:p>
          <a:p>
            <a:pPr marL="725488" lvl="1" indent="-268288"/>
            <a:r>
              <a:rPr lang="en-GB" altLang="ja-JP" sz="2000" dirty="0"/>
              <a:t>Singing at Karaoke</a:t>
            </a:r>
          </a:p>
          <a:p>
            <a:pPr marL="725488" lvl="1" indent="-268288"/>
            <a:r>
              <a:rPr lang="en-GB" altLang="ja-JP" sz="2000" dirty="0"/>
              <a:t>Listening to Music</a:t>
            </a:r>
          </a:p>
          <a:p>
            <a:pPr marL="725488" lvl="1" indent="-268288"/>
            <a:r>
              <a:rPr lang="en-GB" altLang="ja-JP" sz="2000" dirty="0"/>
              <a:t>Watching Movies</a:t>
            </a:r>
          </a:p>
          <a:p>
            <a:pPr marL="725488" lvl="1" indent="-268288"/>
            <a:r>
              <a:rPr lang="en-GB" altLang="ja-JP" sz="2000" dirty="0"/>
              <a:t>Cat Feeding</a:t>
            </a:r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25E6C477-A91E-C265-ABEE-3D8E15EF2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1FBE0558-A36D-E216-E2C1-719E2237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Licences / Certifications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5885E2A-9A6E-037E-12A8-07D43B0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en-US" altLang="ja-JP" dirty="0"/>
              <a:t>English</a:t>
            </a:r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en-GB" altLang="ja-JP" dirty="0"/>
              <a:t>: Certified on December 2019</a:t>
            </a:r>
            <a:endParaRPr lang="ja-JP" altLang="en-US" dirty="0"/>
          </a:p>
          <a:p>
            <a:pPr marL="268288" lvl="1" indent="-268288"/>
            <a:r>
              <a:rPr lang="en-GB" altLang="ja-JP" dirty="0"/>
              <a:t>Engineering</a:t>
            </a:r>
          </a:p>
          <a:p>
            <a:pPr marL="725488" lvl="2" indent="-268288"/>
            <a:r>
              <a:rPr lang="en-GB" altLang="ja-JP" dirty="0"/>
              <a:t>Information Security Management: Certified on November 2017</a:t>
            </a:r>
          </a:p>
          <a:p>
            <a:pPr marL="725488" lvl="2" indent="-268288"/>
            <a:r>
              <a:rPr lang="en-GB" altLang="ja-JP" dirty="0"/>
              <a:t>Applied Information Technology Engineer: Certified on June 2017</a:t>
            </a:r>
          </a:p>
          <a:p>
            <a:pPr marL="725488" lvl="2" indent="-268288"/>
            <a:r>
              <a:rPr lang="en-GB" altLang="ja-JP" dirty="0"/>
              <a:t>Fundamental Information Technology Engineer: Certified on November 2016</a:t>
            </a:r>
            <a:endParaRPr lang="ja-JP" altLang="en-US" dirty="0"/>
          </a:p>
          <a:p>
            <a:pPr marL="725488" lvl="2" indent="-268288"/>
            <a:r>
              <a:rPr lang="en-US" altLang="ja-JP" dirty="0"/>
              <a:t>IT Passport</a:t>
            </a:r>
            <a:r>
              <a:rPr lang="en-GB" altLang="ja-JP" dirty="0"/>
              <a:t>: Certified on April 2016</a:t>
            </a:r>
            <a:endParaRPr lang="en-GB" altLang="ja-JP" b="0" i="0" dirty="0">
              <a:solidFill>
                <a:srgbClr val="333333"/>
              </a:solidFill>
              <a:effectLst/>
            </a:endParaRPr>
          </a:p>
          <a:p>
            <a:pPr marL="268288" lvl="1" indent="-268288"/>
            <a:r>
              <a:rPr lang="en-GB" altLang="ja-JP" dirty="0">
                <a:solidFill>
                  <a:srgbClr val="333333"/>
                </a:solidFill>
              </a:rPr>
              <a:t>Others</a:t>
            </a:r>
          </a:p>
          <a:p>
            <a:pPr marL="725488" lvl="2" indent="-268288"/>
            <a:r>
              <a:rPr lang="en-GB" altLang="ja-JP" dirty="0">
                <a:solidFill>
                  <a:srgbClr val="333333"/>
                </a:solidFill>
              </a:rPr>
              <a:t>Abacus 2nd Class: </a:t>
            </a:r>
            <a:r>
              <a:rPr lang="en-GB" altLang="ja-JP" dirty="0"/>
              <a:t>Certified on June 2002</a:t>
            </a:r>
          </a:p>
          <a:p>
            <a:pPr marL="725488" lvl="2" indent="-268288"/>
            <a:r>
              <a:rPr lang="en-GB" altLang="ja-JP" b="0" i="0" dirty="0">
                <a:solidFill>
                  <a:srgbClr val="333333"/>
                </a:solidFill>
                <a:effectLst/>
              </a:rPr>
              <a:t>Mental Arithmetic 3rd Class: </a:t>
            </a:r>
            <a:r>
              <a:rPr lang="en-GB" altLang="ja-JP" dirty="0"/>
              <a:t>Certified on February 2001</a:t>
            </a: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F677BD17-1762-0EE1-CB85-AE8256A2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26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6B1B3D88-E7F3-5AD7-A474-0D7D17331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Skill Stack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64B3DFC8-7645-FFB4-1308-68F520629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2400" dirty="0"/>
              <a:t>Languages</a:t>
            </a:r>
            <a:endParaRPr lang="ja-JP" altLang="en-US" sz="2400" dirty="0"/>
          </a:p>
          <a:p>
            <a:pPr marL="717550" lvl="1" indent="-260350"/>
            <a:r>
              <a:rPr lang="en-GB" altLang="ja-JP" sz="2000" dirty="0"/>
              <a:t>Japanese: Native Proficiency</a:t>
            </a:r>
          </a:p>
          <a:p>
            <a:pPr marL="717550" lvl="1" indent="-260350"/>
            <a:r>
              <a:rPr lang="en-GB" altLang="ja-JP" sz="2000" dirty="0"/>
              <a:t>English: Full professional Proficiency</a:t>
            </a:r>
          </a:p>
          <a:p>
            <a:pPr marL="268288" indent="-268288"/>
            <a:r>
              <a:rPr lang="en-GB" altLang="ja-JP" sz="2400" dirty="0"/>
              <a:t>Development</a:t>
            </a:r>
          </a:p>
          <a:p>
            <a:pPr marL="717550" lvl="1" indent="-260350"/>
            <a:r>
              <a:rPr lang="en-GB" altLang="ja-JP" sz="2000" b="1" dirty="0"/>
              <a:t>Backend: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en-GB" altLang="ja-JP" sz="2000" dirty="0"/>
              <a:t>Frontend: TypeScript + React.js, TypeScript +Vue.js</a:t>
            </a:r>
          </a:p>
          <a:p>
            <a:pPr marL="717550" lvl="1" indent="-260350"/>
            <a:r>
              <a:rPr lang="en-GB" altLang="ja-JP" sz="2000" b="1" dirty="0"/>
              <a:t>Database: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en-GB" altLang="ja-JP" sz="2000" b="1" dirty="0"/>
              <a:t>Architecture: Monolith, Modular Monolith</a:t>
            </a:r>
          </a:p>
          <a:p>
            <a:pPr marL="717550" lvl="1" indent="-260350"/>
            <a:r>
              <a:rPr lang="en-GB" altLang="ja-JP" sz="2000" dirty="0"/>
              <a:t>Hosting: AWS ESK</a:t>
            </a:r>
          </a:p>
          <a:p>
            <a:pPr marL="717550" lvl="1" indent="-260350"/>
            <a:r>
              <a:rPr lang="en-GB" altLang="ja-JP" sz="2000" dirty="0"/>
              <a:t>Versioning: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en-GB" altLang="ja-JP" sz="2000" dirty="0"/>
              <a:t>Monitoring: Datadog, Sentry</a:t>
            </a:r>
            <a:endParaRPr lang="en-GB" altLang="ja-JP" dirty="0"/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5BEDDCD8-5391-CE43-23B8-2915453F5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45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DEA5BD68-BBF1-82CB-CE7B-4573C23CD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A49B7530-1DAA-17EE-89F4-48A591589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8BDD85D-8AB0-AAFC-E201-F07443CE5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639481"/>
              </p:ext>
            </p:extLst>
          </p:nvPr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Aug 2021 -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Saas(Educational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Weekly Release Manager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Speaker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Feb 2020 - Dec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SaaS(Chatbot Platform)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Backend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Inspection of Alternative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5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CFDAFE-EA24-045D-9232-198641321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B59E3372-C905-83C6-B9A7-F9F862EF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sp>
        <p:nvSpPr>
          <p:cNvPr id="7" name="スライド番号プレースホルダー 3">
            <a:extLst>
              <a:ext uri="{FF2B5EF4-FFF2-40B4-BE49-F238E27FC236}">
                <a16:creationId xmlns:a16="http://schemas.microsoft.com/office/drawing/2014/main" id="{F3E630F7-07EA-C39C-6253-83D6DF9D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6</a:t>
            </a:fld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1A0524C-93E1-4FB8-DDE3-CEDBE4EF7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201498"/>
              </p:ext>
            </p:extLst>
          </p:nvPr>
        </p:nvGraphicFramePr>
        <p:xfrm>
          <a:off x="836798" y="1822829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Jun 2018 - Jan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Contract-basis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Quality Assurance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Apr 2016 - Jan 2018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Engineering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Corporate Account Admin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Windows Server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Security Admin Assistant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Internationalisation / Localisation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0885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17C262-C427-3305-8579-24317C499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International-Exchange Activities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スライド番号プレースホルダー 3">
            <a:extLst>
              <a:ext uri="{FF2B5EF4-FFF2-40B4-BE49-F238E27FC236}">
                <a16:creationId xmlns:a16="http://schemas.microsoft.com/office/drawing/2014/main" id="{C93C641B-3057-2DEC-D0AE-4C60A7B9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7</a:t>
            </a:fld>
            <a:endParaRPr lang="en-GB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BD3BB5EA-E403-6C24-2455-33DA9EB7B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1600" dirty="0"/>
              <a:t>Activities in University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English Linguistics Seminar</a:t>
            </a:r>
            <a:r>
              <a:rPr lang="en-US" altLang="ja-JP" sz="1400" dirty="0"/>
              <a:t>(</a:t>
            </a:r>
            <a:r>
              <a:rPr lang="en-GB" altLang="ja-JP" sz="1400" dirty="0"/>
              <a:t>Focusing on Mass Media English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/>
              <a:t>International-Exchange Clubs</a:t>
            </a:r>
            <a:r>
              <a:rPr lang="en-US" altLang="ja-JP" sz="1400" dirty="0"/>
              <a:t>(</a:t>
            </a:r>
            <a:r>
              <a:rPr lang="en-GB" altLang="ja-JP" sz="1400" dirty="0"/>
              <a:t>The 2nd Year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>
                <a:hlinkClick r:id="rId3"/>
              </a:rPr>
              <a:t>International-Exchange Programmes conducted by Japan Cabinet Office</a:t>
            </a:r>
            <a:r>
              <a:rPr lang="en-US" altLang="ja-JP" sz="1400" dirty="0"/>
              <a:t>(2013</a:t>
            </a:r>
            <a:r>
              <a:rPr lang="ja-JP" altLang="en-US" sz="1400" dirty="0"/>
              <a:t> </a:t>
            </a:r>
            <a:r>
              <a:rPr lang="en-US" altLang="ja-JP" sz="1400" dirty="0"/>
              <a:t>- 2016)</a:t>
            </a:r>
          </a:p>
          <a:p>
            <a:pPr marL="536575" lvl="1" indent="-268288"/>
            <a:r>
              <a:rPr lang="en-GB" altLang="ja-JP" sz="1400" dirty="0"/>
              <a:t>Japanese Linguistics Course(The Final Year)</a:t>
            </a:r>
            <a:endParaRPr lang="en-US" altLang="ja-JP" sz="1400" dirty="0"/>
          </a:p>
          <a:p>
            <a:pPr marL="268288" indent="-268288"/>
            <a:r>
              <a:rPr lang="en-GB" altLang="ja-JP" sz="1600" dirty="0"/>
              <a:t>Overseas Life Experience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Working Holiday in Australia</a:t>
            </a:r>
            <a:r>
              <a:rPr lang="en-US" altLang="ja-JP" sz="1400" dirty="0"/>
              <a:t>(April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</a:t>
            </a:r>
            <a:r>
              <a:rPr lang="en-GB" altLang="ja-JP" sz="1400" dirty="0"/>
              <a:t>March 2015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Language School for 1 month in Sydney</a:t>
            </a:r>
          </a:p>
          <a:p>
            <a:pPr marL="728662" lvl="2" indent="-285750"/>
            <a:r>
              <a:rPr lang="en-GB" altLang="ja-JP" sz="1200" dirty="0"/>
              <a:t>Work for 6 Months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endParaRPr lang="en-GB" altLang="ja-JP" sz="1200" dirty="0"/>
          </a:p>
          <a:p>
            <a:pPr marL="728662" lvl="2" indent="-285750"/>
            <a:r>
              <a:rPr lang="en-GB" altLang="ja-JP" sz="1200" dirty="0"/>
              <a:t>Volunteering for 1 Month as Assistant Teacher of Japanese Language at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/>
              <a:t>NSW</a:t>
            </a:r>
            <a:endParaRPr lang="en-US" altLang="ja-JP" sz="1200" dirty="0"/>
          </a:p>
          <a:p>
            <a:pPr marL="268288" indent="-268288"/>
            <a:r>
              <a:rPr lang="en-GB" altLang="ja-JP" sz="1600" dirty="0"/>
              <a:t>Other Activities</a:t>
            </a:r>
            <a:endParaRPr lang="ja-JP" altLang="en-US" sz="900" dirty="0"/>
          </a:p>
          <a:p>
            <a:pPr marL="536575" lvl="1" indent="-268288"/>
            <a:r>
              <a:rPr lang="en-GB" altLang="ja-JP" sz="1400" dirty="0"/>
              <a:t>Keep Everyday Journal in English</a:t>
            </a:r>
            <a:r>
              <a:rPr lang="ja-JP" altLang="en-US" sz="1400" dirty="0"/>
              <a:t> </a:t>
            </a:r>
            <a:r>
              <a:rPr lang="en-GB" altLang="ja-JP" sz="1400" dirty="0"/>
              <a:t>(</a:t>
            </a:r>
            <a:r>
              <a:rPr lang="en-US" altLang="ja-JP" sz="1400" dirty="0"/>
              <a:t>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Present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US" altLang="ja-JP" sz="1400" dirty="0"/>
              <a:t>(February 2017</a:t>
            </a:r>
            <a:r>
              <a:rPr lang="ja-JP" altLang="en-US" sz="1400" dirty="0"/>
              <a:t> </a:t>
            </a:r>
            <a:r>
              <a:rPr lang="en-US" altLang="ja-JP" sz="1400" dirty="0"/>
              <a:t>- March 2018)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(January 2018 - July 2019</a:t>
            </a:r>
            <a:r>
              <a:rPr lang="en-GB" altLang="ja-JP" sz="1400" dirty="0"/>
              <a:t>, October 2022 - February 2023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en-GB" altLang="ja-JP" sz="1400" dirty="0"/>
              <a:t>Self Learning and Training of English Language</a:t>
            </a:r>
          </a:p>
          <a:p>
            <a:pPr marL="536575" lvl="1" indent="-268288"/>
            <a:r>
              <a:rPr lang="en-GB" altLang="ja-JP" sz="1400" dirty="0"/>
              <a:t>Participation Ruby-Related </a:t>
            </a:r>
            <a:r>
              <a:rPr lang="en-GB" altLang="ja-JP" sz="1400"/>
              <a:t>Tech Conferences</a:t>
            </a:r>
            <a:endParaRPr lang="en-GB" altLang="ja-JP" sz="1400" dirty="0"/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Agenda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3" action="ppaction://hlinksldjump"/>
              </a:rPr>
              <a:t>Prologue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4" action="ppaction://hlinksldjump"/>
              </a:rPr>
              <a:t>What Documentation Is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5" action="ppaction://hlinksldjump"/>
              </a:rPr>
              <a:t>Top 6 Required Factors for Corporate Technical Documentation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6" action="ppaction://hlinksldjump"/>
              </a:rPr>
              <a:t>Top 5 Required Skills for Corporate Technical Documentation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7" action="ppaction://hlinksldjump"/>
              </a:rPr>
              <a:t>Top 3 Benefits of Well-Organised Corporate Technical Documentation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Font typeface="Arial" panose="020B0604020202020204" pitchFamily="34" charset="0"/>
              <a:buAutoNum type="arabicPeriod"/>
            </a:pPr>
            <a:r>
              <a:rPr lang="en-GB" altLang="ja-JP" sz="2400" dirty="0">
                <a:sym typeface="Arial"/>
                <a:hlinkClick r:id="rId8" action="ppaction://hlinksldjump"/>
              </a:rPr>
              <a:t>Top 5 Inevitable Trade-Offs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9" action="ppaction://hlinksldjump"/>
              </a:rPr>
              <a:t>Summary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10" action="ppaction://hlinksldjump"/>
              </a:rPr>
              <a:t>References</a:t>
            </a:r>
            <a:endParaRPr lang="en-GB" altLang="ja-JP" sz="2400" dirty="0">
              <a:sym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25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Prologue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Prologue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10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304800" lvl="0" indent="0" algn="l" defTabSz="914400" rtl="0" eaLnBrk="1" fontAlgn="auto" latinLnBrk="0" hangingPunct="1">
              <a:lnSpc>
                <a:spcPct val="8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 documentation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 of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inevitable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task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must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avoid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facing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truly wish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smooth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development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understanding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requirements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processes.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just" defTabSz="914400" rtl="0" eaLnBrk="1" fontAlgn="auto" latinLnBrk="0" hangingPunct="1">
              <a:lnSpc>
                <a:spcPts val="2300"/>
              </a:lnSpc>
              <a:spcBef>
                <a:spcPts val="4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myself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 worked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wide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range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stakeholders,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which I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designed,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composed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released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 documents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better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project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management.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428625" lvl="0" indent="0" algn="just" defTabSz="914400" rtl="0" eaLnBrk="1" fontAlgn="auto" latinLnBrk="0" hangingPunct="1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learned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domain knowledge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must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contain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should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complicated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profound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descriptions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understandable.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379095" lvl="0" indent="0" algn="just" defTabSz="914400" rtl="0" eaLnBrk="1" fontAlgn="auto" latinLnBrk="0" hangingPunct="1">
              <a:lnSpc>
                <a:spcPts val="231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undergone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loads of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tough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experiences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learned </a:t>
            </a:r>
            <a:r>
              <a:rPr kumimoji="0" lang="en-GB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why,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what,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when, who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how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just" defTabSz="914400" rtl="0" eaLnBrk="1" fontAlgn="auto" latinLnBrk="0" hangingPunct="1">
              <a:lnSpc>
                <a:spcPts val="2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Now,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highly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likely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should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share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what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learned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executed.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5280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Prologue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11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426084" lvl="0" indent="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However,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just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sharing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my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own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knowledge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experience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definitely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going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highly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subjective,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arbitrary,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full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of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prejudice.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328295" lvl="0" indent="0" algn="l" defTabSz="914400" rtl="0" eaLnBrk="1" fontAlgn="auto" latinLnBrk="0" hangingPunct="1">
              <a:lnSpc>
                <a:spcPts val="2590"/>
              </a:lnSpc>
              <a:spcBef>
                <a:spcPts val="5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relearned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principles of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 documentation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engineers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analyse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factors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essential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technical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871219" lvl="0" indent="0" algn="l" defTabSz="914400" rtl="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Basics </a:t>
            </a:r>
            <a:r>
              <a:rPr kumimoji="0" lang="en-GB" sz="2400" b="0" i="1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Of</a:t>
            </a:r>
            <a:r>
              <a:rPr kumimoji="0" lang="en-GB" sz="2400" b="0" i="1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1" u="heavy" strike="noStrike" kern="120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Technical</a:t>
            </a:r>
            <a:r>
              <a:rPr kumimoji="0" lang="en-GB" sz="2400" b="0" i="1" u="heavy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1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Documentation</a:t>
            </a:r>
            <a:r>
              <a:rPr kumimoji="0" lang="en-GB" sz="2400" b="0" i="1" u="heavy" strike="noStrike" kern="1200" cap="none" spc="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1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For</a:t>
            </a:r>
            <a:r>
              <a:rPr kumimoji="0" lang="en-GB" sz="2400" b="0" i="1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1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Engineers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Ayca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LITTLE,</a:t>
            </a:r>
            <a:r>
              <a:rPr kumimoji="0" lang="en-GB" sz="2400" b="0" i="1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Published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400" b="0" i="1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DatasheetEST </a:t>
            </a:r>
            <a:r>
              <a:rPr kumimoji="0" lang="en-GB" sz="2400" b="0" i="1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by</a:t>
            </a:r>
            <a:r>
              <a:rPr kumimoji="0" lang="en-GB" sz="2400" b="0" i="1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 </a:t>
            </a:r>
            <a:r>
              <a:rPr kumimoji="0" lang="en-GB" sz="2400" b="0" i="1" u="heavy" strike="noStrike" kern="120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TDSmaker</a:t>
            </a:r>
            <a:r>
              <a:rPr kumimoji="0" lang="en-GB" sz="2400" b="0" i="1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25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April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2018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just" defTabSz="914400" rtl="0" eaLnBrk="1" fontAlgn="auto" latinLnBrk="0" hangingPunct="1">
              <a:lnSpc>
                <a:spcPct val="98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article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above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focus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basic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point of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view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marketing,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 they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applicable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enough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once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switch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viewpoint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marketing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engineering.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is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why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willing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adopted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reliable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reference.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2356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What Documentation Is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154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What Documentation Is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13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879475" lvl="0" indent="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definition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of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 act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communicate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information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via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1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composed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itself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words,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one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communication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form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Basically,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communication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one-way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readers,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1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100%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responsible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contents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485775" lvl="0" indent="0" algn="l" defTabSz="914400" rtl="0" eaLnBrk="1" fontAlgn="auto" latinLnBrk="0" hangingPunct="1">
              <a:lnSpc>
                <a:spcPts val="259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Readers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stakeholders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involved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a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organisation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such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project.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423545" lvl="0" indent="0" algn="l" defTabSz="914400" rtl="0" eaLnBrk="1" fontAlgn="auto" latinLnBrk="0" hangingPunct="1">
              <a:lnSpc>
                <a:spcPct val="900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 document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most important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interface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between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stakeholders,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hard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contribute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organisation heavily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depends on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quality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document.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5012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kumimoji="0" lang="en-GB" altLang="ja-JP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Top 6 Required Factors for Corporate Technical Documentation</a:t>
            </a:r>
            <a:endParaRPr lang="en-GB" sz="28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1934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Top 6 Required Factors for Corporate Technical Documentation</a:t>
            </a:r>
            <a:endParaRPr lang="en-GB" sz="28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15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901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secure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quality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the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most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important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interface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between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readers,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6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requirements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must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fulfilled.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1" i="0" u="heavy" strike="noStrike" kern="1200" cap="none" spc="-204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T</a:t>
            </a:r>
            <a:r>
              <a:rPr kumimoji="0" lang="en-GB" sz="2400" b="1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o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1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Be Scie</a:t>
            </a:r>
            <a:r>
              <a:rPr kumimoji="0" lang="en-GB" sz="2400" b="1" i="0" u="heavy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n</a:t>
            </a:r>
            <a:r>
              <a:rPr kumimoji="0" lang="en-GB" sz="2400" b="1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t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i</a:t>
            </a: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fic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1" i="0" u="heavy" strike="noStrike" kern="1200" cap="none" spc="-204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T</a:t>
            </a:r>
            <a:r>
              <a:rPr kumimoji="0" lang="en-GB" sz="2400" b="1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o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 </a:t>
            </a:r>
            <a:r>
              <a:rPr kumimoji="0" lang="en-GB" sz="2400" b="1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Be </a:t>
            </a:r>
            <a:r>
              <a:rPr kumimoji="0" lang="en-GB" sz="2400" b="1" i="0" u="heavy" strike="noStrike" kern="120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E</a:t>
            </a: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ff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i</a:t>
            </a: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cie</a:t>
            </a:r>
            <a:r>
              <a:rPr kumimoji="0" lang="en-GB" sz="2400" b="1" i="0" u="heavy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n</a:t>
            </a:r>
            <a:r>
              <a:rPr kumimoji="0" lang="en-GB" sz="2400" b="1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t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1" i="0" u="heavy" strike="noStrike" kern="1200" cap="none" spc="-10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To</a:t>
            </a:r>
            <a:r>
              <a:rPr kumimoji="0" lang="en-GB" sz="2400" b="1" i="0" u="heavy" strike="noStrike" kern="120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 </a:t>
            </a:r>
            <a:r>
              <a:rPr kumimoji="0" lang="en-GB" sz="2400" b="1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Be</a:t>
            </a:r>
            <a:r>
              <a:rPr kumimoji="0" lang="en-GB" sz="2400" b="1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 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Impressive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1" i="0" u="heavy" strike="noStrike" kern="1200" cap="none" spc="-10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To</a:t>
            </a:r>
            <a:r>
              <a:rPr kumimoji="0" lang="en-GB" sz="2400" b="1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 </a:t>
            </a: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Clarify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 </a:t>
            </a: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Who</a:t>
            </a:r>
            <a:r>
              <a:rPr kumimoji="0" lang="en-GB" sz="2400" b="1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 Readers</a:t>
            </a: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 </a:t>
            </a:r>
            <a:r>
              <a:rPr kumimoji="0" lang="en-GB" sz="2400" b="1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Are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1" i="0" u="heavy" strike="noStrike" kern="1200" cap="none" spc="-10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To</a:t>
            </a:r>
            <a:r>
              <a:rPr kumimoji="0" lang="en-GB" sz="2400" b="1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 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Communicate</a:t>
            </a:r>
            <a:r>
              <a:rPr kumimoji="0" lang="en-GB" sz="2400" b="1" i="0" u="heavy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 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between</a:t>
            </a:r>
            <a:r>
              <a:rPr kumimoji="0" lang="en-GB" sz="2400" b="1" i="0" u="heavy" strike="noStrike" kern="1200" cap="none" spc="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 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Developers</a:t>
            </a:r>
            <a:r>
              <a:rPr kumimoji="0" lang="en-GB" sz="2400" b="1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 </a:t>
            </a:r>
            <a:r>
              <a:rPr kumimoji="0" lang="en-GB" sz="2400" b="1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and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 </a:t>
            </a: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Non-Developers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1" i="0" u="heavy" strike="noStrike" kern="1200" cap="none" spc="-10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8" action="ppaction://hlinksldjump"/>
              </a:rPr>
              <a:t>To</a:t>
            </a:r>
            <a:r>
              <a:rPr kumimoji="0" lang="en-GB" sz="2400" b="1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8" action="ppaction://hlinksldjump"/>
              </a:rPr>
              <a:t> </a:t>
            </a: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8" action="ppaction://hlinksldjump"/>
              </a:rPr>
              <a:t>Design</a:t>
            </a:r>
            <a:r>
              <a:rPr kumimoji="0" lang="en-GB" sz="2400" b="1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8" action="ppaction://hlinksldjump"/>
              </a:rPr>
              <a:t> 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8" action="ppaction://hlinksldjump"/>
              </a:rPr>
              <a:t>Appropriate</a:t>
            </a:r>
            <a:r>
              <a:rPr kumimoji="0" lang="en-GB" sz="2400" b="1" i="0" u="heavy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8" action="ppaction://hlinksldjump"/>
              </a:rPr>
              <a:t> </a:t>
            </a:r>
            <a:r>
              <a:rPr kumimoji="0" lang="en-GB" sz="2400" b="1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8" action="ppaction://hlinksldjump"/>
              </a:rPr>
              <a:t>Workflows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2870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Top 6 Required Factors for Corporate Technical Documentation</a:t>
            </a:r>
            <a:endParaRPr lang="en-GB" sz="28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16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1.</a:t>
            </a:r>
            <a:r>
              <a:rPr kumimoji="0" lang="en-GB" sz="26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6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6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Scientific</a:t>
            </a:r>
            <a:endParaRPr kumimoji="0" lang="en-GB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elements</a:t>
            </a:r>
            <a:r>
              <a:rPr kumimoji="0" lang="en-GB" sz="22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required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keep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scientific.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  <a:tab pos="374650" algn="l"/>
              </a:tabLst>
              <a:defRPr/>
            </a:pP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Consistency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Reproductive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whenever,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wherever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whoever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  <a:tab pos="729615" algn="l"/>
              </a:tabLst>
              <a:defRPr/>
            </a:pPr>
            <a:r>
              <a:rPr kumimoji="0" lang="en-GB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 Not </a:t>
            </a:r>
            <a:r>
              <a:rPr kumimoji="0" lang="en-GB" sz="1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influenced</a:t>
            </a:r>
            <a:r>
              <a:rPr kumimoji="0" lang="en-GB" sz="19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any</a:t>
            </a:r>
            <a:r>
              <a:rPr kumimoji="0" lang="en-GB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external</a:t>
            </a:r>
            <a:r>
              <a:rPr kumimoji="0" lang="en-GB" sz="19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factor</a:t>
            </a:r>
            <a:endParaRPr kumimoji="0" lang="en-GB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  <a:tab pos="374650" algn="l"/>
              </a:tabLst>
              <a:defRPr/>
            </a:pP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Accuracy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Accessible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fact-based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information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  <a:tab pos="729615" algn="l"/>
              </a:tabLst>
              <a:defRPr/>
            </a:pPr>
            <a:r>
              <a:rPr kumimoji="0" lang="en-GB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</a:t>
            </a:r>
            <a:r>
              <a:rPr kumimoji="0" lang="en-GB" sz="19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information</a:t>
            </a:r>
            <a:r>
              <a:rPr kumimoji="0" lang="en-GB" sz="19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19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supportive</a:t>
            </a:r>
            <a:r>
              <a:rPr kumimoji="0" lang="en-GB" sz="19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data</a:t>
            </a:r>
            <a:r>
              <a:rPr kumimoji="0" lang="en-GB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 </a:t>
            </a:r>
            <a:r>
              <a:rPr kumimoji="0" lang="en-GB" sz="19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reference.</a:t>
            </a:r>
            <a:endParaRPr kumimoji="0" lang="en-GB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61315" marR="3034030" lvl="0" indent="-361315" algn="r" defTabSz="914400" rtl="0" eaLnBrk="1" fontAlgn="auto" latinLnBrk="0" hangingPunct="1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61315" algn="l"/>
                <a:tab pos="374650" algn="l"/>
              </a:tabLst>
              <a:defRPr/>
            </a:pPr>
            <a:r>
              <a:rPr kumimoji="0" lang="en-GB" sz="22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Relevance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en-GB" sz="22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Comprehensive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provision</a:t>
            </a:r>
            <a:r>
              <a:rPr kumimoji="0" lang="en-GB" sz="2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required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information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19405" marR="3086100" lvl="1" indent="-319405" algn="r" defTabSz="914400" rtl="0" eaLnBrk="1" fontAlgn="auto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19405" algn="l"/>
                <a:tab pos="320040" algn="l"/>
              </a:tabLst>
              <a:defRPr/>
            </a:pPr>
            <a:r>
              <a:rPr kumimoji="0" lang="en-GB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Particularly,</a:t>
            </a:r>
            <a:r>
              <a:rPr kumimoji="0" lang="en-GB" sz="19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9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purpose</a:t>
            </a:r>
            <a:r>
              <a:rPr kumimoji="0" lang="en-GB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each</a:t>
            </a:r>
            <a:r>
              <a:rPr kumimoji="0" lang="en-GB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task </a:t>
            </a:r>
            <a:r>
              <a:rPr kumimoji="0" lang="en-GB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1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19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must</a:t>
            </a:r>
            <a:r>
              <a:rPr kumimoji="0" lang="en-GB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item</a:t>
            </a:r>
            <a:r>
              <a:rPr kumimoji="0" lang="en-GB" sz="19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19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listed.</a:t>
            </a:r>
            <a:endParaRPr kumimoji="0" lang="en-GB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110"/>
              </a:lnSpc>
              <a:spcBef>
                <a:spcPts val="13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scientific,</a:t>
            </a:r>
            <a:r>
              <a:rPr kumimoji="0" lang="en-GB" sz="22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idempotence</a:t>
            </a:r>
            <a:r>
              <a:rPr kumimoji="0" lang="en-GB" sz="2200" b="1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must</a:t>
            </a:r>
            <a:r>
              <a:rPr kumimoji="0" lang="en-GB" sz="22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allows</a:t>
            </a:r>
            <a:r>
              <a:rPr kumimoji="0" lang="en-GB" sz="22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readers</a:t>
            </a:r>
            <a:r>
              <a:rPr kumimoji="0" lang="en-GB" sz="2200" b="1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obtain</a:t>
            </a:r>
            <a:r>
              <a:rPr kumimoji="0" lang="en-GB" sz="22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</a:t>
            </a:r>
            <a:r>
              <a:rPr kumimoji="0" lang="en-GB" sz="22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required </a:t>
            </a:r>
            <a:r>
              <a:rPr kumimoji="0" lang="en-GB" sz="2200" b="1" i="0" u="none" strike="noStrike" kern="1200" cap="none" spc="-4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fact-based</a:t>
            </a:r>
            <a:r>
              <a:rPr kumimoji="0" lang="en-GB" sz="2200" b="1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information</a:t>
            </a:r>
            <a:r>
              <a:rPr kumimoji="0" lang="en-GB" sz="2200" b="1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via</a:t>
            </a:r>
            <a:r>
              <a:rPr kumimoji="0" lang="en-GB" sz="22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</a:t>
            </a:r>
            <a:r>
              <a:rPr kumimoji="0" lang="en-GB" sz="22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2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reproduce</a:t>
            </a:r>
            <a:r>
              <a:rPr kumimoji="0" lang="en-GB" sz="2200" b="1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same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result</a:t>
            </a:r>
            <a:r>
              <a:rPr kumimoji="0" lang="en-GB" sz="22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any</a:t>
            </a:r>
            <a:r>
              <a:rPr kumimoji="0" lang="en-GB" sz="22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time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8926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Top 6 Required Factors for Corporate Technical Documentation</a:t>
            </a:r>
            <a:endParaRPr lang="en-GB" sz="28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17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2.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Be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Efficient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matter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</a:t>
            </a:r>
            <a:r>
              <a:rPr kumimoji="0" lang="en-GB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scientific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is,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readers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absolutely </a:t>
            </a:r>
            <a:r>
              <a:rPr kumimoji="0" lang="en-GB" sz="2400" b="0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take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loads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pains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locating what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truly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would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like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access if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required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information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scattered.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735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very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write's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tasks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index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organise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order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readers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easily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find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information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would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like.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70485" lvl="0" indent="0" algn="l" defTabSz="914400" rtl="0" eaLnBrk="1" fontAlgn="auto" latinLnBrk="0" hangingPunct="1">
              <a:lnSpc>
                <a:spcPts val="259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is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required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gather,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index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organise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required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information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document,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and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then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readers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access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truly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reach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 </a:t>
            </a:r>
            <a:r>
              <a:rPr kumimoji="0" lang="en-GB" sz="2400" b="1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least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efforts.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3824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Top 6 Required Factors for Corporate Technical Documentation</a:t>
            </a:r>
            <a:endParaRPr lang="en-GB" sz="28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18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3.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Impressive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234315" lvl="0" indent="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matter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scientific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efficient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4" action="ppaction://hlinksldjump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 document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is, is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makes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sense unless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readers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bear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in mind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mentions.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299720" lvl="0" indent="0" algn="l" defTabSz="914400" rtl="0" eaLnBrk="1" fontAlgn="auto" latinLnBrk="0" hangingPunct="1">
              <a:lnSpc>
                <a:spcPts val="23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Unimpressive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documents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often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boring,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uncomfortable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lacking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visual materials such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a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sequence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chart, a class chart and an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ER(Entity-Relation)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chart.</a:t>
            </a:r>
          </a:p>
          <a:p>
            <a:pPr marL="12700" marR="242570" lvl="0" indent="0" algn="l" defTabSz="914400" rtl="0" eaLnBrk="1" fontAlgn="auto" latinLnBrk="0" hangingPunct="1">
              <a:lnSpc>
                <a:spcPts val="23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When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human beings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vividly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memorise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something,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our intrinsic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emotions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plays </a:t>
            </a:r>
            <a:r>
              <a:rPr kumimoji="0" lang="en-GB" sz="2400" b="0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important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role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memory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helper.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addition,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tend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final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decision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based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our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emotion,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logics.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ct val="8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why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impressive forms,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expressions,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descriptions</a:t>
            </a:r>
            <a:r>
              <a:rPr kumimoji="0" lang="en-GB" sz="24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visual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information are </a:t>
            </a:r>
            <a:r>
              <a:rPr kumimoji="0" lang="en-GB" sz="2400" b="1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highly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helpful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appeal 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catch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readers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attention</a:t>
            </a:r>
            <a:r>
              <a:rPr kumimoji="0" lang="en-GB" sz="24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interests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6096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Top 6 Required Factors for Corporate Technical Documentation</a:t>
            </a:r>
            <a:endParaRPr lang="en-GB" sz="28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19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just" defTabSz="914400" rtl="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4.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Clarify</a:t>
            </a:r>
            <a:r>
              <a:rPr kumimoji="0" lang="en-GB" sz="28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Readers</a:t>
            </a:r>
            <a:r>
              <a:rPr kumimoji="0" lang="en-GB" sz="28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356870" lvl="0" indent="0" algn="just" defTabSz="914400" rtl="0" eaLnBrk="1" fontAlgn="auto" latinLnBrk="0" hangingPunct="1">
              <a:lnSpc>
                <a:spcPct val="800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reality,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is as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impossible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create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 document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 is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understandable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readers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without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exception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inventing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cuisine which 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satisfies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</a:t>
            </a:r>
            <a:r>
              <a:rPr kumimoji="0" lang="en-GB" sz="2400" b="0" i="0" u="none" strike="noStrike" kern="1200" cap="none" spc="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people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around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world.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2700" lvl="0" indent="0" algn="just" defTabSz="914400" rtl="0" eaLnBrk="1" fontAlgn="auto" latinLnBrk="0" hangingPunct="1">
              <a:lnSpc>
                <a:spcPct val="8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why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 to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define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readers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domain and </a:t>
            </a:r>
            <a:r>
              <a:rPr kumimoji="0" lang="en-GB" sz="2400" b="1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prerequisites</a:t>
            </a:r>
            <a:r>
              <a:rPr kumimoji="0" lang="en-GB" sz="24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expected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fulfil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in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advance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3210" algn="l"/>
              </a:tabLst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Developer</a:t>
            </a:r>
            <a:r>
              <a:rPr kumimoji="0" lang="en-GB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only: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Priority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is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detailed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comprehensive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descriptions.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58445" marR="213995" lvl="1" indent="-258445" algn="r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58445" algn="l"/>
                <a:tab pos="259079" algn="l"/>
              </a:tabLst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agreement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domain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and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knowledge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required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is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needed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lang="en-GB" sz="20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least.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69875" marR="186055" lvl="0" indent="-269875" algn="r" defTabSz="914400" rtl="0" eaLnBrk="1" fontAlgn="auto" latinLnBrk="0" hangingPunct="1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69875" algn="l"/>
                <a:tab pos="283210" algn="l"/>
              </a:tabLst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Non-Developer</a:t>
            </a:r>
            <a:r>
              <a:rPr kumimoji="0" lang="en-GB" sz="24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included: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Priority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concise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understandable</a:t>
            </a:r>
            <a:r>
              <a:rPr kumimoji="0" lang="en-GB" sz="24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descriptions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  <a:tab pos="729615" algn="l"/>
              </a:tabLst>
              <a:defRPr/>
            </a:pP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Technically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details</a:t>
            </a:r>
            <a:r>
              <a:rPr kumimoji="0" lang="en-GB" sz="20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description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confuse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non-developers.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0584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Top 6 Required Factors for Corporate Technical Documentation</a:t>
            </a:r>
            <a:endParaRPr lang="en-GB" sz="28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20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5.</a:t>
            </a:r>
            <a:r>
              <a:rPr kumimoji="0" lang="en-GB" sz="26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6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Communicate</a:t>
            </a:r>
            <a:r>
              <a:rPr kumimoji="0" lang="en-GB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between</a:t>
            </a:r>
            <a:r>
              <a:rPr kumimoji="0" lang="en-GB" sz="26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Developers</a:t>
            </a:r>
            <a:r>
              <a:rPr kumimoji="0" lang="en-GB" sz="26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6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Non-Developers</a:t>
            </a:r>
            <a:endParaRPr kumimoji="0" lang="en-GB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375"/>
              </a:lnSpc>
              <a:spcBef>
                <a:spcPts val="4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sounds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cynical,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self-concluded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within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software</a:t>
            </a:r>
            <a:r>
              <a:rPr kumimoji="0" lang="en-GB" sz="2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engineers.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ct val="8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is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because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</a:t>
            </a:r>
            <a:r>
              <a:rPr kumimoji="0" lang="en-GB" sz="22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most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technology</a:t>
            </a:r>
            <a:r>
              <a:rPr kumimoji="0" lang="en-GB" sz="22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order</a:t>
            </a:r>
            <a:r>
              <a:rPr kumimoji="0" lang="en-GB" sz="2200" b="1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meet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demands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end </a:t>
            </a:r>
            <a:r>
              <a:rPr kumimoji="0" lang="en-GB" sz="2200" b="1" i="0" u="none" strike="noStrike" kern="1200" cap="none" spc="-4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users</a:t>
            </a: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2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fulfilling</a:t>
            </a:r>
            <a:r>
              <a:rPr kumimoji="0" lang="en-GB" sz="22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requirements</a:t>
            </a:r>
            <a:r>
              <a:rPr kumimoji="0" lang="en-GB" sz="2200" b="1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shared</a:t>
            </a:r>
            <a:r>
              <a:rPr kumimoji="0" lang="en-GB" sz="22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someone</a:t>
            </a:r>
            <a:r>
              <a:rPr kumimoji="0" lang="en-GB" sz="2200" b="1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2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business </a:t>
            </a: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division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</a:p>
          <a:p>
            <a:pPr marL="12700" marR="0" lvl="0" indent="0" algn="l" defTabSz="914400" rtl="0" eaLnBrk="1" fontAlgn="auto" latinLnBrk="0" hangingPunct="1">
              <a:lnSpc>
                <a:spcPts val="2375"/>
              </a:lnSpc>
              <a:spcBef>
                <a:spcPts val="4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sense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requirements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need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must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be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met</a:t>
            </a:r>
            <a:r>
              <a:rPr kumimoji="0" lang="en-GB" sz="22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precisely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than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developers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because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close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end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users.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8509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opposite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also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equally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true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developer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understand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restrictions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 </a:t>
            </a:r>
            <a:r>
              <a:rPr kumimoji="0" lang="en-GB" sz="2200" b="0" i="0" u="none" strike="noStrike" kern="1200" cap="none" spc="-4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prevents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requirements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being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fulfilled more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accurately.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330835" lvl="0" indent="0" algn="just" defTabSz="914400" rtl="0" eaLnBrk="1" fontAlgn="auto" latinLnBrk="0" hangingPunct="1">
              <a:lnSpc>
                <a:spcPct val="8000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is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absolutely essential </a:t>
            </a:r>
            <a:r>
              <a:rPr kumimoji="0" lang="en-GB" sz="22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2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establish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close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communication between </a:t>
            </a:r>
            <a:r>
              <a:rPr kumimoji="0" lang="en-GB" sz="22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developers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someone on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business division, which enables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2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 </a:t>
            </a:r>
            <a:r>
              <a:rPr kumimoji="0" lang="en-GB" sz="22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create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high-quality </a:t>
            </a: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200" b="1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2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</a:t>
            </a:r>
            <a:r>
              <a:rPr kumimoji="0" lang="en-GB" sz="22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</a:t>
            </a: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reflects</a:t>
            </a:r>
            <a:r>
              <a:rPr kumimoji="0" lang="en-GB" sz="22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trade-offs</a:t>
            </a:r>
            <a:r>
              <a:rPr kumimoji="0" lang="en-GB" sz="2200" b="1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mentioned</a:t>
            </a:r>
            <a:r>
              <a:rPr kumimoji="0" lang="en-GB" sz="2200" b="1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above.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96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sz="3000" b="1" dirty="0">
                <a:latin typeface="Calibri (Headings)"/>
              </a:rPr>
              <a:t>3. Top 6 Required Factors for Corporate Technical Documentation</a:t>
            </a:r>
            <a:endParaRPr lang="en-GB" sz="30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21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6.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Design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Appropriate</a:t>
            </a:r>
            <a:r>
              <a:rPr kumimoji="0" lang="en-GB" sz="24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Workflows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must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share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technical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whether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public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private.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707390" lvl="0" indent="0" algn="l" defTabSz="914400" rtl="0" eaLnBrk="1" fontAlgn="auto" latinLnBrk="0" hangingPunct="1">
              <a:lnSpc>
                <a:spcPts val="192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0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required</a:t>
            </a:r>
            <a:r>
              <a:rPr kumimoji="0" lang="en-GB" sz="20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</a:t>
            </a:r>
            <a:r>
              <a:rPr kumimoji="0" lang="en-GB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well-organised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workflow</a:t>
            </a:r>
            <a:r>
              <a:rPr kumimoji="0" lang="en-GB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where</a:t>
            </a:r>
            <a:r>
              <a:rPr kumimoji="0" lang="en-GB" sz="20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design,</a:t>
            </a:r>
            <a:r>
              <a:rPr kumimoji="0" lang="en-GB" sz="20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composition,</a:t>
            </a:r>
            <a:r>
              <a:rPr kumimoji="0" lang="en-GB" sz="20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review</a:t>
            </a:r>
            <a:r>
              <a:rPr kumimoji="0" lang="en-GB" sz="20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000" b="1" i="0" u="none" strike="noStrike" kern="1200" cap="none" spc="-4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release</a:t>
            </a:r>
            <a:r>
              <a:rPr kumimoji="0" lang="en-GB" sz="20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0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document</a:t>
            </a:r>
            <a:r>
              <a:rPr kumimoji="0" lang="en-GB" sz="20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handled</a:t>
            </a:r>
            <a:r>
              <a:rPr kumimoji="0" lang="en-GB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</a:t>
            </a:r>
            <a:r>
              <a:rPr kumimoji="0" lang="en-GB" sz="20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authorised</a:t>
            </a:r>
            <a:r>
              <a:rPr kumimoji="0" lang="en-GB" sz="20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</a:t>
            </a:r>
            <a:r>
              <a:rPr kumimoji="0" lang="en-GB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within</a:t>
            </a:r>
            <a:r>
              <a:rPr kumimoji="0" lang="en-GB" sz="20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agreed</a:t>
            </a:r>
            <a:r>
              <a:rPr kumimoji="0" lang="en-GB" sz="20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score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Design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Reader-friendly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structure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providing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comfortable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searching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experiences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Composition:</a:t>
            </a:r>
            <a:r>
              <a:rPr kumimoji="0" lang="en-GB" sz="20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Comprehensive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provision</a:t>
            </a:r>
            <a:r>
              <a:rPr kumimoji="0" lang="en-GB" sz="20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required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information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impressive</a:t>
            </a:r>
            <a:r>
              <a:rPr kumimoji="0" lang="en-GB" sz="20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descriptions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Review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Feedback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</a:t>
            </a:r>
            <a:r>
              <a:rPr kumimoji="0" lang="en-GB" sz="20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about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something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reader-unfriendly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in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terms</a:t>
            </a:r>
            <a:r>
              <a:rPr kumimoji="0" lang="en-GB" sz="20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former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elements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Scope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Sharing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information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only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specific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stakeholders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Authorisation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en-GB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Assign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charge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phases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above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98500" marR="5080" lvl="1" indent="-228600" algn="l" defTabSz="914400" rtl="0" eaLnBrk="1" fontAlgn="auto" latinLnBrk="0" hangingPunct="1">
              <a:lnSpc>
                <a:spcPct val="8000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98500" algn="l"/>
                <a:tab pos="699135" algn="l"/>
              </a:tabLst>
              <a:defRPr/>
            </a:pP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≒ 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Ownership.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should not belong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only a member but multiple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ones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terms of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load balancing and </a:t>
            </a:r>
            <a:r>
              <a:rPr kumimoji="0" lang="en-GB" sz="17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mid-to- </a:t>
            </a:r>
            <a:r>
              <a:rPr kumimoji="0" lang="en-GB" sz="1700" b="0" i="0" u="none" strike="noStrike" kern="1200" cap="none" spc="-3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long</a:t>
            </a:r>
            <a:r>
              <a:rPr kumimoji="0" lang="en-GB" sz="17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term management.</a:t>
            </a:r>
            <a:endParaRPr kumimoji="0" lang="en-GB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1651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sz="2800" b="1" dirty="0">
                <a:latin typeface="Calibri (Headings)"/>
              </a:rPr>
              <a:t>4. Top 5 Required Skills for Corporate Technical Documentation</a:t>
            </a:r>
            <a:endParaRPr lang="en-GB" sz="28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63034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4. Top 5 Required Skills for Corporate Technical Documentation</a:t>
            </a:r>
            <a:endParaRPr lang="en-GB" sz="28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23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D49EE58D-D452-4512-F877-040E586E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secure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quality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most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important </a:t>
            </a:r>
            <a:r>
              <a:rPr kumimoji="0" lang="en-GB" sz="2400" b="0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interface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between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and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readers,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5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skills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required.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Ability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1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to</a:t>
            </a: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Get Readers</a:t>
            </a:r>
            <a:r>
              <a:rPr kumimoji="0" lang="en-GB" sz="2400" b="1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1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Well-Informed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Ability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 </a:t>
            </a:r>
            <a:r>
              <a:rPr kumimoji="0" lang="en-GB" sz="2400" b="1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to</a:t>
            </a:r>
            <a:r>
              <a:rPr kumimoji="0" lang="en-GB" sz="2400" b="1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 </a:t>
            </a:r>
            <a:r>
              <a:rPr kumimoji="0" lang="en-GB" sz="2400" b="1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Collaborate </a:t>
            </a: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with</a:t>
            </a:r>
            <a:r>
              <a:rPr kumimoji="0" lang="en-GB" sz="2400" b="1" i="0" u="heavy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 </a:t>
            </a:r>
            <a:r>
              <a:rPr kumimoji="0" lang="en-GB" sz="2400" b="1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Stakeholders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Ability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 </a:t>
            </a:r>
            <a:r>
              <a:rPr kumimoji="0" lang="en-GB" sz="2400" b="1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to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 </a:t>
            </a: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Solve</a:t>
            </a:r>
            <a:r>
              <a:rPr kumimoji="0" lang="en-GB" sz="2400" b="1" i="0" u="heavy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 </a:t>
            </a:r>
            <a:r>
              <a:rPr kumimoji="0" lang="en-GB" sz="2400" b="1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a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 </a:t>
            </a: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Problem</a:t>
            </a:r>
            <a:r>
              <a:rPr kumimoji="0" lang="en-GB" sz="2400" b="1" i="0" u="heavy" strike="noStrike" kern="120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 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by </a:t>
            </a: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Oneself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Ability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 </a:t>
            </a:r>
            <a:r>
              <a:rPr kumimoji="0" lang="en-GB" sz="2400" b="1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to</a:t>
            </a: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 Manage</a:t>
            </a:r>
            <a:r>
              <a:rPr kumimoji="0" lang="en-GB" sz="2400" b="1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 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Resources</a:t>
            </a:r>
            <a:r>
              <a:rPr kumimoji="0" lang="en-GB" sz="2400" b="1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 </a:t>
            </a:r>
            <a:r>
              <a:rPr kumimoji="0" lang="en-GB" sz="2400" b="1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and</a:t>
            </a:r>
            <a:r>
              <a:rPr kumimoji="0" lang="en-GB" sz="2400" b="1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 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Costs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Ability</a:t>
            </a:r>
            <a:r>
              <a:rPr kumimoji="0" lang="en-GB" sz="2400" b="1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 to</a:t>
            </a: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 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Predict</a:t>
            </a:r>
            <a:r>
              <a:rPr kumimoji="0" lang="en-GB" sz="2400" b="1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 Potential</a:t>
            </a:r>
            <a:r>
              <a:rPr kumimoji="0" lang="en-GB" sz="2400" b="1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 </a:t>
            </a: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Issues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8040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4. Top 5 Required Skills for Corporate Technical Documentation</a:t>
            </a:r>
            <a:endParaRPr lang="en-GB" sz="28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24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D49EE58D-D452-4512-F877-040E586E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just" defTabSz="914400" rtl="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1.</a:t>
            </a:r>
            <a:r>
              <a:rPr kumimoji="0" lang="en-GB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Ability</a:t>
            </a:r>
            <a:r>
              <a:rPr kumimoji="0" lang="en-GB" sz="2800" b="1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Get</a:t>
            </a:r>
            <a:r>
              <a:rPr kumimoji="0" lang="en-GB" sz="28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Readers</a:t>
            </a:r>
            <a:r>
              <a:rPr kumimoji="0" lang="en-GB" sz="28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Well-Informed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06045" lvl="0" indent="0" algn="just" defTabSz="914400" rtl="0" eaLnBrk="1" fontAlgn="auto" latinLnBrk="0" hangingPunct="1">
              <a:lnSpc>
                <a:spcPts val="259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domain knowledge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often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abstract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 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take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loads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pains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into words,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must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described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a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concreate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imaginable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object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readers.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just" defTabSz="914400" rtl="0" eaLnBrk="1" fontAlgn="auto" latinLnBrk="0" hangingPunct="1">
              <a:lnSpc>
                <a:spcPts val="2735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requires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ability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understand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enough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trying</a:t>
            </a:r>
          </a:p>
          <a:p>
            <a:pPr marL="12700" marR="0" lvl="0" indent="0" algn="just" defTabSz="914400" rtl="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verbalise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choose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best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way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explain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it.</a:t>
            </a:r>
          </a:p>
          <a:p>
            <a:pPr marL="12700" marR="679450" lvl="0" indent="0" algn="just" defTabSz="914400" rtl="0" eaLnBrk="1" fontAlgn="auto" latinLnBrk="0" hangingPunct="1">
              <a:lnSpc>
                <a:spcPts val="259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short,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required 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able 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express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something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profound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</a:t>
            </a:r>
            <a:r>
              <a:rPr kumimoji="0" lang="en-GB" sz="2400" b="1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something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scientific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efficient</a:t>
            </a:r>
            <a:r>
              <a:rPr kumimoji="0" lang="en-GB" sz="2400" b="1" i="0" u="none" strike="noStrike" kern="1200" cap="none" spc="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4" action="ppaction://hlinksldjump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impressive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5" action="ppaction://hlinksldjump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possible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7344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4. Top 5 Required Skills for Corporate Technical Documentation</a:t>
            </a:r>
            <a:endParaRPr lang="en-GB" sz="28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25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D49EE58D-D452-4512-F877-040E586E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2.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Ability</a:t>
            </a:r>
            <a:r>
              <a:rPr kumimoji="0" lang="en-GB" sz="2800" b="1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Collaborate</a:t>
            </a:r>
            <a:r>
              <a:rPr kumimoji="0" lang="en-GB" sz="2800" b="1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Stakeholders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quite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crucial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keep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date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based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the </a:t>
            </a:r>
            <a:r>
              <a:rPr kumimoji="0" lang="en-GB" sz="2400" b="0" i="0" u="none" strike="noStrike" kern="1200" cap="none" spc="-5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communications</a:t>
            </a:r>
            <a:r>
              <a:rPr kumimoji="0" lang="en-GB" sz="2400" b="0" i="0" u="heavy" strike="noStrike" kern="120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between 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developers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and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non-developers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473709" lvl="0" indent="0" algn="l" defTabSz="914400" rtl="0" eaLnBrk="1" fontAlgn="auto" latinLnBrk="0" hangingPunct="1">
              <a:lnSpc>
                <a:spcPts val="259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Also,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active communications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has an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fantastic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effect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maintenance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1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improvement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motivation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productivity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among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stakeholders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72720" lvl="0" indent="0" algn="l" defTabSz="914400" rtl="0" eaLnBrk="1" fontAlgn="auto" latinLnBrk="0" hangingPunct="1">
              <a:lnSpc>
                <a:spcPts val="2590"/>
              </a:lnSpc>
              <a:spcBef>
                <a:spcPts val="16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contrary,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poor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occasions of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communication would degrade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quality of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document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brought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poor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engagement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and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creativity.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1445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4. Top 5 Required Skills for Corporate Technical Documentation</a:t>
            </a:r>
            <a:endParaRPr lang="en-GB" sz="28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26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D49EE58D-D452-4512-F877-040E586E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3.</a:t>
            </a:r>
            <a:r>
              <a:rPr kumimoji="0" lang="en-GB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Ability</a:t>
            </a:r>
            <a:r>
              <a:rPr kumimoji="0" lang="en-GB" sz="28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Solve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Problem</a:t>
            </a:r>
            <a:r>
              <a:rPr kumimoji="0" lang="en-GB" sz="28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Oneself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ct val="800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Although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the 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communications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between 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developers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and 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non-developers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highly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important,</a:t>
            </a:r>
            <a:r>
              <a:rPr kumimoji="0" lang="en-GB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developers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basically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required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solve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problem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themselves</a:t>
            </a:r>
            <a:r>
              <a:rPr kumimoji="0" lang="en-GB" sz="24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400" b="1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process</a:t>
            </a:r>
            <a:r>
              <a:rPr kumimoji="0" lang="en-GB" sz="24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4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got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detect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root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cause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show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solution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387985" lvl="0" indent="0" algn="l" defTabSz="914400" rtl="0" eaLnBrk="1" fontAlgn="auto" latinLnBrk="0" hangingPunct="1">
              <a:lnSpc>
                <a:spcPct val="8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more,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independent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competency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enables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them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sure</a:t>
            </a:r>
            <a:r>
              <a:rPr kumimoji="0" lang="en-GB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information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lacking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 should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obtain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via a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specific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communication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path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vice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versa.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94615" lvl="0" indent="0" algn="just" defTabSz="914400" rtl="0" eaLnBrk="1" fontAlgn="auto" latinLnBrk="0" hangingPunct="1">
              <a:lnSpc>
                <a:spcPct val="8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 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fails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make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sense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how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should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understand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required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expertise,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technics,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procedures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communication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put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trying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put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into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 document,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highly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likely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enough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ability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solve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problem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themselves.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3286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4. Top 5 Required Skills for Corporate Technical Documentation</a:t>
            </a:r>
            <a:endParaRPr lang="en-GB" sz="28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27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D49EE58D-D452-4512-F877-040E586E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4.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Ability</a:t>
            </a:r>
            <a:r>
              <a:rPr kumimoji="0" lang="en-GB" sz="28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Manage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Resources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Costs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order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fulfil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the</a:t>
            </a:r>
            <a:r>
              <a:rPr kumimoji="0" lang="en-GB" sz="2400" b="0" i="0" u="heavy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top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6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required</a:t>
            </a:r>
            <a:r>
              <a:rPr kumimoji="0" lang="en-GB" sz="2400" b="0" i="0" u="heavy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factors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for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corporate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technical documentation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also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necessarily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required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accurately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sure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manage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much </a:t>
            </a:r>
            <a:r>
              <a:rPr kumimoji="0" lang="en-GB" sz="2400" b="1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human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physical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resources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needed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create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get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rid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trade-offs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 can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prevent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it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being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completed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178560" lvl="0" indent="0" algn="l" defTabSz="914400" rtl="0" eaLnBrk="1" fontAlgn="auto" latinLnBrk="0" hangingPunct="1">
              <a:lnSpc>
                <a:spcPts val="259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matter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much 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prepared,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definitely face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much </a:t>
            </a:r>
            <a:r>
              <a:rPr kumimoji="0" lang="en-GB" sz="2400" b="1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contingency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find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difficult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originally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planned.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70485" lvl="0" indent="0" algn="just" defTabSz="914400" rtl="0" eaLnBrk="1" fontAlgn="auto" latinLnBrk="0" hangingPunct="1">
              <a:lnSpc>
                <a:spcPct val="901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However,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careful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preparation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meaningless than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quite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helpful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avoid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making the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same 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mistake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analyse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caused the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gaps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between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plan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1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result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11941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sz="3000" b="1" dirty="0">
                <a:latin typeface="Calibri (Headings)"/>
              </a:rPr>
              <a:t>4. Top 5 Required Skills for Corporate Technical Documentation</a:t>
            </a:r>
            <a:endParaRPr lang="en-GB" sz="30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28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D49EE58D-D452-4512-F877-040E586E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5.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Ability</a:t>
            </a:r>
            <a:r>
              <a:rPr kumimoji="0" lang="en-GB" sz="2800" b="1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Predict</a:t>
            </a:r>
            <a:r>
              <a:rPr kumimoji="0" lang="en-GB" sz="28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Potential</a:t>
            </a:r>
            <a:r>
              <a:rPr kumimoji="0" lang="en-GB" sz="2800" b="1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Issues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objects of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time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goes by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because business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always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going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forward,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nothing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snapshot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certain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moment.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735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why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needs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continuous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updates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takes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bunch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human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</a:p>
          <a:p>
            <a:pPr marL="12700" marR="0" lvl="0" indent="0" algn="l" defTabSz="914400" rtl="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physical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costs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reflect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difference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every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time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something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02870" lvl="0" indent="0" algn="just" defTabSz="914400" rtl="0" eaLnBrk="1" fontAlgn="auto" latinLnBrk="0" hangingPunct="1">
              <a:lnSpc>
                <a:spcPts val="259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smart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measure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contain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such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potential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 or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placeholder(e.g., 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TBA/TBD) on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document,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 will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easier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into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documents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once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details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become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crystal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enough.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44477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sz="2700" b="1" dirty="0">
                <a:latin typeface="Calibri (Headings)"/>
              </a:rPr>
              <a:t>5. Top 3 Benefits of Well-Organised Corporate Technical Documentation</a:t>
            </a:r>
            <a:endParaRPr lang="en-GB" sz="27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51649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5. Top 3 Benefits of Well-Organised Corporate Technical Documentation</a:t>
            </a:r>
            <a:endParaRPr lang="en-GB" sz="26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30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81FCEBD-6E62-A03A-71ED-E222D7C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explained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SHOULDs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far,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profits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enjoy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well-organised </a:t>
            </a:r>
            <a:r>
              <a:rPr kumimoji="0" lang="en-GB" sz="2400" b="0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answer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is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benefits.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Growth</a:t>
            </a:r>
            <a:r>
              <a:rPr kumimoji="0" lang="en-GB" sz="2400" b="1" i="0" u="heavy" strike="noStrike" kern="120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1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of</a:t>
            </a:r>
            <a:r>
              <a:rPr kumimoji="0" lang="en-GB" sz="2400" b="1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1" i="0" u="heavy" strike="noStrike" kern="120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Trust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1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in</a:t>
            </a:r>
            <a:r>
              <a:rPr kumimoji="0" lang="en-GB" sz="2400" b="1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1" i="0" u="heavy" strike="noStrike" kern="120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Your</a:t>
            </a:r>
            <a:r>
              <a:rPr kumimoji="0" lang="en-GB" sz="2400" b="1" i="0" u="heavy" strike="noStrike" kern="120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Organisation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Mid-to-Long</a:t>
            </a:r>
            <a:r>
              <a:rPr kumimoji="0" lang="en-GB" sz="2400" b="1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 </a:t>
            </a:r>
            <a:r>
              <a:rPr kumimoji="0" lang="en-GB" sz="2400" b="1" i="0" u="heavy" strike="noStrike" kern="120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Term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 Advancement</a:t>
            </a: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 </a:t>
            </a:r>
            <a:r>
              <a:rPr kumimoji="0" lang="en-GB" sz="2400" b="1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of</a:t>
            </a:r>
            <a:r>
              <a:rPr kumimoji="0" lang="en-GB" sz="2400" b="1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 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Productivity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1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Mid-to-Long</a:t>
            </a:r>
            <a:r>
              <a:rPr kumimoji="0" lang="en-GB" sz="2400" b="1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 </a:t>
            </a:r>
            <a:r>
              <a:rPr kumimoji="0" lang="en-GB" sz="2400" b="1" i="0" u="heavy" strike="noStrike" kern="120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Term</a:t>
            </a:r>
            <a:r>
              <a:rPr kumimoji="0" lang="en-GB" sz="2400" b="1" i="0" u="heavy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 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Cost</a:t>
            </a:r>
            <a:r>
              <a:rPr kumimoji="0" lang="en-GB" sz="2400" b="1" i="0" u="heavy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 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Reduction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76775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5. Top 3 Benefits of Well-Organised Corporate Technical Documentation</a:t>
            </a:r>
            <a:endParaRPr lang="en-GB" sz="26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31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81FCEBD-6E62-A03A-71ED-E222D7C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1.</a:t>
            </a:r>
            <a:r>
              <a:rPr kumimoji="0" lang="en-GB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Growth</a:t>
            </a:r>
            <a:r>
              <a:rPr kumimoji="0" lang="en-GB" sz="26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6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Trust</a:t>
            </a:r>
            <a:r>
              <a:rPr kumimoji="0" lang="en-GB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Your</a:t>
            </a:r>
            <a:r>
              <a:rPr kumimoji="0" lang="en-GB" sz="26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Organisation</a:t>
            </a:r>
            <a:endParaRPr kumimoji="0" lang="en-GB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510"/>
              </a:lnSpc>
              <a:spcBef>
                <a:spcPts val="7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essential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project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integrate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required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information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scientific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5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efficient</a:t>
            </a:r>
            <a:r>
              <a:rPr kumimoji="0" lang="en-GB" sz="2200" b="0" i="0" u="none" strike="noStrike" kern="1200" cap="none" spc="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4" action="ppaction://hlinksldjump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impressive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5" action="ppaction://hlinksldjump"/>
              </a:rPr>
              <a:t> </a:t>
            </a:r>
            <a:r>
              <a:rPr kumimoji="0" lang="en-GB" sz="2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way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order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to</a:t>
            </a:r>
            <a:r>
              <a:rPr kumimoji="0" lang="en-GB" sz="22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handle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onboarding</a:t>
            </a:r>
            <a:r>
              <a:rPr kumimoji="0" lang="en-GB" sz="2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daily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tasks.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16205" lvl="0" indent="0" algn="l" defTabSz="914400" rtl="0" eaLnBrk="1" fontAlgn="auto" latinLnBrk="0" hangingPunct="1">
              <a:lnSpc>
                <a:spcPts val="238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Whether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has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</a:t>
            </a:r>
            <a:r>
              <a:rPr kumimoji="0" lang="en-GB" sz="22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kept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date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makes</a:t>
            </a:r>
            <a:r>
              <a:rPr kumimoji="0" lang="en-GB" sz="22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huge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difference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psychological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burden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would </a:t>
            </a:r>
            <a:r>
              <a:rPr kumimoji="0" lang="en-GB" sz="2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weary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bones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stakeholders.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38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example,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imagine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someone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assigned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project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where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2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idea </a:t>
            </a:r>
            <a:r>
              <a:rPr kumimoji="0" lang="en-GB" sz="2200" b="0" i="0" u="none" strike="noStrike" kern="1200" cap="none" spc="-4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488950" lvl="0" indent="0" algn="l" defTabSz="914400" rtl="0" eaLnBrk="1" fontAlgn="auto" latinLnBrk="0" hangingPunct="1">
              <a:lnSpc>
                <a:spcPts val="2380"/>
              </a:lnSpc>
              <a:spcBef>
                <a:spcPts val="9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is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worse,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their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coworkers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insist on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there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shows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200" b="0" i="0" u="none" strike="noStrike" kern="1200" cap="none" spc="-4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information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would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like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should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done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yourself.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76200" lvl="0" indent="0" algn="l" defTabSz="914400" rtl="0" eaLnBrk="1" fontAlgn="auto" latinLnBrk="0" hangingPunct="1">
              <a:lnSpc>
                <a:spcPts val="2380"/>
              </a:lnSpc>
              <a:spcBef>
                <a:spcPts val="9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reality,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software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engineers</a:t>
            </a:r>
            <a:r>
              <a:rPr kumimoji="0" lang="en-GB" sz="22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likely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undergoing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such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situation,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200" b="0" i="0" u="none" strike="noStrike" kern="1200" cap="none" spc="-4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clearer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than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water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2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taking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pains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terribly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stressed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out.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13892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5. Top 3 Benefits of Well-Organised Corporate Technical Documentation</a:t>
            </a:r>
            <a:endParaRPr lang="en-GB" sz="26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32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81FCEBD-6E62-A03A-71ED-E222D7C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1.</a:t>
            </a:r>
            <a:r>
              <a:rPr kumimoji="0" lang="en-GB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Growth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8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Trust</a:t>
            </a:r>
            <a:r>
              <a:rPr kumimoji="0" lang="en-GB" sz="28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800" b="1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Your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Organisation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contrast,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their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psychological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condition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totally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different</a:t>
            </a:r>
            <a:r>
              <a:rPr kumimoji="0" lang="en-GB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should</a:t>
            </a:r>
            <a:r>
              <a:rPr kumimoji="0" lang="en-GB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required </a:t>
            </a:r>
            <a:r>
              <a:rPr kumimoji="0" lang="en-GB" sz="2400" b="0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information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always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available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 be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sure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 they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fall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back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even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though they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encounter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something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unknown.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735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better,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maintained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vividly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reflects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</a:p>
          <a:p>
            <a:pPr marL="12700" marR="0" lvl="0" indent="0" algn="l" defTabSz="914400" rtl="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organisation</a:t>
            </a:r>
            <a:r>
              <a:rPr kumimoji="0" lang="en-GB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managed.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6510" lvl="0" indent="0" algn="l" defTabSz="914400" rtl="0" eaLnBrk="1" fontAlgn="auto" latinLnBrk="0" hangingPunct="1">
              <a:lnSpc>
                <a:spcPts val="259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means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stakeholders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consciously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unconsciously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evaluate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rely </a:t>
            </a:r>
            <a:r>
              <a:rPr kumimoji="0" lang="en-GB" sz="2400" b="1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organisation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well-organised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basis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0947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5. Top 3 Benefits of Well-Organised Corporate Technical Documentation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33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81FCEBD-6E62-A03A-71ED-E222D7C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76200" marR="0" lvl="0" indent="0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2.</a:t>
            </a:r>
            <a:r>
              <a:rPr kumimoji="0" lang="en-GB" sz="2800" b="1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Mid-to-Long</a:t>
            </a:r>
            <a:r>
              <a:rPr kumimoji="0" lang="en-GB" sz="2800" b="1" i="0" u="none" strike="noStrike" kern="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Term</a:t>
            </a:r>
            <a:r>
              <a:rPr kumimoji="0" lang="en-GB" sz="2800" b="1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Advancement</a:t>
            </a:r>
            <a:r>
              <a:rPr kumimoji="0" lang="en-GB" sz="2800" b="1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Productivity</a:t>
            </a:r>
          </a:p>
          <a:p>
            <a:pPr marL="76200" marR="5080" lvl="0" indent="0" defTabSz="914400" eaLnBrk="1" fontAlgn="auto" latinLnBrk="0" hangingPunct="1">
              <a:lnSpc>
                <a:spcPts val="259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seems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creating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4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costly</a:t>
            </a:r>
            <a:r>
              <a:rPr kumimoji="0" lang="en-GB" sz="24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short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term. </a:t>
            </a:r>
            <a:r>
              <a:rPr kumimoji="0" lang="en-GB" sz="2400" b="0" i="0" u="none" strike="noStrike" kern="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However,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absolutely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return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lang="en-GB" sz="2400" b="1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investment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in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mid-to-ling</a:t>
            </a:r>
            <a:r>
              <a:rPr kumimoji="0" lang="en-GB" sz="2400" b="1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term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 the </a:t>
            </a:r>
            <a:r>
              <a:rPr kumimoji="0" lang="en-GB" sz="2400" b="1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 allows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new comer </a:t>
            </a:r>
            <a:r>
              <a:rPr kumimoji="0" lang="en-GB" sz="24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quick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uptake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proceed </a:t>
            </a:r>
            <a:r>
              <a:rPr kumimoji="0" lang="en-GB" sz="24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advanced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tasks,</a:t>
            </a:r>
            <a:r>
              <a:rPr kumimoji="0" lang="en-GB" sz="2400" b="1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also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helps</a:t>
            </a:r>
            <a:r>
              <a:rPr kumimoji="0" lang="en-GB" sz="2400" b="1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improve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their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motivation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and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productivity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6200" marR="656590" lvl="0" indent="0" defTabSz="914400" eaLnBrk="1" fontAlgn="auto" latinLnBrk="0" hangingPunct="1">
              <a:lnSpc>
                <a:spcPts val="259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the 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sense,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should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your organisation </a:t>
            </a:r>
            <a:r>
              <a:rPr kumimoji="0" lang="en-GB" sz="24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 such a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document,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is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wiser </a:t>
            </a:r>
            <a:r>
              <a:rPr kumimoji="0" lang="en-GB" sz="24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1" i="0" u="none" strike="noStrike" kern="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prepare </a:t>
            </a:r>
            <a:r>
              <a:rPr kumimoji="0" lang="en-GB" sz="24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right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now</a:t>
            </a:r>
            <a:r>
              <a:rPr kumimoji="0" lang="en-GB" sz="24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because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it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very initial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cost</a:t>
            </a:r>
            <a:r>
              <a:rPr kumimoji="0" lang="en-GB" sz="24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4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have</a:t>
            </a:r>
            <a:r>
              <a:rPr kumimoji="0" lang="en-GB" sz="2400" b="1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pay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6200" marR="191135" lvl="0" indent="0" defTabSz="914400" eaLnBrk="1" fontAlgn="auto" latinLnBrk="0" hangingPunct="1">
              <a:lnSpc>
                <a:spcPct val="901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contrary,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someone</a:t>
            </a:r>
            <a:r>
              <a:rPr kumimoji="0" lang="en-GB" sz="24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new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would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keep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strained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onboarding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phase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bring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benefit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your 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organisation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were</a:t>
            </a:r>
            <a:r>
              <a:rPr kumimoji="0" lang="en-GB" sz="24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reluctant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invest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inevitable </a:t>
            </a:r>
            <a:r>
              <a:rPr kumimoji="0" lang="en-GB" sz="2400" b="0" i="0" u="none" strike="noStrike" kern="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cost.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12526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5. Top 3 Benefits of Well-Organised Corporate Technical Documentation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34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81FCEBD-6E62-A03A-71ED-E222D7C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3.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Mid-to-Long</a:t>
            </a:r>
            <a:r>
              <a:rPr kumimoji="0" lang="en-GB" sz="2800" b="1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Term</a:t>
            </a:r>
            <a:r>
              <a:rPr kumimoji="0" lang="en-GB" sz="28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Cost</a:t>
            </a:r>
            <a:r>
              <a:rPr kumimoji="0" lang="en-GB" sz="2800" b="1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Reduction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247015" lvl="0" indent="0" algn="l" defTabSz="914400" rtl="0" eaLnBrk="1" fontAlgn="auto" latinLnBrk="0" hangingPunct="1">
              <a:lnSpc>
                <a:spcPts val="259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Once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writer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created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released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stakeholder,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supposed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keep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referring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it.</a:t>
            </a:r>
          </a:p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plays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role</a:t>
            </a:r>
            <a:r>
              <a:rPr kumimoji="0" lang="en-GB" sz="24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proxy</a:t>
            </a:r>
            <a:r>
              <a:rPr kumimoji="0" lang="en-GB" sz="24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 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keeps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providing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stakeholders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 </a:t>
            </a:r>
            <a:r>
              <a:rPr kumimoji="0" lang="en-GB" sz="2400" b="1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corresponding</a:t>
            </a:r>
            <a:r>
              <a:rPr kumimoji="0" lang="en-GB" sz="24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answer</a:t>
            </a:r>
            <a:r>
              <a:rPr kumimoji="0" lang="en-GB" sz="24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specific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question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idempotences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957580" lvl="0" indent="0" algn="l" defTabSz="914400" rtl="0" eaLnBrk="1" fontAlgn="auto" latinLnBrk="0" hangingPunct="1">
              <a:lnSpc>
                <a:spcPts val="259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a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result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 costs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needed</a:t>
            </a:r>
            <a:r>
              <a:rPr kumimoji="0" lang="en-GB" sz="24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redundant</a:t>
            </a:r>
            <a:r>
              <a:rPr kumimoji="0" lang="en-GB" sz="24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query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heavy </a:t>
            </a:r>
            <a:r>
              <a:rPr kumimoji="0" lang="en-GB" sz="2400" b="1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dependency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specific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exterminated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66370" lvl="0" indent="0" algn="l" defTabSz="914400" rtl="0" eaLnBrk="1" fontAlgn="auto" latinLnBrk="0" hangingPunct="1">
              <a:lnSpc>
                <a:spcPct val="900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sense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as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well,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wiser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prepare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right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now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should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your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organisation </a:t>
            </a:r>
            <a:r>
              <a:rPr kumimoji="0" lang="en-GB" sz="2400" b="0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 such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document, because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carries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huge profit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your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organisation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the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mid-to-long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term.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81656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6. Top 5 Inevitable Trade-Offs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76899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6. Top 5 Inevitable Trade-Offs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36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81FCEBD-6E62-A03A-71ED-E222D7C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explained</a:t>
            </a:r>
            <a:r>
              <a:rPr kumimoji="0" lang="en-GB" sz="20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Science</a:t>
            </a:r>
            <a:r>
              <a:rPr kumimoji="0" lang="en-GB" sz="20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0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0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0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</a:t>
            </a:r>
            <a:r>
              <a:rPr kumimoji="0" lang="en-GB" sz="2000" b="0" i="1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Software</a:t>
            </a:r>
            <a:r>
              <a:rPr kumimoji="0" lang="en-GB" sz="20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Engineers</a:t>
            </a:r>
            <a:r>
              <a:rPr kumimoji="0" lang="en-GB" sz="20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-Theories-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However,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shared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far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just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sheer idealism,</a:t>
            </a:r>
            <a:r>
              <a:rPr kumimoji="0" lang="en-GB" sz="20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were.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2411730" lvl="0" indent="0" algn="l" defTabSz="914400" rtl="0" eaLnBrk="1" fontAlgn="auto" latinLnBrk="0" hangingPunct="1">
              <a:lnSpc>
                <a:spcPct val="1115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Sadly,</a:t>
            </a:r>
            <a:r>
              <a:rPr kumimoji="0" lang="en-GB" sz="20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there</a:t>
            </a:r>
            <a:r>
              <a:rPr kumimoji="0" lang="en-GB" sz="20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0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</a:t>
            </a:r>
            <a:r>
              <a:rPr kumimoji="0" lang="en-GB" sz="20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blockers</a:t>
            </a:r>
            <a:r>
              <a:rPr kumimoji="0" lang="en-GB" sz="20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</a:t>
            </a:r>
            <a:r>
              <a:rPr kumimoji="0" lang="en-GB" sz="20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hinder</a:t>
            </a:r>
            <a:r>
              <a:rPr kumimoji="0" lang="en-GB" sz="20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</a:t>
            </a:r>
            <a:r>
              <a:rPr kumimoji="0" lang="en-GB" sz="20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0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realising</a:t>
            </a:r>
            <a:r>
              <a:rPr kumimoji="0" lang="en-GB" sz="20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it. 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has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5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trade-offs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least.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283210" algn="l"/>
              </a:tabLst>
              <a:defRPr/>
            </a:pPr>
            <a:r>
              <a:rPr kumimoji="0" lang="en-GB" sz="2000" b="1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Cynical</a:t>
            </a:r>
            <a:r>
              <a:rPr kumimoji="0" lang="en-GB" sz="2000" b="1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000" b="1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Recursive</a:t>
            </a:r>
            <a:r>
              <a:rPr kumimoji="0" lang="en-GB" sz="2000" b="1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000" b="1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Dependency</a:t>
            </a:r>
            <a:r>
              <a:rPr kumimoji="0" lang="en-GB" sz="2000" b="1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000" b="1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of </a:t>
            </a:r>
            <a:r>
              <a:rPr kumimoji="0" lang="en-GB" sz="2000" b="1" i="0" u="sng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Work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283210" algn="l"/>
              </a:tabLst>
              <a:defRPr/>
            </a:pPr>
            <a:r>
              <a:rPr kumimoji="0" lang="en-GB" sz="2000" b="1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Agreements</a:t>
            </a:r>
            <a:r>
              <a:rPr kumimoji="0" lang="en-GB" sz="2000" b="1" i="0" u="sng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 </a:t>
            </a:r>
            <a:r>
              <a:rPr kumimoji="0" lang="en-GB" sz="2000" b="1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to</a:t>
            </a:r>
            <a:r>
              <a:rPr kumimoji="0" lang="en-GB" sz="2000" b="1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 </a:t>
            </a:r>
            <a:r>
              <a:rPr kumimoji="0" lang="en-GB" sz="2000" b="1" i="0" u="sng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Make</a:t>
            </a:r>
            <a:r>
              <a:rPr kumimoji="0" lang="en-GB" sz="2000" b="1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 with</a:t>
            </a:r>
            <a:r>
              <a:rPr kumimoji="0" lang="en-GB" sz="2000" b="1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 </a:t>
            </a:r>
            <a:r>
              <a:rPr kumimoji="0" lang="en-GB" sz="2000" b="1" i="0" u="sng" strike="noStrike" kern="120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Team</a:t>
            </a:r>
            <a:r>
              <a:rPr kumimoji="0" lang="en-GB" sz="2000" b="1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 </a:t>
            </a:r>
            <a:r>
              <a:rPr kumimoji="0" lang="en-GB" sz="2000" b="1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Members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l" defTabSz="914400" rtl="0" eaLnBrk="1" fontAlgn="auto" latinLnBrk="0" hangingPunct="1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283210" algn="l"/>
              </a:tabLst>
              <a:defRPr/>
            </a:pPr>
            <a:r>
              <a:rPr kumimoji="0" lang="en-GB" sz="2000" b="1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The</a:t>
            </a:r>
            <a:r>
              <a:rPr kumimoji="0" lang="en-GB" sz="2000" b="1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</a:t>
            </a:r>
            <a:r>
              <a:rPr kumimoji="0" lang="en-GB" sz="2000" b="1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More Stakeholders,</a:t>
            </a:r>
            <a:r>
              <a:rPr kumimoji="0" lang="en-GB" sz="2000" b="1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The</a:t>
            </a:r>
            <a:r>
              <a:rPr kumimoji="0" lang="en-GB" sz="2000" b="1" i="0" u="sng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</a:t>
            </a:r>
            <a:r>
              <a:rPr kumimoji="0" lang="en-GB" sz="2000" b="1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Less</a:t>
            </a:r>
            <a:r>
              <a:rPr kumimoji="0" lang="en-GB" sz="2000" b="1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Quality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l" defTabSz="914400" rtl="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283210" algn="l"/>
              </a:tabLst>
              <a:defRPr/>
            </a:pPr>
            <a:r>
              <a:rPr kumimoji="0" lang="en-GB" sz="2000" b="1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/>
              </a:rPr>
              <a:t>Responsibility</a:t>
            </a:r>
            <a:r>
              <a:rPr kumimoji="0" lang="en-GB" sz="2000" b="1" i="0" u="sng" strike="noStrike" kern="120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/>
              </a:rPr>
              <a:t> </a:t>
            </a:r>
            <a:r>
              <a:rPr kumimoji="0" lang="en-GB" sz="2000" b="1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/>
              </a:rPr>
              <a:t>of</a:t>
            </a:r>
            <a:r>
              <a:rPr kumimoji="0" lang="en-GB" sz="2000" b="1" i="0" u="sng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/>
              </a:rPr>
              <a:t> </a:t>
            </a:r>
            <a:r>
              <a:rPr kumimoji="0" lang="en-GB" sz="2000" b="1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/>
              </a:rPr>
              <a:t>Continuous</a:t>
            </a:r>
            <a:r>
              <a:rPr kumimoji="0" lang="en-GB" sz="2000" b="1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/>
              </a:rPr>
              <a:t> </a:t>
            </a:r>
            <a:r>
              <a:rPr kumimoji="0" lang="en-GB" sz="2000" b="1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/>
              </a:rPr>
              <a:t>Maintenance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l" defTabSz="914400" rtl="0" eaLnBrk="1" fontAlgn="auto" latinLnBrk="0" hangingPunct="1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283210" algn="l"/>
              </a:tabLst>
              <a:defRPr/>
            </a:pPr>
            <a:r>
              <a:rPr kumimoji="0" lang="en-GB" sz="2000" b="1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Difficulty</a:t>
            </a:r>
            <a:r>
              <a:rPr kumimoji="0" lang="en-GB" sz="2000" b="1" i="0" u="sng" strike="noStrike" kern="120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 </a:t>
            </a:r>
            <a:r>
              <a:rPr kumimoji="0" lang="en-GB" sz="2000" b="1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in</a:t>
            </a:r>
            <a:r>
              <a:rPr kumimoji="0" lang="en-GB" sz="2000" b="1" i="0" u="sng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 </a:t>
            </a:r>
            <a:r>
              <a:rPr kumimoji="0" lang="en-GB" sz="2000" b="1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Find</a:t>
            </a:r>
            <a:r>
              <a:rPr kumimoji="0" lang="en-GB" sz="2000" b="1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 </a:t>
            </a:r>
            <a:r>
              <a:rPr kumimoji="0" lang="en-GB" sz="2000" b="1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Out</a:t>
            </a:r>
            <a:r>
              <a:rPr kumimoji="0" lang="en-GB" sz="2000" b="1" i="0" u="sng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 </a:t>
            </a:r>
            <a:r>
              <a:rPr kumimoji="0" lang="en-GB" sz="2000" b="1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the</a:t>
            </a:r>
            <a:r>
              <a:rPr kumimoji="0" lang="en-GB" sz="2000" b="1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 </a:t>
            </a:r>
            <a:r>
              <a:rPr kumimoji="0" lang="en-GB" sz="2000" b="1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Upper</a:t>
            </a:r>
            <a:r>
              <a:rPr kumimoji="0" lang="en-GB" sz="2000" b="1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 </a:t>
            </a:r>
            <a:r>
              <a:rPr kumimoji="0" lang="en-GB" sz="2000" b="1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Limit</a:t>
            </a:r>
            <a:r>
              <a:rPr kumimoji="0" lang="en-GB" sz="2000" b="1" i="0" u="sng" strike="noStrike" kern="120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 </a:t>
            </a:r>
            <a:r>
              <a:rPr kumimoji="0" lang="en-GB" sz="2000" b="1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of</a:t>
            </a:r>
            <a:r>
              <a:rPr kumimoji="0" lang="en-GB" sz="2000" b="1" i="0" u="sng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 </a:t>
            </a:r>
            <a:r>
              <a:rPr kumimoji="0" lang="en-GB" sz="2000" b="1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Investment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240029" lvl="0" indent="0" algn="l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should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handle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trade-offs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above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supposed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discussed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next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deck,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Science</a:t>
            </a:r>
            <a:r>
              <a:rPr kumimoji="0" lang="en-GB" sz="2000" b="0" i="1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 </a:t>
            </a:r>
            <a:r>
              <a:rPr kumimoji="0" lang="en-GB" sz="2000" b="0" i="1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of </a:t>
            </a:r>
            <a:r>
              <a:rPr kumimoji="0" lang="en-GB" sz="2000" b="0" i="1" u="none" strike="noStrike" kern="1200" cap="none" spc="-434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sng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Technical</a:t>
            </a:r>
            <a:r>
              <a:rPr kumimoji="0" lang="en-GB" sz="2000" b="0" i="1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 </a:t>
            </a:r>
            <a:r>
              <a:rPr kumimoji="0" lang="en-GB" sz="2000" b="0" i="1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Documentation</a:t>
            </a:r>
            <a:r>
              <a:rPr kumimoji="0" lang="en-GB" sz="2000" b="0" i="1" u="sng" strike="noStrike" kern="120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 </a:t>
            </a:r>
            <a:r>
              <a:rPr kumimoji="0" lang="en-GB" sz="2000" b="0" i="1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for </a:t>
            </a:r>
            <a:r>
              <a:rPr kumimoji="0" lang="en-GB" sz="2000" b="0" i="1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Software</a:t>
            </a:r>
            <a:r>
              <a:rPr kumimoji="0" lang="en-GB" sz="2000" b="0" i="1" u="sng" strike="noStrike" kern="120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 </a:t>
            </a:r>
            <a:r>
              <a:rPr kumimoji="0" lang="en-GB" sz="2000" b="0" i="1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Engineers</a:t>
            </a:r>
            <a:r>
              <a:rPr kumimoji="0" lang="en-GB" sz="2000" b="0" i="1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 </a:t>
            </a:r>
            <a:r>
              <a:rPr kumimoji="0" lang="en-GB" sz="2000" b="0" i="1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-Practices-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51574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7.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87880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7.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38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2490B7A-6E18-A5F8-262B-EABFCBE9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82575" marR="0" lvl="0" indent="-270510" algn="l" defTabSz="914400" rtl="0" eaLnBrk="1" fontAlgn="auto" latinLnBrk="0" hangingPunct="1">
              <a:lnSpc>
                <a:spcPts val="2245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283210" algn="l"/>
              </a:tabLst>
              <a:defRPr/>
            </a:pPr>
            <a:r>
              <a:rPr kumimoji="0" lang="en-GB" sz="1900" b="1" i="0" u="sng" strike="noStrike" kern="120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Top</a:t>
            </a:r>
            <a:r>
              <a:rPr kumimoji="0" lang="en-GB" sz="1900" b="1" i="0" u="sng" strike="noStrike" kern="1200" cap="none" spc="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1900" b="1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6</a:t>
            </a:r>
            <a:r>
              <a:rPr kumimoji="0" lang="en-GB" sz="1900" b="1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1900" b="1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Required</a:t>
            </a:r>
            <a:r>
              <a:rPr kumimoji="0" lang="en-GB" sz="1900" b="1" i="0" u="sng" strike="noStrike" kern="1200" cap="none" spc="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1900" b="1" i="0" u="sng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Factors</a:t>
            </a:r>
            <a:r>
              <a:rPr kumimoji="0" lang="en-GB" sz="1900" b="1" i="0" u="sng" strike="noStrike" kern="1200" cap="none" spc="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1900" b="1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for</a:t>
            </a:r>
            <a:r>
              <a:rPr kumimoji="0" lang="en-GB" sz="1900" b="1" i="0" u="sng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1900" b="1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Corporate</a:t>
            </a:r>
            <a:r>
              <a:rPr kumimoji="0" lang="en-GB" sz="1900" b="1" i="0" u="sng" strike="noStrike" kern="1200" cap="none" spc="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1900" b="1" i="0" u="sng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Technical</a:t>
            </a:r>
            <a:r>
              <a:rPr kumimoji="0" lang="en-GB" sz="1900" b="1" i="0" u="sng" strike="noStrike" kern="1200" cap="none" spc="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1900" b="1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Documentation</a:t>
            </a:r>
            <a:endParaRPr kumimoji="0" lang="en-GB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9615" algn="l"/>
              </a:tabLst>
              <a:defRPr/>
            </a:pPr>
            <a:r>
              <a:rPr kumimoji="0" lang="en-GB" sz="1600" b="0" i="0" u="sng" strike="noStrike" kern="1200" cap="none" spc="-1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T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o</a:t>
            </a:r>
            <a:r>
              <a:rPr kumimoji="0" lang="en-GB" sz="1600" b="0" i="0" u="sng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 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Be</a:t>
            </a:r>
            <a:r>
              <a:rPr kumimoji="0" lang="en-GB" sz="1600" b="0" i="0" u="sng" strike="noStrike" kern="1200" cap="none" spc="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Scie</a:t>
            </a:r>
            <a:r>
              <a:rPr kumimoji="0" lang="en-GB" sz="1600" b="0" i="0" u="sng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n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 action="ppaction://hlinksldjump"/>
              </a:rPr>
              <a:t>tific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9615" algn="l"/>
              </a:tabLst>
              <a:defRPr/>
            </a:pPr>
            <a:r>
              <a:rPr kumimoji="0" lang="en-GB" sz="1600" b="0" i="0" u="sng" strike="noStrike" kern="1200" cap="none" spc="-1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T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o</a:t>
            </a:r>
            <a:r>
              <a:rPr kumimoji="0" lang="en-GB" sz="16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B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e</a:t>
            </a:r>
            <a:r>
              <a:rPr kumimoji="0" lang="en-GB" sz="1600" b="0" i="0" u="sng" strike="noStrike" kern="1200" cap="none" spc="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 </a:t>
            </a:r>
            <a:r>
              <a:rPr kumimoji="0" lang="en-GB" sz="1600" b="0" i="0" u="sng" strike="noStrike" kern="120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E</a:t>
            </a:r>
            <a:r>
              <a:rPr kumimoji="0" lang="en-GB" sz="1600" b="0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f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f</a:t>
            </a:r>
            <a:r>
              <a:rPr kumimoji="0" lang="en-GB" sz="16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i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cie</a:t>
            </a:r>
            <a:r>
              <a:rPr kumimoji="0" lang="en-GB" sz="1600" b="0" i="0" u="sng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n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 action="ppaction://hlinksldjump"/>
              </a:rPr>
              <a:t>t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9615" algn="l"/>
              </a:tabLst>
              <a:defRPr/>
            </a:pPr>
            <a:r>
              <a:rPr kumimoji="0" lang="en-GB" sz="1600" b="0" i="0" u="sng" strike="noStrike" kern="120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To</a:t>
            </a:r>
            <a:r>
              <a:rPr kumimoji="0" lang="en-GB" sz="1600" b="0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 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Be</a:t>
            </a:r>
            <a:r>
              <a:rPr kumimoji="0" lang="en-GB" sz="16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 action="ppaction://hlinksldjump"/>
              </a:rPr>
              <a:t>Impressive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9615" algn="l"/>
              </a:tabLst>
              <a:defRPr/>
            </a:pPr>
            <a:r>
              <a:rPr kumimoji="0" lang="en-GB" sz="1600" b="0" i="0" u="sng" strike="noStrike" kern="120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To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 </a:t>
            </a:r>
            <a:r>
              <a:rPr kumimoji="0" lang="en-GB" sz="16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Clarify</a:t>
            </a:r>
            <a:r>
              <a:rPr kumimoji="0" lang="en-GB" sz="1600" b="0" i="0" u="sng" strike="noStrike" kern="120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 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Who</a:t>
            </a:r>
            <a:r>
              <a:rPr kumimoji="0" lang="en-GB" sz="1600" b="0" i="0" u="sng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 </a:t>
            </a:r>
            <a:r>
              <a:rPr kumimoji="0" lang="en-GB" sz="1600" b="0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Readers</a:t>
            </a:r>
            <a:r>
              <a:rPr kumimoji="0" lang="en-GB" sz="1600" b="0" i="0" u="sng" strike="noStrike" kern="1200" cap="none" spc="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 </a:t>
            </a:r>
            <a:r>
              <a:rPr kumimoji="0" lang="en-GB" sz="1600" b="0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 action="ppaction://hlinksldjump"/>
              </a:rPr>
              <a:t>Are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9615" algn="l"/>
              </a:tabLst>
              <a:defRPr/>
            </a:pPr>
            <a:r>
              <a:rPr kumimoji="0" lang="en-GB" sz="1600" b="0" i="0" u="sng" strike="noStrike" kern="120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8" action="ppaction://hlinksldjump"/>
              </a:rPr>
              <a:t>To</a:t>
            </a:r>
            <a:r>
              <a:rPr kumimoji="0" lang="en-GB" sz="1600" b="0" i="0" u="sng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8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8" action="ppaction://hlinksldjump"/>
              </a:rPr>
              <a:t>Communicate</a:t>
            </a:r>
            <a:r>
              <a:rPr kumimoji="0" lang="en-GB" sz="1600" b="0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8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8" action="ppaction://hlinksldjump"/>
              </a:rPr>
              <a:t>between</a:t>
            </a:r>
            <a:r>
              <a:rPr kumimoji="0" lang="en-GB" sz="1600" b="0" i="0" u="sng" strike="noStrike" kern="1200" cap="none" spc="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8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8" action="ppaction://hlinksldjump"/>
              </a:rPr>
              <a:t>Developers</a:t>
            </a:r>
            <a:r>
              <a:rPr kumimoji="0" lang="en-GB" sz="1600" b="0" i="0" u="sng" strike="noStrike" kern="1200" cap="none" spc="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8" action="ppaction://hlinksldjump"/>
              </a:rPr>
              <a:t> 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8" action="ppaction://hlinksldjump"/>
              </a:rPr>
              <a:t>and</a:t>
            </a:r>
            <a:r>
              <a:rPr kumimoji="0" lang="en-GB" sz="16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8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8" action="ppaction://hlinksldjump"/>
              </a:rPr>
              <a:t>Non-Developers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9615" algn="l"/>
              </a:tabLst>
              <a:defRPr/>
            </a:pPr>
            <a:r>
              <a:rPr kumimoji="0" lang="en-GB" sz="1600" b="0" i="0" u="sng" strike="noStrike" kern="120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9" action="ppaction://hlinksldjump"/>
              </a:rPr>
              <a:t>To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9" action="ppaction://hlinksldjump"/>
              </a:rPr>
              <a:t> 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9" action="ppaction://hlinksldjump"/>
              </a:rPr>
              <a:t>Design</a:t>
            </a:r>
            <a:r>
              <a:rPr kumimoji="0" lang="en-GB" sz="1600" b="0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9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9" action="ppaction://hlinksldjump"/>
              </a:rPr>
              <a:t>Appropriate </a:t>
            </a:r>
            <a:r>
              <a:rPr kumimoji="0" lang="en-GB" sz="1600" b="0" i="0" u="sng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9" action="ppaction://hlinksldjump"/>
              </a:rPr>
              <a:t>Workflows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l" defTabSz="914400" rtl="0" eaLnBrk="1" fontAlgn="auto" latinLnBrk="0" hangingPunct="1">
              <a:lnSpc>
                <a:spcPts val="2245"/>
              </a:lnSpc>
              <a:spcBef>
                <a:spcPts val="31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283210" algn="l"/>
              </a:tabLst>
              <a:defRPr/>
            </a:pPr>
            <a:r>
              <a:rPr kumimoji="0" lang="en-GB" sz="1900" b="1" i="0" u="sng" strike="noStrike" kern="120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0" action="ppaction://hlinksldjump"/>
              </a:rPr>
              <a:t>Top</a:t>
            </a:r>
            <a:r>
              <a:rPr kumimoji="0" lang="en-GB" sz="1900" b="1" i="0" u="sng" strike="noStrike" kern="1200" cap="none" spc="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0" action="ppaction://hlinksldjump"/>
              </a:rPr>
              <a:t> </a:t>
            </a:r>
            <a:r>
              <a:rPr kumimoji="0" lang="en-GB" sz="1900" b="1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0" action="ppaction://hlinksldjump"/>
              </a:rPr>
              <a:t>5</a:t>
            </a:r>
            <a:r>
              <a:rPr kumimoji="0" lang="en-GB" sz="1900" b="1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0" action="ppaction://hlinksldjump"/>
              </a:rPr>
              <a:t> Required</a:t>
            </a:r>
            <a:r>
              <a:rPr kumimoji="0" lang="en-GB" sz="1900" b="1" i="0" u="sng" strike="noStrike" kern="1200" cap="none" spc="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0" action="ppaction://hlinksldjump"/>
              </a:rPr>
              <a:t> </a:t>
            </a:r>
            <a:r>
              <a:rPr kumimoji="0" lang="en-GB" sz="1900" b="1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0" action="ppaction://hlinksldjump"/>
              </a:rPr>
              <a:t>Skills</a:t>
            </a:r>
            <a:r>
              <a:rPr kumimoji="0" lang="en-GB" sz="1900" b="1" i="0" u="sng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0" action="ppaction://hlinksldjump"/>
              </a:rPr>
              <a:t> </a:t>
            </a:r>
            <a:r>
              <a:rPr kumimoji="0" lang="en-GB" sz="1900" b="1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0" action="ppaction://hlinksldjump"/>
              </a:rPr>
              <a:t>for</a:t>
            </a:r>
            <a:r>
              <a:rPr kumimoji="0" lang="en-GB" sz="1900" b="1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0" action="ppaction://hlinksldjump"/>
              </a:rPr>
              <a:t> </a:t>
            </a:r>
            <a:r>
              <a:rPr kumimoji="0" lang="en-GB" sz="1900" b="1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0" action="ppaction://hlinksldjump"/>
              </a:rPr>
              <a:t>Corporate</a:t>
            </a:r>
            <a:r>
              <a:rPr kumimoji="0" lang="en-GB" sz="1900" b="1" i="0" u="sng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0" action="ppaction://hlinksldjump"/>
              </a:rPr>
              <a:t> </a:t>
            </a:r>
            <a:r>
              <a:rPr kumimoji="0" lang="en-GB" sz="1900" b="1" i="0" u="sng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0" action="ppaction://hlinksldjump"/>
              </a:rPr>
              <a:t>Technical</a:t>
            </a:r>
            <a:r>
              <a:rPr kumimoji="0" lang="en-GB" sz="1900" b="1" i="0" u="sng" strike="noStrike" kern="1200" cap="none" spc="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0" action="ppaction://hlinksldjump"/>
              </a:rPr>
              <a:t> </a:t>
            </a:r>
            <a:r>
              <a:rPr kumimoji="0" lang="en-GB" sz="1900" b="1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0" action="ppaction://hlinksldjump"/>
              </a:rPr>
              <a:t>Documentation</a:t>
            </a:r>
            <a:endParaRPr kumimoji="0" lang="en-GB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9615" algn="l"/>
              </a:tabLst>
              <a:defRPr/>
            </a:pP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1" action="ppaction://hlinksldjump"/>
              </a:rPr>
              <a:t>Ability</a:t>
            </a:r>
            <a:r>
              <a:rPr kumimoji="0" lang="en-GB" sz="1600" b="0" i="0" u="sng" strike="noStrike" kern="120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1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1" action="ppaction://hlinksldjump"/>
              </a:rPr>
              <a:t>to</a:t>
            </a:r>
            <a:r>
              <a:rPr kumimoji="0" lang="en-GB" sz="16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1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1" action="ppaction://hlinksldjump"/>
              </a:rPr>
              <a:t>Get</a:t>
            </a:r>
            <a:r>
              <a:rPr kumimoji="0" lang="en-GB" sz="1600" b="0" i="0" u="sng" strike="noStrike" kern="1200" cap="none" spc="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1" action="ppaction://hlinksldjump"/>
              </a:rPr>
              <a:t> </a:t>
            </a:r>
            <a:r>
              <a:rPr kumimoji="0" lang="en-GB" sz="1600" b="0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1" action="ppaction://hlinksldjump"/>
              </a:rPr>
              <a:t>Readers</a:t>
            </a:r>
            <a:r>
              <a:rPr kumimoji="0" lang="en-GB" sz="1600" b="0" i="0" u="sng" strike="noStrike" kern="1200" cap="none" spc="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1" action="ppaction://hlinksldjump"/>
              </a:rPr>
              <a:t> </a:t>
            </a:r>
            <a:r>
              <a:rPr kumimoji="0" lang="en-GB" sz="1600" b="0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1" action="ppaction://hlinksldjump"/>
              </a:rPr>
              <a:t>Well-Informed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9615" algn="l"/>
              </a:tabLst>
              <a:defRPr/>
            </a:pP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2" action="ppaction://hlinksldjump"/>
              </a:rPr>
              <a:t>Ability</a:t>
            </a:r>
            <a:r>
              <a:rPr kumimoji="0" lang="en-GB" sz="1600" b="0" i="0" u="sng" strike="noStrike" kern="120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2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2" action="ppaction://hlinksldjump"/>
              </a:rPr>
              <a:t>to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2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2" action="ppaction://hlinksldjump"/>
              </a:rPr>
              <a:t>Collaborate</a:t>
            </a:r>
            <a:r>
              <a:rPr kumimoji="0" lang="en-GB" sz="16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2" action="ppaction://hlinksldjump"/>
              </a:rPr>
              <a:t> 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2" action="ppaction://hlinksldjump"/>
              </a:rPr>
              <a:t>with</a:t>
            </a:r>
            <a:r>
              <a:rPr kumimoji="0" lang="en-GB" sz="16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2" action="ppaction://hlinksldjump"/>
              </a:rPr>
              <a:t> </a:t>
            </a:r>
            <a:r>
              <a:rPr kumimoji="0" lang="en-GB" sz="1600" b="0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2" action="ppaction://hlinksldjump"/>
              </a:rPr>
              <a:t>Stakeholders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9615" algn="l"/>
              </a:tabLst>
              <a:defRPr/>
            </a:pP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3" action="ppaction://hlinksldjump"/>
              </a:rPr>
              <a:t>Ability</a:t>
            </a:r>
            <a:r>
              <a:rPr kumimoji="0" lang="en-GB" sz="1600" b="0" i="0" u="sng" strike="noStrike" kern="120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3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3" action="ppaction://hlinksldjump"/>
              </a:rPr>
              <a:t>to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3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3" action="ppaction://hlinksldjump"/>
              </a:rPr>
              <a:t>Solve</a:t>
            </a:r>
            <a:r>
              <a:rPr kumimoji="0" lang="en-GB" sz="1600" b="0" i="0" u="sng" strike="noStrike" kern="1200" cap="none" spc="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3" action="ppaction://hlinksldjump"/>
              </a:rPr>
              <a:t> 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3" action="ppaction://hlinksldjump"/>
              </a:rPr>
              <a:t>a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3" action="ppaction://hlinksldjump"/>
              </a:rPr>
              <a:t>Problem</a:t>
            </a:r>
            <a:r>
              <a:rPr kumimoji="0" lang="en-GB" sz="16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3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3" action="ppaction://hlinksldjump"/>
              </a:rPr>
              <a:t>by</a:t>
            </a:r>
            <a:r>
              <a:rPr kumimoji="0" lang="en-GB" sz="1600" b="0" i="0" u="sng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3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3" action="ppaction://hlinksldjump"/>
              </a:rPr>
              <a:t>Oneself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9615" algn="l"/>
              </a:tabLst>
              <a:defRPr/>
            </a:pP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4" action="ppaction://hlinksldjump"/>
              </a:rPr>
              <a:t>Ability</a:t>
            </a:r>
            <a:r>
              <a:rPr kumimoji="0" lang="en-GB" sz="1600" b="0" i="0" u="sng" strike="noStrike" kern="120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4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4" action="ppaction://hlinksldjump"/>
              </a:rPr>
              <a:t>to 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4" action="ppaction://hlinksldjump"/>
              </a:rPr>
              <a:t>Manage</a:t>
            </a:r>
            <a:r>
              <a:rPr kumimoji="0" lang="en-GB" sz="1600" b="0" i="0" u="sng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4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4" action="ppaction://hlinksldjump"/>
              </a:rPr>
              <a:t>Resources</a:t>
            </a:r>
            <a:r>
              <a:rPr kumimoji="0" lang="en-GB" sz="1600" b="0" i="0" u="sng" strike="noStrike" kern="1200" cap="none" spc="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4" action="ppaction://hlinksldjump"/>
              </a:rPr>
              <a:t> 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4" action="ppaction://hlinksldjump"/>
              </a:rPr>
              <a:t>and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4" action="ppaction://hlinksldjump"/>
              </a:rPr>
              <a:t> Costs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9615" algn="l"/>
              </a:tabLst>
              <a:defRPr/>
            </a:pP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5" action="ppaction://hlinksldjump"/>
              </a:rPr>
              <a:t>Ability</a:t>
            </a:r>
            <a:r>
              <a:rPr kumimoji="0" lang="en-GB" sz="1600" b="0" i="0" u="sng" strike="noStrike" kern="120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5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5" action="ppaction://hlinksldjump"/>
              </a:rPr>
              <a:t>to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5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5" action="ppaction://hlinksldjump"/>
              </a:rPr>
              <a:t>Predict</a:t>
            </a:r>
            <a:r>
              <a:rPr kumimoji="0" lang="en-GB" sz="1600" b="0" i="0" u="sng" strike="noStrike" kern="1200" cap="none" spc="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5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5" action="ppaction://hlinksldjump"/>
              </a:rPr>
              <a:t>Potential Issues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l" defTabSz="914400" rtl="0" eaLnBrk="1" fontAlgn="auto" latinLnBrk="0" hangingPunct="1">
              <a:lnSpc>
                <a:spcPts val="2245"/>
              </a:lnSpc>
              <a:spcBef>
                <a:spcPts val="31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283210" algn="l"/>
              </a:tabLst>
              <a:defRPr/>
            </a:pPr>
            <a:r>
              <a:rPr kumimoji="0" lang="en-GB" sz="1900" b="1" i="0" u="sng" strike="noStrike" kern="120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6" action="ppaction://hlinksldjump"/>
              </a:rPr>
              <a:t>Top</a:t>
            </a:r>
            <a:r>
              <a:rPr kumimoji="0" lang="en-GB" sz="1900" b="1" i="0" u="sng" strike="noStrike" kern="1200" cap="none" spc="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6" action="ppaction://hlinksldjump"/>
              </a:rPr>
              <a:t> </a:t>
            </a:r>
            <a:r>
              <a:rPr kumimoji="0" lang="en-GB" sz="1900" b="1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6" action="ppaction://hlinksldjump"/>
              </a:rPr>
              <a:t>3 Benefits</a:t>
            </a:r>
            <a:r>
              <a:rPr kumimoji="0" lang="en-GB" sz="1900" b="1" i="0" u="sng" strike="noStrike" kern="1200" cap="none" spc="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6" action="ppaction://hlinksldjump"/>
              </a:rPr>
              <a:t> </a:t>
            </a:r>
            <a:r>
              <a:rPr kumimoji="0" lang="en-GB" sz="1900" b="1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6" action="ppaction://hlinksldjump"/>
              </a:rPr>
              <a:t>of</a:t>
            </a:r>
            <a:r>
              <a:rPr kumimoji="0" lang="en-GB" sz="1900" b="1" i="0" u="sng" strike="noStrike" kern="1200" cap="none" spc="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6" action="ppaction://hlinksldjump"/>
              </a:rPr>
              <a:t> </a:t>
            </a:r>
            <a:r>
              <a:rPr kumimoji="0" lang="en-GB" sz="1900" b="1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6" action="ppaction://hlinksldjump"/>
              </a:rPr>
              <a:t>Well-Organised</a:t>
            </a:r>
            <a:r>
              <a:rPr kumimoji="0" lang="en-GB" sz="1900" b="1" i="0" u="sng" strike="noStrike" kern="1200" cap="none" spc="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6" action="ppaction://hlinksldjump"/>
              </a:rPr>
              <a:t> </a:t>
            </a:r>
            <a:r>
              <a:rPr kumimoji="0" lang="en-GB" sz="1900" b="1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6" action="ppaction://hlinksldjump"/>
              </a:rPr>
              <a:t>Corporate</a:t>
            </a:r>
            <a:r>
              <a:rPr kumimoji="0" lang="en-GB" sz="1900" b="1" i="0" u="sng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6" action="ppaction://hlinksldjump"/>
              </a:rPr>
              <a:t> </a:t>
            </a:r>
            <a:r>
              <a:rPr kumimoji="0" lang="en-GB" sz="1900" b="1" i="0" u="sng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6" action="ppaction://hlinksldjump"/>
              </a:rPr>
              <a:t>Technical</a:t>
            </a:r>
            <a:r>
              <a:rPr kumimoji="0" lang="en-GB" sz="1900" b="1" i="0" u="sng" strike="noStrike" kern="1200" cap="none" spc="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6" action="ppaction://hlinksldjump"/>
              </a:rPr>
              <a:t> </a:t>
            </a:r>
            <a:r>
              <a:rPr kumimoji="0" lang="en-GB" sz="1900" b="1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6" action="ppaction://hlinksldjump"/>
              </a:rPr>
              <a:t>Documentation</a:t>
            </a:r>
            <a:endParaRPr kumimoji="0" lang="en-GB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9615" algn="l"/>
              </a:tabLst>
              <a:defRPr/>
            </a:pP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7" action="ppaction://hlinksldjump"/>
              </a:rPr>
              <a:t>Growth</a:t>
            </a:r>
            <a:r>
              <a:rPr kumimoji="0" lang="en-GB" sz="1600" b="0" i="0" u="sng" strike="noStrike" kern="1200" cap="none" spc="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7" action="ppaction://hlinksldjump"/>
              </a:rPr>
              <a:t> 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7" action="ppaction://hlinksldjump"/>
              </a:rPr>
              <a:t>of</a:t>
            </a:r>
            <a:r>
              <a:rPr kumimoji="0" lang="en-GB" sz="16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7" action="ppaction://hlinksldjump"/>
              </a:rPr>
              <a:t> </a:t>
            </a:r>
            <a:r>
              <a:rPr kumimoji="0" lang="en-GB" sz="1600" b="0" i="0" u="sng" strike="noStrike" kern="120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7" action="ppaction://hlinksldjump"/>
              </a:rPr>
              <a:t>Trust</a:t>
            </a:r>
            <a:r>
              <a:rPr kumimoji="0" lang="en-GB" sz="1600" b="0" i="0" u="sng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7" action="ppaction://hlinksldjump"/>
              </a:rPr>
              <a:t> 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7" action="ppaction://hlinksldjump"/>
              </a:rPr>
              <a:t>in</a:t>
            </a:r>
            <a:r>
              <a:rPr kumimoji="0" lang="en-GB" sz="1600" b="0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7" action="ppaction://hlinksldjump"/>
              </a:rPr>
              <a:t> </a:t>
            </a:r>
            <a:r>
              <a:rPr kumimoji="0" lang="en-GB" sz="1600" b="0" i="0" u="sng" strike="noStrike" kern="120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7" action="ppaction://hlinksldjump"/>
              </a:rPr>
              <a:t>Your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7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7" action="ppaction://hlinksldjump"/>
              </a:rPr>
              <a:t>Organisation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9615" algn="l"/>
              </a:tabLst>
              <a:defRPr/>
            </a:pP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8" action="ppaction://hlinksldjump"/>
              </a:rPr>
              <a:t>Mid-to-Long</a:t>
            </a:r>
            <a:r>
              <a:rPr kumimoji="0" lang="en-GB" sz="1600" b="0" i="0" u="sng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8" action="ppaction://hlinksldjump"/>
              </a:rPr>
              <a:t> </a:t>
            </a:r>
            <a:r>
              <a:rPr kumimoji="0" lang="en-GB" sz="1600" b="0" i="0" u="sng" strike="noStrike" kern="120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8" action="ppaction://hlinksldjump"/>
              </a:rPr>
              <a:t>Term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8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8" action="ppaction://hlinksldjump"/>
              </a:rPr>
              <a:t>Advancement</a:t>
            </a:r>
            <a:r>
              <a:rPr kumimoji="0" lang="en-GB" sz="1600" b="0" i="0" u="sng" strike="noStrike" kern="1200" cap="none" spc="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8" action="ppaction://hlinksldjump"/>
              </a:rPr>
              <a:t> 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8" action="ppaction://hlinksldjump"/>
              </a:rPr>
              <a:t>of</a:t>
            </a:r>
            <a:r>
              <a:rPr kumimoji="0" lang="en-GB" sz="1600" b="0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8" action="ppaction://hlinksldjump"/>
              </a:rPr>
              <a:t> </a:t>
            </a: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8" action="ppaction://hlinksldjump"/>
              </a:rPr>
              <a:t>Productivity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9615" algn="l"/>
              </a:tabLst>
              <a:defRPr/>
            </a:pPr>
            <a:r>
              <a:rPr kumimoji="0" lang="en-GB" sz="16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9" action="ppaction://hlinksldjump"/>
              </a:rPr>
              <a:t>Mid-to-Long</a:t>
            </a:r>
            <a:r>
              <a:rPr kumimoji="0" lang="en-GB" sz="1600" b="0" i="0" u="sng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9" action="ppaction://hlinksldjump"/>
              </a:rPr>
              <a:t> </a:t>
            </a:r>
            <a:r>
              <a:rPr kumimoji="0" lang="en-GB" sz="1600" b="0" i="0" u="sng" strike="noStrike" kern="120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9" action="ppaction://hlinksldjump"/>
              </a:rPr>
              <a:t>Term</a:t>
            </a:r>
            <a:r>
              <a:rPr kumimoji="0" lang="en-GB" sz="16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9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9" action="ppaction://hlinksldjump"/>
              </a:rPr>
              <a:t>Cost</a:t>
            </a:r>
            <a:r>
              <a:rPr kumimoji="0" lang="en-GB" sz="1600" b="0" i="0" u="sng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9" action="ppaction://hlinksldjump"/>
              </a:rPr>
              <a:t> </a:t>
            </a:r>
            <a:r>
              <a:rPr kumimoji="0" lang="en-GB" sz="16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19" action="ppaction://hlinksldjump"/>
              </a:rPr>
              <a:t>Reduction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54773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8.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89575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8.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96154D-0AC4-47C9-B8EE-32ED60A2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40</a:t>
            </a:fld>
            <a:endParaRPr lang="en-GB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0A3A8506-B2C4-48D9-8B66-4EF42A117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41300" marR="0" lvl="0" indent="-228600" algn="l" defTabSz="914400" rtl="0" eaLnBrk="1" fontAlgn="auto" latinLnBrk="0" hangingPunct="1">
              <a:lnSpc>
                <a:spcPts val="2775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41300" algn="l"/>
              </a:tabLst>
              <a:defRPr/>
            </a:pP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Basics</a:t>
            </a:r>
            <a:r>
              <a:rPr kumimoji="0" lang="en-GB" sz="2400" b="0" i="0" u="heavy" strike="noStrike" kern="120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Of</a:t>
            </a:r>
            <a:r>
              <a:rPr kumimoji="0" lang="en-GB" sz="2400" b="0" i="0" u="heavy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heavy" strike="noStrike" kern="120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Technical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Documentation</a:t>
            </a:r>
            <a:r>
              <a:rPr kumimoji="0" lang="en-GB" sz="2400" b="0" i="0" u="heavy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For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Engineers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98500" marR="0" lvl="1" indent="-229235" algn="l" defTabSz="914400" rtl="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699135" algn="l"/>
              </a:tabLst>
              <a:defRPr/>
            </a:pP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Last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Accessed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On:</a:t>
            </a:r>
            <a:r>
              <a:rPr kumimoji="0" lang="en-GB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12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November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2023</a:t>
            </a:r>
          </a:p>
          <a:p>
            <a:pPr marL="241300" marR="0" lvl="0" indent="-228600" algn="l" defTabSz="914400" rtl="0" eaLnBrk="1" fontAlgn="auto" latinLnBrk="0" hangingPunct="1">
              <a:lnSpc>
                <a:spcPts val="26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41300" algn="l"/>
              </a:tabLst>
              <a:defRPr/>
            </a:pP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Dictionary.com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98500" marR="0" lvl="1" indent="-229235" algn="l" defTabSz="914400" rtl="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699135" algn="l"/>
              </a:tabLst>
              <a:defRPr/>
            </a:pP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Last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Accessed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On: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12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November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2023</a:t>
            </a:r>
          </a:p>
          <a:p>
            <a:pPr marL="241300" marR="0" lvl="0" indent="-228600" algn="l" defTabSz="914400" rtl="0" eaLnBrk="1" fontAlgn="auto" latinLnBrk="0" hangingPunct="1">
              <a:lnSpc>
                <a:spcPts val="26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40000"/>
              <a:buFont typeface="Arial MT"/>
              <a:buChar char="•"/>
              <a:tabLst>
                <a:tab pos="241300" algn="l"/>
              </a:tabLst>
              <a:defRPr/>
            </a:pPr>
            <a:r>
              <a:rPr kumimoji="0" lang="ja-JP" altLang="en-US" sz="20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Yu Gothic"/>
                <a:ea typeface="+mn-ea"/>
                <a:cs typeface="Yu Gothic"/>
                <a:hlinkClick r:id="rId5"/>
              </a:rPr>
              <a:t>英辞郎</a:t>
            </a:r>
            <a:r>
              <a:rPr kumimoji="0" lang="ja-JP" altLang="en-US" sz="2000" b="0" i="0" u="heavy" strike="noStrike" kern="1200" cap="none" spc="-9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Yu Gothic"/>
                <a:ea typeface="+mn-ea"/>
                <a:cs typeface="Yu Gothic"/>
                <a:hlinkClick r:id="rId5"/>
              </a:rPr>
              <a:t> 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Pro</a:t>
            </a:r>
            <a:r>
              <a:rPr kumimoji="0" lang="en-GB" sz="2400" b="0" i="0" u="heavy" strike="noStrike" kern="120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Lite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98500" marR="0" lvl="1" indent="-229235" algn="l" defTabSz="914400" rtl="0" eaLnBrk="1" fontAlgn="auto" latinLnBrk="0" hangingPunct="1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699135" algn="l"/>
              </a:tabLst>
              <a:defRPr/>
            </a:pP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Last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Accessed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On: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12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November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30412465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458194-12B8-434A-8D6D-E01520C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3184</Words>
  <Application>Microsoft Office PowerPoint</Application>
  <PresentationFormat>Widescreen</PresentationFormat>
  <Paragraphs>353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 MT</vt:lpstr>
      <vt:lpstr>Calibri (Headings)</vt:lpstr>
      <vt:lpstr>Yu Gothic</vt:lpstr>
      <vt:lpstr>Arial</vt:lpstr>
      <vt:lpstr>Calibri</vt:lpstr>
      <vt:lpstr>Calibri Light</vt:lpstr>
      <vt:lpstr>Cambria Math</vt:lpstr>
      <vt:lpstr>Office テーマ</vt:lpstr>
      <vt:lpstr>Science of Corporate Technical Documentation for Software Engineers</vt:lpstr>
      <vt:lpstr>About Me</vt:lpstr>
      <vt:lpstr>Licences / Certifications</vt:lpstr>
      <vt:lpstr>Skill Stack</vt:lpstr>
      <vt:lpstr>Work Histories</vt:lpstr>
      <vt:lpstr>Work Histories</vt:lpstr>
      <vt:lpstr>International-Exchange Activities</vt:lpstr>
      <vt:lpstr>Agenda</vt:lpstr>
      <vt:lpstr>1. Prologue</vt:lpstr>
      <vt:lpstr>1. Prologue</vt:lpstr>
      <vt:lpstr>1. Prologue</vt:lpstr>
      <vt:lpstr>2. What Documentation Is</vt:lpstr>
      <vt:lpstr>2. What Documentation Is</vt:lpstr>
      <vt:lpstr>3. Top 6 Required Factors for Corporate Technical Documentation</vt:lpstr>
      <vt:lpstr>3. Top 6 Required Factors for Corporate Technical Documentation</vt:lpstr>
      <vt:lpstr>3. Top 6 Required Factors for Corporate Technical Documentation</vt:lpstr>
      <vt:lpstr>3. Top 6 Required Factors for Corporate Technical Documentation</vt:lpstr>
      <vt:lpstr>3. Top 6 Required Factors for Corporate Technical Documentation</vt:lpstr>
      <vt:lpstr>3. Top 6 Required Factors for Corporate Technical Documentation</vt:lpstr>
      <vt:lpstr>3. Top 6 Required Factors for Corporate Technical Documentation</vt:lpstr>
      <vt:lpstr>3. Top 6 Required Factors for Corporate Technical Documentation</vt:lpstr>
      <vt:lpstr>4. Top 5 Required Skills for Corporate Technical Documentation</vt:lpstr>
      <vt:lpstr>4. Top 5 Required Skills for Corporate Technical Documentation</vt:lpstr>
      <vt:lpstr>4. Top 5 Required Skills for Corporate Technical Documentation</vt:lpstr>
      <vt:lpstr>4. Top 5 Required Skills for Corporate Technical Documentation</vt:lpstr>
      <vt:lpstr>4. Top 5 Required Skills for Corporate Technical Documentation</vt:lpstr>
      <vt:lpstr>4. Top 5 Required Skills for Corporate Technical Documentation</vt:lpstr>
      <vt:lpstr>4. Top 5 Required Skills for Corporate Technical Documentation</vt:lpstr>
      <vt:lpstr>5. Top 3 Benefits of Well-Organised Corporate Technical Documentation</vt:lpstr>
      <vt:lpstr>5. Top 3 Benefits of Well-Organised Corporate Technical Documentation</vt:lpstr>
      <vt:lpstr>5. Top 3 Benefits of Well-Organised Corporate Technical Documentation</vt:lpstr>
      <vt:lpstr>5. Top 3 Benefits of Well-Organised Corporate Technical Documentation</vt:lpstr>
      <vt:lpstr>5. Top 3 Benefits of Well-Organised Corporate Technical Documentation</vt:lpstr>
      <vt:lpstr>5. Top 3 Benefits of Well-Organised Corporate Technical Documentation</vt:lpstr>
      <vt:lpstr>6. Top 5 Inevitable Trade-Offs</vt:lpstr>
      <vt:lpstr>6. Top 5 Inevitable Trade-Offs</vt:lpstr>
      <vt:lpstr>7. Summary</vt:lpstr>
      <vt:lpstr>7. Summary</vt:lpstr>
      <vt:lpstr>8. References</vt:lpstr>
      <vt:lpstr>8.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47</cp:revision>
  <dcterms:modified xsi:type="dcterms:W3CDTF">2025-08-31T19:01:40Z</dcterms:modified>
</cp:coreProperties>
</file>