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87" r:id="rId3"/>
    <p:sldId id="407" r:id="rId4"/>
    <p:sldId id="387" r:id="rId5"/>
    <p:sldId id="286" r:id="rId6"/>
    <p:sldId id="445" r:id="rId7"/>
    <p:sldId id="280" r:id="rId8"/>
    <p:sldId id="311" r:id="rId9"/>
    <p:sldId id="259" r:id="rId10"/>
    <p:sldId id="330" r:id="rId11"/>
    <p:sldId id="408" r:id="rId12"/>
    <p:sldId id="325" r:id="rId13"/>
    <p:sldId id="354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326" r:id="rId24"/>
    <p:sldId id="436" r:id="rId25"/>
    <p:sldId id="444" r:id="rId26"/>
    <p:sldId id="437" r:id="rId27"/>
    <p:sldId id="438" r:id="rId28"/>
    <p:sldId id="439" r:id="rId29"/>
    <p:sldId id="440" r:id="rId30"/>
    <p:sldId id="441" r:id="rId31"/>
    <p:sldId id="442" r:id="rId32"/>
    <p:sldId id="443" r:id="rId33"/>
    <p:sldId id="426" r:id="rId34"/>
    <p:sldId id="427" r:id="rId35"/>
    <p:sldId id="428" r:id="rId36"/>
    <p:sldId id="429" r:id="rId37"/>
    <p:sldId id="430" r:id="rId38"/>
    <p:sldId id="431" r:id="rId39"/>
    <p:sldId id="357" r:id="rId40"/>
    <p:sldId id="358" r:id="rId41"/>
    <p:sldId id="385" r:id="rId42"/>
    <p:sldId id="386" r:id="rId43"/>
    <p:sldId id="432" r:id="rId44"/>
    <p:sldId id="328" r:id="rId45"/>
    <p:sldId id="295" r:id="rId46"/>
    <p:sldId id="28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A3D2BD3A-9F26-4751-93BB-131E7356093A}"/>
    <pc:docChg chg="custSel addSld modSld">
      <pc:chgData name="Hayato Ishida" userId="585fa0fa6384767c" providerId="LiveId" clId="{A3D2BD3A-9F26-4751-93BB-131E7356093A}" dt="2025-08-31T17:51:29.930" v="10"/>
      <pc:docMkLst>
        <pc:docMk/>
      </pc:docMkLst>
      <pc:sldChg chg="addSp delSp modSp mod">
        <pc:chgData name="Hayato Ishida" userId="585fa0fa6384767c" providerId="LiveId" clId="{A3D2BD3A-9F26-4751-93BB-131E7356093A}" dt="2025-08-31T17:50:36.550" v="8"/>
        <pc:sldMkLst>
          <pc:docMk/>
          <pc:sldMk cId="155858466" sldId="286"/>
        </pc:sldMkLst>
        <pc:spChg chg="del">
          <ac:chgData name="Hayato Ishida" userId="585fa0fa6384767c" providerId="LiveId" clId="{A3D2BD3A-9F26-4751-93BB-131E7356093A}" dt="2025-08-31T17:49:43.933" v="4" actId="478"/>
          <ac:spMkLst>
            <pc:docMk/>
            <pc:sldMk cId="155858466" sldId="286"/>
            <ac:spMk id="2" creationId="{5B5F4145-48A3-14C7-EB3B-FFC69D30C670}"/>
          </ac:spMkLst>
        </pc:spChg>
        <pc:spChg chg="del">
          <ac:chgData name="Hayato Ishida" userId="585fa0fa6384767c" providerId="LiveId" clId="{A3D2BD3A-9F26-4751-93BB-131E7356093A}" dt="2025-08-31T17:49:43.933" v="4" actId="478"/>
          <ac:spMkLst>
            <pc:docMk/>
            <pc:sldMk cId="155858466" sldId="286"/>
            <ac:spMk id="3" creationId="{E6A37BA4-A294-3280-644A-1A40EC7643C9}"/>
          </ac:spMkLst>
        </pc:spChg>
        <pc:spChg chg="del">
          <ac:chgData name="Hayato Ishida" userId="585fa0fa6384767c" providerId="LiveId" clId="{A3D2BD3A-9F26-4751-93BB-131E7356093A}" dt="2025-08-31T17:49:43.933" v="4" actId="478"/>
          <ac:spMkLst>
            <pc:docMk/>
            <pc:sldMk cId="155858466" sldId="286"/>
            <ac:spMk id="4" creationId="{4ED1CDF8-B22F-B35E-A1AB-6AE47578D547}"/>
          </ac:spMkLst>
        </pc:spChg>
        <pc:spChg chg="add del mod">
          <ac:chgData name="Hayato Ishida" userId="585fa0fa6384767c" providerId="LiveId" clId="{A3D2BD3A-9F26-4751-93BB-131E7356093A}" dt="2025-08-31T17:49:44.359" v="5" actId="478"/>
          <ac:spMkLst>
            <pc:docMk/>
            <pc:sldMk cId="155858466" sldId="286"/>
            <ac:spMk id="6" creationId="{6184110B-FFE8-C790-CFB1-00896AE6BC60}"/>
          </ac:spMkLst>
        </pc:spChg>
        <pc:spChg chg="add mod">
          <ac:chgData name="Hayato Ishida" userId="585fa0fa6384767c" providerId="LiveId" clId="{A3D2BD3A-9F26-4751-93BB-131E7356093A}" dt="2025-08-31T17:50:36.550" v="8"/>
          <ac:spMkLst>
            <pc:docMk/>
            <pc:sldMk cId="155858466" sldId="286"/>
            <ac:spMk id="7" creationId="{8B14E555-C622-C730-78CF-E96F65A55B33}"/>
          </ac:spMkLst>
        </pc:spChg>
        <pc:spChg chg="add mod">
          <ac:chgData name="Hayato Ishida" userId="585fa0fa6384767c" providerId="LiveId" clId="{A3D2BD3A-9F26-4751-93BB-131E7356093A}" dt="2025-08-31T17:50:36.550" v="8"/>
          <ac:spMkLst>
            <pc:docMk/>
            <pc:sldMk cId="155858466" sldId="286"/>
            <ac:spMk id="8" creationId="{A38DFD5A-8393-BA9B-7DF2-BCF43CBE8CB5}"/>
          </ac:spMkLst>
        </pc:spChg>
        <pc:graphicFrameChg chg="add mod">
          <ac:chgData name="Hayato Ishida" userId="585fa0fa6384767c" providerId="LiveId" clId="{A3D2BD3A-9F26-4751-93BB-131E7356093A}" dt="2025-08-31T17:50:36.550" v="8"/>
          <ac:graphicFrameMkLst>
            <pc:docMk/>
            <pc:sldMk cId="155858466" sldId="286"/>
            <ac:graphicFrameMk id="9" creationId="{F231292B-670D-973C-C567-E615E7C77676}"/>
          </ac:graphicFrameMkLst>
        </pc:graphicFrameChg>
      </pc:sldChg>
      <pc:sldChg chg="addSp delSp modSp mod">
        <pc:chgData name="Hayato Ishida" userId="585fa0fa6384767c" providerId="LiveId" clId="{A3D2BD3A-9F26-4751-93BB-131E7356093A}" dt="2025-08-31T17:49:54.012" v="7"/>
        <pc:sldMkLst>
          <pc:docMk/>
          <pc:sldMk cId="654251065" sldId="287"/>
        </pc:sldMkLst>
        <pc:spChg chg="del">
          <ac:chgData name="Hayato Ishida" userId="585fa0fa6384767c" providerId="LiveId" clId="{A3D2BD3A-9F26-4751-93BB-131E7356093A}" dt="2025-08-31T17:49:36.641" v="0" actId="478"/>
          <ac:spMkLst>
            <pc:docMk/>
            <pc:sldMk cId="654251065" sldId="287"/>
            <ac:spMk id="2" creationId="{AC2671BE-F260-42BF-2CCD-623BF1B2C432}"/>
          </ac:spMkLst>
        </pc:spChg>
        <pc:spChg chg="del">
          <ac:chgData name="Hayato Ishida" userId="585fa0fa6384767c" providerId="LiveId" clId="{A3D2BD3A-9F26-4751-93BB-131E7356093A}" dt="2025-08-31T17:49:36.641" v="0" actId="478"/>
          <ac:spMkLst>
            <pc:docMk/>
            <pc:sldMk cId="654251065" sldId="287"/>
            <ac:spMk id="3" creationId="{4E432A34-BCB2-AB6B-AA6B-1906716CECF3}"/>
          </ac:spMkLst>
        </pc:spChg>
        <pc:spChg chg="del">
          <ac:chgData name="Hayato Ishida" userId="585fa0fa6384767c" providerId="LiveId" clId="{A3D2BD3A-9F26-4751-93BB-131E7356093A}" dt="2025-08-31T17:49:36.641" v="0" actId="478"/>
          <ac:spMkLst>
            <pc:docMk/>
            <pc:sldMk cId="654251065" sldId="287"/>
            <ac:spMk id="4" creationId="{FE951623-FB1F-3835-20FD-B3038824FD9E}"/>
          </ac:spMkLst>
        </pc:spChg>
        <pc:spChg chg="add del mod">
          <ac:chgData name="Hayato Ishida" userId="585fa0fa6384767c" providerId="LiveId" clId="{A3D2BD3A-9F26-4751-93BB-131E7356093A}" dt="2025-08-31T17:49:38.348" v="1" actId="478"/>
          <ac:spMkLst>
            <pc:docMk/>
            <pc:sldMk cId="654251065" sldId="287"/>
            <ac:spMk id="7" creationId="{F81BCE42-938E-50D1-BFD1-7C7C5389DBCD}"/>
          </ac:spMkLst>
        </pc:spChg>
        <pc:spChg chg="add del mod">
          <ac:chgData name="Hayato Ishida" userId="585fa0fa6384767c" providerId="LiveId" clId="{A3D2BD3A-9F26-4751-93BB-131E7356093A}" dt="2025-08-31T17:49:38.348" v="1" actId="478"/>
          <ac:spMkLst>
            <pc:docMk/>
            <pc:sldMk cId="654251065" sldId="287"/>
            <ac:spMk id="9" creationId="{8ED3AF49-C17F-6129-5E52-A5518E0A1E26}"/>
          </ac:spMkLst>
        </pc:spChg>
        <pc:spChg chg="add mod">
          <ac:chgData name="Hayato Ishida" userId="585fa0fa6384767c" providerId="LiveId" clId="{A3D2BD3A-9F26-4751-93BB-131E7356093A}" dt="2025-08-31T17:49:54.012" v="7"/>
          <ac:spMkLst>
            <pc:docMk/>
            <pc:sldMk cId="654251065" sldId="287"/>
            <ac:spMk id="11" creationId="{605B66AF-41C4-4136-5CCA-E53195CE6347}"/>
          </ac:spMkLst>
        </pc:spChg>
        <pc:spChg chg="add mod">
          <ac:chgData name="Hayato Ishida" userId="585fa0fa6384767c" providerId="LiveId" clId="{A3D2BD3A-9F26-4751-93BB-131E7356093A}" dt="2025-08-31T17:49:54.012" v="7"/>
          <ac:spMkLst>
            <pc:docMk/>
            <pc:sldMk cId="654251065" sldId="287"/>
            <ac:spMk id="12" creationId="{C20A566D-F409-458B-068C-D9450C84E130}"/>
          </ac:spMkLst>
        </pc:spChg>
        <pc:spChg chg="add mod">
          <ac:chgData name="Hayato Ishida" userId="585fa0fa6384767c" providerId="LiveId" clId="{A3D2BD3A-9F26-4751-93BB-131E7356093A}" dt="2025-08-31T17:49:54.012" v="7"/>
          <ac:spMkLst>
            <pc:docMk/>
            <pc:sldMk cId="654251065" sldId="287"/>
            <ac:spMk id="13" creationId="{F55D7B16-EAB8-D7C4-9D49-FAC507BA1453}"/>
          </ac:spMkLst>
        </pc:spChg>
        <pc:picChg chg="del">
          <ac:chgData name="Hayato Ishida" userId="585fa0fa6384767c" providerId="LiveId" clId="{A3D2BD3A-9F26-4751-93BB-131E7356093A}" dt="2025-08-31T17:49:36.641" v="0" actId="478"/>
          <ac:picMkLst>
            <pc:docMk/>
            <pc:sldMk cId="654251065" sldId="287"/>
            <ac:picMk id="5" creationId="{4F2B9DD4-F49B-1870-9240-DE5FB17B921E}"/>
          </ac:picMkLst>
        </pc:picChg>
        <pc:picChg chg="add mod">
          <ac:chgData name="Hayato Ishida" userId="585fa0fa6384767c" providerId="LiveId" clId="{A3D2BD3A-9F26-4751-93BB-131E7356093A}" dt="2025-08-31T17:49:54.012" v="7"/>
          <ac:picMkLst>
            <pc:docMk/>
            <pc:sldMk cId="654251065" sldId="287"/>
            <ac:picMk id="10" creationId="{8D0DC6E4-5E16-C983-29A4-0B7B91FBE504}"/>
          </ac:picMkLst>
        </pc:picChg>
      </pc:sldChg>
      <pc:sldChg chg="addSp delSp modSp mod">
        <pc:chgData name="Hayato Ishida" userId="585fa0fa6384767c" providerId="LiveId" clId="{A3D2BD3A-9F26-4751-93BB-131E7356093A}" dt="2025-08-31T17:51:29.930" v="10"/>
        <pc:sldMkLst>
          <pc:docMk/>
          <pc:sldMk cId="417452178" sldId="387"/>
        </pc:sldMkLst>
        <pc:spChg chg="add del mod">
          <ac:chgData name="Hayato Ishida" userId="585fa0fa6384767c" providerId="LiveId" clId="{A3D2BD3A-9F26-4751-93BB-131E7356093A}" dt="2025-08-31T17:49:41.682" v="3" actId="478"/>
          <ac:spMkLst>
            <pc:docMk/>
            <pc:sldMk cId="417452178" sldId="387"/>
            <ac:spMk id="3" creationId="{BBC4F9F2-81E0-20EF-B990-1BE0A32BD9CB}"/>
          </ac:spMkLst>
        </pc:spChg>
        <pc:spChg chg="add del mod">
          <ac:chgData name="Hayato Ishida" userId="585fa0fa6384767c" providerId="LiveId" clId="{A3D2BD3A-9F26-4751-93BB-131E7356093A}" dt="2025-08-31T17:49:41.682" v="3" actId="478"/>
          <ac:spMkLst>
            <pc:docMk/>
            <pc:sldMk cId="417452178" sldId="387"/>
            <ac:spMk id="5" creationId="{8C8EEB1A-C0A1-D1FD-AC11-07F8A6F8D943}"/>
          </ac:spMkLst>
        </pc:spChg>
        <pc:spChg chg="del">
          <ac:chgData name="Hayato Ishida" userId="585fa0fa6384767c" providerId="LiveId" clId="{A3D2BD3A-9F26-4751-93BB-131E7356093A}" dt="2025-08-31T17:49:41.227" v="2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A3D2BD3A-9F26-4751-93BB-131E7356093A}" dt="2025-08-31T17:49:41.227" v="2" actId="478"/>
          <ac:spMkLst>
            <pc:docMk/>
            <pc:sldMk cId="417452178" sldId="387"/>
            <ac:spMk id="7" creationId="{F4EECFEB-CDB9-69A5-6CEA-9BCBE6B4DFDF}"/>
          </ac:spMkLst>
        </pc:spChg>
        <pc:spChg chg="del">
          <ac:chgData name="Hayato Ishida" userId="585fa0fa6384767c" providerId="LiveId" clId="{A3D2BD3A-9F26-4751-93BB-131E7356093A}" dt="2025-08-31T17:49:41.227" v="2" actId="478"/>
          <ac:spMkLst>
            <pc:docMk/>
            <pc:sldMk cId="417452178" sldId="387"/>
            <ac:spMk id="8" creationId="{951EF88E-FFFA-549B-2569-5C543AFB3E96}"/>
          </ac:spMkLst>
        </pc:spChg>
        <pc:spChg chg="add mod">
          <ac:chgData name="Hayato Ishida" userId="585fa0fa6384767c" providerId="LiveId" clId="{A3D2BD3A-9F26-4751-93BB-131E7356093A}" dt="2025-08-31T17:51:29.930" v="10"/>
          <ac:spMkLst>
            <pc:docMk/>
            <pc:sldMk cId="417452178" sldId="387"/>
            <ac:spMk id="9" creationId="{976632F9-890F-C549-4494-9D5FAC48F6E8}"/>
          </ac:spMkLst>
        </pc:spChg>
        <pc:spChg chg="add mod">
          <ac:chgData name="Hayato Ishida" userId="585fa0fa6384767c" providerId="LiveId" clId="{A3D2BD3A-9F26-4751-93BB-131E7356093A}" dt="2025-08-31T17:51:29.930" v="10"/>
          <ac:spMkLst>
            <pc:docMk/>
            <pc:sldMk cId="417452178" sldId="387"/>
            <ac:spMk id="10" creationId="{24EE540B-53A5-86DD-D4E8-D52D518B7EE5}"/>
          </ac:spMkLst>
        </pc:spChg>
        <pc:spChg chg="add mod">
          <ac:chgData name="Hayato Ishida" userId="585fa0fa6384767c" providerId="LiveId" clId="{A3D2BD3A-9F26-4751-93BB-131E7356093A}" dt="2025-08-31T17:51:29.930" v="10"/>
          <ac:spMkLst>
            <pc:docMk/>
            <pc:sldMk cId="417452178" sldId="387"/>
            <ac:spMk id="11" creationId="{E49FFCD3-9F33-8011-310C-9FE2A1F09A59}"/>
          </ac:spMkLst>
        </pc:spChg>
      </pc:sldChg>
      <pc:sldChg chg="addSp modSp add">
        <pc:chgData name="Hayato Ishida" userId="585fa0fa6384767c" providerId="LiveId" clId="{A3D2BD3A-9F26-4751-93BB-131E7356093A}" dt="2025-08-31T17:51:01.650" v="9"/>
        <pc:sldMkLst>
          <pc:docMk/>
          <pc:sldMk cId="770743369" sldId="445"/>
        </pc:sldMkLst>
        <pc:spChg chg="add mod">
          <ac:chgData name="Hayato Ishida" userId="585fa0fa6384767c" providerId="LiveId" clId="{A3D2BD3A-9F26-4751-93BB-131E7356093A}" dt="2025-08-31T17:51:01.650" v="9"/>
          <ac:spMkLst>
            <pc:docMk/>
            <pc:sldMk cId="770743369" sldId="445"/>
            <ac:spMk id="2" creationId="{E06C9184-6B88-325C-074D-A49B380BA40D}"/>
          </ac:spMkLst>
        </pc:spChg>
        <pc:spChg chg="add mod">
          <ac:chgData name="Hayato Ishida" userId="585fa0fa6384767c" providerId="LiveId" clId="{A3D2BD3A-9F26-4751-93BB-131E7356093A}" dt="2025-08-31T17:51:01.650" v="9"/>
          <ac:spMkLst>
            <pc:docMk/>
            <pc:sldMk cId="770743369" sldId="445"/>
            <ac:spMk id="3" creationId="{5114D60F-D5C0-2F45-3A94-AEBC82E5D8D9}"/>
          </ac:spMkLst>
        </pc:spChg>
        <pc:graphicFrameChg chg="add mod">
          <ac:chgData name="Hayato Ishida" userId="585fa0fa6384767c" providerId="LiveId" clId="{A3D2BD3A-9F26-4751-93BB-131E7356093A}" dt="2025-08-31T17:51:01.650" v="9"/>
          <ac:graphicFrameMkLst>
            <pc:docMk/>
            <pc:sldMk cId="770743369" sldId="445"/>
            <ac:graphicFrameMk id="4" creationId="{D7ECE80A-928D-4E15-FB0D-89987ABF5559}"/>
          </ac:graphicFrameMkLst>
        </pc:graphicFrameChg>
      </pc:sldChg>
    </pc:docChg>
  </pc:docChgLst>
  <pc:docChgLst>
    <pc:chgData name="Hayato Ishida" userId="585fa0fa6384767c" providerId="LiveId" clId="{165B7701-97B1-41B4-9025-5BCB7B3F9D6C}"/>
    <pc:docChg chg="custSel modSld">
      <pc:chgData name="Hayato Ishida" userId="585fa0fa6384767c" providerId="LiveId" clId="{165B7701-97B1-41B4-9025-5BCB7B3F9D6C}" dt="2025-05-03T11:45:35.685" v="8"/>
      <pc:docMkLst>
        <pc:docMk/>
      </pc:docMkLst>
      <pc:sldChg chg="addSp delSp modSp mod">
        <pc:chgData name="Hayato Ishida" userId="585fa0fa6384767c" providerId="LiveId" clId="{165B7701-97B1-41B4-9025-5BCB7B3F9D6C}" dt="2025-05-03T11:45:35.685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165B7701-97B1-41B4-9025-5BCB7B3F9D6C}" dt="2025-05-03T11:44:50.937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165B7701-97B1-41B4-9025-5BCB7B3F9D6C}" dt="2025-05-03T11:44:09.242" v="6"/>
        <pc:sldMkLst>
          <pc:docMk/>
          <pc:sldMk cId="654251065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KRXJ9J-science-of-corporate-technical-documentation-for-software-engineers-practice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44.xml"/><Relationship Id="rId3" Type="http://schemas.openxmlformats.org/officeDocument/2006/relationships/slide" Target="slide9.xml"/><Relationship Id="rId7" Type="http://schemas.openxmlformats.org/officeDocument/2006/relationships/slide" Target="slide4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23.xml"/><Relationship Id="rId4" Type="http://schemas.openxmlformats.org/officeDocument/2006/relationships/slide" Target="slide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speakerdeck.com/hayat01sh1da/science-of-corporate-technical-documentation-for-software-engineers-theories?slide=18" TargetMode="External"/><Relationship Id="rId13" Type="http://schemas.openxmlformats.org/officeDocument/2006/relationships/hyperlink" Target="https://speakerdeck.com/hayat01sh1da/science-of-corporate-technical-documentation-for-software-engineers-theories?slide=24" TargetMode="External"/><Relationship Id="rId18" Type="http://schemas.openxmlformats.org/officeDocument/2006/relationships/hyperlink" Target="https://speakerdeck.com/hayat01sh1da/science-of-corporate-technical-documentation-for-software-engineers-theories?slide=30" TargetMode="External"/><Relationship Id="rId3" Type="http://schemas.openxmlformats.org/officeDocument/2006/relationships/hyperlink" Target="https://speakerdeck.com/hayat01sh1da/science-of-corporate-technical-documentation-for-software-engineers-theories" TargetMode="External"/><Relationship Id="rId7" Type="http://schemas.openxmlformats.org/officeDocument/2006/relationships/hyperlink" Target="https://speakerdeck.com/hayat01sh1da/science-of-corporate-technical-documentation-for-software-engineers-theories?slide=17" TargetMode="External"/><Relationship Id="rId12" Type="http://schemas.openxmlformats.org/officeDocument/2006/relationships/hyperlink" Target="https://speakerdeck.com/hayat01sh1da/science-of-corporate-technical-documentation-for-software-engineers-theories?slide=23" TargetMode="External"/><Relationship Id="rId17" Type="http://schemas.openxmlformats.org/officeDocument/2006/relationships/hyperlink" Target="https://speakerdeck.com/hayat01sh1da/science-of-corporate-technical-documentation-for-software-engineers-theories?slide=29" TargetMode="External"/><Relationship Id="rId2" Type="http://schemas.openxmlformats.org/officeDocument/2006/relationships/image" Target="../media/image1.jpg"/><Relationship Id="rId16" Type="http://schemas.openxmlformats.org/officeDocument/2006/relationships/hyperlink" Target="https://speakerdeck.com/hayat01sh1da/science-of-corporate-technical-documentation-for-software-engineers-theories?slide=27" TargetMode="External"/><Relationship Id="rId20" Type="http://schemas.openxmlformats.org/officeDocument/2006/relationships/hyperlink" Target="https://speakerdeck.com/hayat01sh1da/science-of-corporate-technical-documentation-for-software-engineers-theories?slide=3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akerdeck.com/hayat01sh1da/science-of-corporate-technical-documentation-for-software-engineers-theories?slide=16" TargetMode="External"/><Relationship Id="rId11" Type="http://schemas.openxmlformats.org/officeDocument/2006/relationships/hyperlink" Target="https://speakerdeck.com/hayat01sh1da/science-of-corporate-technical-documentation-for-software-engineers-theories?slide=22" TargetMode="External"/><Relationship Id="rId5" Type="http://schemas.openxmlformats.org/officeDocument/2006/relationships/hyperlink" Target="https://speakerdeck.com/hayat01sh1da/science-of-corporate-technical-documentation-for-software-engineers-theories?slide=15" TargetMode="External"/><Relationship Id="rId15" Type="http://schemas.openxmlformats.org/officeDocument/2006/relationships/hyperlink" Target="https://speakerdeck.com/hayat01sh1da/science-of-corporate-technical-documentation-for-software-engineers-theories?slide=26" TargetMode="External"/><Relationship Id="rId10" Type="http://schemas.openxmlformats.org/officeDocument/2006/relationships/hyperlink" Target="https://speakerdeck.com/hayat01sh1da/science-of-corporate-technical-documentation-for-software-engineers-theories?slide=20" TargetMode="External"/><Relationship Id="rId19" Type="http://schemas.openxmlformats.org/officeDocument/2006/relationships/hyperlink" Target="https://speakerdeck.com/hayat01sh1da/science-of-corporate-technical-documentation-for-software-engineers-theories?slide=32" TargetMode="External"/><Relationship Id="rId4" Type="http://schemas.openxmlformats.org/officeDocument/2006/relationships/hyperlink" Target="https://speakerdeck.com/hayat01sh1da/science-of-corporate-technical-documentation-for-software-engineers-theories?slide=14" TargetMode="External"/><Relationship Id="rId9" Type="http://schemas.openxmlformats.org/officeDocument/2006/relationships/hyperlink" Target="https://speakerdeck.com/hayat01sh1da/science-of-corporate-technical-documentation-for-software-engineers-theories?slide=19" TargetMode="External"/><Relationship Id="rId14" Type="http://schemas.openxmlformats.org/officeDocument/2006/relationships/hyperlink" Target="https://speakerdeck.com/hayat01sh1da/science-of-corporate-technical-documentation-for-software-engineers-theories?slide=25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datasheetest-by-tdsmaker?source=post_page-----36deab8d1220--------------------------------" TargetMode="External"/><Relationship Id="rId4" Type="http://schemas.openxmlformats.org/officeDocument/2006/relationships/hyperlink" Target="https://medium.com/datasheetest-by-tdsmaker/basics-of-technical-documentation-for-engineers-36deab8d1220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5" Type="http://schemas.openxmlformats.org/officeDocument/2006/relationships/slide" Target="slide18.xml"/><Relationship Id="rId4" Type="http://schemas.openxmlformats.org/officeDocument/2006/relationships/slide" Target="slide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science-of-corporate-technical-documentation-for-software-engineers-theories?slide=20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science-of-corporate-technical-documentation-for-software-engineers-theories?slide=14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science-of-corporate-technical-documentation-for-software-engineers-theories?slide=26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slide" Target="slide38.xml"/><Relationship Id="rId3" Type="http://schemas.openxmlformats.org/officeDocument/2006/relationships/slide" Target="slide13.xml"/><Relationship Id="rId7" Type="http://schemas.openxmlformats.org/officeDocument/2006/relationships/slide" Target="slide31.xml"/><Relationship Id="rId12" Type="http://schemas.openxmlformats.org/officeDocument/2006/relationships/slide" Target="slide3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11" Type="http://schemas.openxmlformats.org/officeDocument/2006/relationships/slide" Target="slide36.xml"/><Relationship Id="rId5" Type="http://schemas.openxmlformats.org/officeDocument/2006/relationships/slide" Target="slide27.xml"/><Relationship Id="rId10" Type="http://schemas.openxmlformats.org/officeDocument/2006/relationships/slide" Target="slide35.xml"/><Relationship Id="rId4" Type="http://schemas.openxmlformats.org/officeDocument/2006/relationships/slide" Target="slide25.xml"/><Relationship Id="rId9" Type="http://schemas.openxmlformats.org/officeDocument/2006/relationships/slide" Target="slide3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slide" Target="slide29.xml"/><Relationship Id="rId7" Type="http://schemas.openxmlformats.org/officeDocument/2006/relationships/hyperlink" Target="https://speakerdeck.com/hayat01sh1da/science-of-corporate-technical-documentation-for-software-engineers-theories?slide=20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35.xml"/><Relationship Id="rId5" Type="http://schemas.openxmlformats.org/officeDocument/2006/relationships/slide" Target="slide21.xml"/><Relationship Id="rId4" Type="http://schemas.openxmlformats.org/officeDocument/2006/relationships/slide" Target="slide33.xml"/><Relationship Id="rId9" Type="http://schemas.openxmlformats.org/officeDocument/2006/relationships/hyperlink" Target="https://speakerdeck.com/hayat01sh1da/science-of-corporate-technical-documentation-for-software-engineers-theories?slide=18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nkit/honki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slide" Target="slide3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dive-deeper-into-presentday-english-vol5-hidden-feature-of-language?slide=17" TargetMode="External"/><Relationship Id="rId7" Type="http://schemas.openxmlformats.org/officeDocument/2006/relationships/hyperlink" Target="https://plantuml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rmaid.js.org/" TargetMode="External"/><Relationship Id="rId5" Type="http://schemas.openxmlformats.org/officeDocument/2006/relationships/hyperlink" Target="https://www.drawio.com/" TargetMode="External"/><Relationship Id="rId4" Type="http://schemas.openxmlformats.org/officeDocument/2006/relationships/hyperlink" Target="https://speakerdeck.com/hayat01sh1da/science-of-corporate-technical-documentation-for-software-engineers-theories?slide=18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science-of-corporate-technical-documentation-for-software-engineers-theories?slide=20" TargetMode="External"/><Relationship Id="rId7" Type="http://schemas.openxmlformats.org/officeDocument/2006/relationships/hyperlink" Target="https://speakerdeck.com/hayat01sh1da/science-of-corporate-technical-documentation-for-software-engineers-theories?slide=18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eakerdeck.com/hayat01sh1da/science-of-corporate-technical-documentation-for-software-engineers-theories?slide=17" TargetMode="External"/><Relationship Id="rId5" Type="http://schemas.openxmlformats.org/officeDocument/2006/relationships/hyperlink" Target="https://speakerdeck.com/hayat01sh1da/science-of-corporate-technical-documentation-for-software-engineers-theories?slide=16" TargetMode="External"/><Relationship Id="rId4" Type="http://schemas.openxmlformats.org/officeDocument/2006/relationships/hyperlink" Target="https://speakerdeck.com/hayat01sh1da/science-of-corporate-technical-documentation-for-software-engineers-theories?slide=15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peakerdeck.com/hayat01sh1da/science-of-corporate-technical-documentation-for-software-engineers-theories?slide=29" TargetMode="External"/><Relationship Id="rId4" Type="http://schemas.openxmlformats.org/officeDocument/2006/relationships/hyperlink" Target="https://speakerdeck.com/hayat01sh1da/science-of-corporate-technical-documentation-for-software-engineers-theories?slide=20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1.xml"/><Relationship Id="rId18" Type="http://schemas.openxmlformats.org/officeDocument/2006/relationships/slide" Target="slide37.xml"/><Relationship Id="rId3" Type="http://schemas.openxmlformats.org/officeDocument/2006/relationships/slide" Target="slide13.xml"/><Relationship Id="rId7" Type="http://schemas.openxmlformats.org/officeDocument/2006/relationships/slide" Target="slide20.xml"/><Relationship Id="rId12" Type="http://schemas.openxmlformats.org/officeDocument/2006/relationships/slide" Target="slide29.xml"/><Relationship Id="rId17" Type="http://schemas.openxmlformats.org/officeDocument/2006/relationships/slide" Target="slide36.xml"/><Relationship Id="rId2" Type="http://schemas.openxmlformats.org/officeDocument/2006/relationships/image" Target="../media/image1.jpg"/><Relationship Id="rId16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11" Type="http://schemas.openxmlformats.org/officeDocument/2006/relationships/slide" Target="slide27.xml"/><Relationship Id="rId5" Type="http://schemas.openxmlformats.org/officeDocument/2006/relationships/slide" Target="slide16.xml"/><Relationship Id="rId15" Type="http://schemas.openxmlformats.org/officeDocument/2006/relationships/slide" Target="slide34.xml"/><Relationship Id="rId10" Type="http://schemas.openxmlformats.org/officeDocument/2006/relationships/slide" Target="slide25.xml"/><Relationship Id="rId19" Type="http://schemas.openxmlformats.org/officeDocument/2006/relationships/slide" Target="slide38.xml"/><Relationship Id="rId4" Type="http://schemas.openxmlformats.org/officeDocument/2006/relationships/slide" Target="slide14.xml"/><Relationship Id="rId9" Type="http://schemas.openxmlformats.org/officeDocument/2006/relationships/slide" Target="slide24.xml"/><Relationship Id="rId14" Type="http://schemas.openxmlformats.org/officeDocument/2006/relationships/slide" Target="slide3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hayat01sh1da/science-of-technical-documentation-for-software-engineers-theories?slide=19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atasheetest-by-tdsmaker/basics-of-technical-documentation-for-engineers-36deab8d1220" TargetMode="External"/><Relationship Id="rId7" Type="http://schemas.openxmlformats.org/officeDocument/2006/relationships/hyperlink" Target="https://github.com/quipper/aya-issues/issues/72534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quipper/aya-issues/issues/71958" TargetMode="External"/><Relationship Id="rId5" Type="http://schemas.openxmlformats.org/officeDocument/2006/relationships/hyperlink" Target="https://eowf.alc.co.jp/" TargetMode="External"/><Relationship Id="rId4" Type="http://schemas.openxmlformats.org/officeDocument/2006/relationships/hyperlink" Target="https://www.dictionary.com/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en-GB" altLang="ja-JP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Science of</a:t>
            </a:r>
            <a:br>
              <a:rPr lang="en-GB" altLang="ja-JP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Corporate Technical Documentation</a:t>
            </a:r>
            <a:br>
              <a:rPr lang="en-GB" altLang="ja-JP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for Software Engineers</a:t>
            </a:r>
            <a:endParaRPr lang="en-GB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 </a:t>
            </a:r>
            <a:r>
              <a:rPr lang="en-GB" sz="3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-Practices-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0DC6E4-5E16-C983-29A4-0B7B91FBE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11" name="タイトル 1">
            <a:extLst>
              <a:ext uri="{FF2B5EF4-FFF2-40B4-BE49-F238E27FC236}">
                <a16:creationId xmlns:a16="http://schemas.microsoft.com/office/drawing/2014/main" id="{605B66AF-41C4-4136-5CCA-E53195CE6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C20A566D-F409-458B-068C-D9450C84E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F55D7B16-EAB8-D7C4-9D49-FAC507BA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976632F9-890F-C549-4494-9D5FAC48F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24EE540B-53A5-86DD-D4E8-D52D518B7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E49FFCD3-9F33-8011-310C-9FE2A1F0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8B14E555-C622-C730-78CF-E96F65A55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A38DFD5A-8393-BA9B-7DF2-BCF43CBE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31292B-670D-973C-C567-E615E7C77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639481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D7339-AD66-EBD4-4788-7A70253E5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6C9184-6B88-325C-074D-A49B380B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5114D60F-D5C0-2F45-3A94-AEBC82E5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ECE80A-928D-4E15-FB0D-89987ABF5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201498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74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2C29B6-D406-412E-7A76-1FA73D87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406B6481-4DC3-9E66-8CF6-3FB02803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90003FA8-106A-1672-4CE2-3D0FC03FA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</a:t>
            </a:r>
            <a:r>
              <a:rPr lang="en-GB" altLang="ja-JP" sz="1400"/>
              <a:t>Tech Conferences</a:t>
            </a:r>
            <a:endParaRPr lang="en-GB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Prologue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Top 5 Inevitable Trade-Offs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Practical 10 Steps for Well-Organised Documentation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Epilogue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8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15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shared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15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items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deck </a:t>
            </a:r>
            <a:r>
              <a:rPr kumimoji="0" lang="en-GB" sz="15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Science</a:t>
            </a:r>
            <a:r>
              <a:rPr kumimoji="0" lang="en-GB" sz="1500" b="0" i="1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5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of</a:t>
            </a:r>
            <a:r>
              <a:rPr kumimoji="0" lang="en-GB" sz="1500" b="0" i="1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500" b="0" i="1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Technical</a:t>
            </a:r>
            <a:r>
              <a:rPr kumimoji="0" lang="en-GB" sz="15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Documentation </a:t>
            </a:r>
            <a:r>
              <a:rPr kumimoji="0" lang="en-GB" sz="15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for</a:t>
            </a:r>
            <a:r>
              <a:rPr kumimoji="0" lang="en-GB" sz="1500" b="0" i="1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5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Software</a:t>
            </a:r>
            <a:r>
              <a:rPr kumimoji="0" lang="en-GB" sz="1500" b="0" i="1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5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Engineers </a:t>
            </a:r>
            <a:r>
              <a:rPr kumimoji="0" lang="en-GB" sz="15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-Practices-</a:t>
            </a:r>
            <a:r>
              <a:rPr kumimoji="0" lang="en-GB" sz="15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1305" marR="0" lvl="0" indent="-26860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1305" algn="l"/>
              </a:tabLst>
              <a:defRPr/>
            </a:pPr>
            <a:r>
              <a:rPr kumimoji="0" lang="en-GB" sz="15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Top</a:t>
            </a:r>
            <a:r>
              <a:rPr kumimoji="0" lang="en-GB" sz="15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15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6</a:t>
            </a:r>
            <a:r>
              <a:rPr kumimoji="0" lang="en-GB" sz="15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15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Required</a:t>
            </a:r>
            <a:r>
              <a:rPr kumimoji="0" lang="en-GB" sz="1500" b="1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15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Factors</a:t>
            </a:r>
            <a:r>
              <a:rPr kumimoji="0" lang="en-GB" sz="15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for</a:t>
            </a:r>
            <a:r>
              <a:rPr kumimoji="0" lang="en-GB" sz="15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15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Technical</a:t>
            </a:r>
            <a:r>
              <a:rPr kumimoji="0" lang="en-GB" sz="15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15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Documentation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To</a:t>
            </a:r>
            <a:r>
              <a:rPr kumimoji="0" lang="en-GB" sz="13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Be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Scientific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To</a:t>
            </a:r>
            <a:r>
              <a:rPr kumimoji="0" lang="en-GB" sz="13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Be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Efficient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To</a:t>
            </a:r>
            <a:r>
              <a:rPr kumimoji="0" lang="en-GB" sz="13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Be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Impressive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To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Clarify</a:t>
            </a:r>
            <a:r>
              <a:rPr kumimoji="0" lang="en-GB" sz="13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Who</a:t>
            </a:r>
            <a:r>
              <a:rPr kumimoji="0" lang="en-GB" sz="1300" b="0" i="0" u="sng" strike="noStrike" kern="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Readers</a:t>
            </a:r>
            <a:r>
              <a:rPr kumimoji="0" lang="en-GB" sz="13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 Are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To</a:t>
            </a:r>
            <a:r>
              <a:rPr kumimoji="0" lang="en-GB" sz="13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Communicate</a:t>
            </a:r>
            <a:r>
              <a:rPr kumimoji="0" lang="en-GB" sz="13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between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Technicians</a:t>
            </a:r>
            <a:r>
              <a:rPr kumimoji="0" lang="en-GB" sz="1300" b="0" i="0" u="sng" strike="noStrike" kern="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and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Non-Technicians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To</a:t>
            </a:r>
            <a:r>
              <a:rPr kumimoji="0" lang="en-GB" sz="13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Design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Appropriate</a:t>
            </a:r>
            <a:r>
              <a:rPr kumimoji="0" lang="en-GB" sz="13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Workflows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1305" marR="0" lvl="0" indent="-268605" defTabSz="914400" eaLnBrk="1" fontAlgn="auto" latinLnBrk="0" hangingPunct="1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1305" algn="l"/>
              </a:tabLst>
              <a:defRPr/>
            </a:pPr>
            <a:r>
              <a:rPr kumimoji="0" lang="en-GB" sz="15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Top</a:t>
            </a:r>
            <a:r>
              <a:rPr kumimoji="0" lang="en-GB" sz="15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kumimoji="0" lang="en-GB" sz="15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5</a:t>
            </a:r>
            <a:r>
              <a:rPr kumimoji="0" lang="en-GB" sz="15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Required</a:t>
            </a:r>
            <a:r>
              <a:rPr kumimoji="0" lang="en-GB" sz="15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kumimoji="0" lang="en-GB" sz="15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Skills</a:t>
            </a:r>
            <a:r>
              <a:rPr kumimoji="0" lang="en-GB" sz="1500" b="1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kumimoji="0" lang="en-GB" sz="15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for</a:t>
            </a:r>
            <a:r>
              <a:rPr kumimoji="0" lang="en-GB" sz="15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Technical</a:t>
            </a:r>
            <a:r>
              <a:rPr kumimoji="0" lang="en-GB" sz="15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kumimoji="0" lang="en-GB" sz="15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Documentation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Ability</a:t>
            </a:r>
            <a:r>
              <a:rPr kumimoji="0" lang="en-GB" sz="1300" b="0" i="0" u="sng" strike="noStrike" kern="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to</a:t>
            </a:r>
            <a:r>
              <a:rPr kumimoji="0" lang="en-GB" sz="1300" b="0" i="0" u="sng" strike="noStrike" kern="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Get</a:t>
            </a:r>
            <a:r>
              <a:rPr kumimoji="0" lang="en-GB" sz="1300" b="0" i="0" u="sng" strike="noStrike" kern="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Readers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 Well-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Informed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Ability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to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 Collaborate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with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 Stakeholders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Ability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to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Solve</a:t>
            </a:r>
            <a:r>
              <a:rPr kumimoji="0" lang="en-GB" sz="13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a</a:t>
            </a:r>
            <a:r>
              <a:rPr kumimoji="0" lang="en-GB" sz="13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Problem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by</a:t>
            </a:r>
            <a:r>
              <a:rPr kumimoji="0" lang="en-GB" sz="13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Yourself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Ability</a:t>
            </a:r>
            <a:r>
              <a:rPr kumimoji="0" lang="en-GB" sz="13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to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Manage</a:t>
            </a:r>
            <a:r>
              <a:rPr kumimoji="0" lang="en-GB" sz="13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Resources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and</a:t>
            </a:r>
            <a:r>
              <a:rPr kumimoji="0" lang="en-GB" sz="13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Costs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Ability</a:t>
            </a:r>
            <a:r>
              <a:rPr kumimoji="0" lang="en-GB" sz="13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to</a:t>
            </a:r>
            <a:r>
              <a:rPr kumimoji="0" lang="en-GB" sz="13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Predict</a:t>
            </a:r>
            <a:r>
              <a:rPr kumimoji="0" lang="en-GB" sz="13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Potential</a:t>
            </a:r>
            <a:r>
              <a:rPr kumimoji="0" lang="en-GB" sz="13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Issues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1305" marR="0" lvl="0" indent="-268605" defTabSz="914400" eaLnBrk="1" fontAlgn="auto" latinLnBrk="0" hangingPunct="1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1305" algn="l"/>
              </a:tabLst>
              <a:defRPr/>
            </a:pPr>
            <a:r>
              <a:rPr kumimoji="0" lang="en-GB" sz="15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Top</a:t>
            </a:r>
            <a:r>
              <a:rPr kumimoji="0" lang="en-GB" sz="15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kumimoji="0" lang="en-GB" sz="15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3</a:t>
            </a:r>
            <a:r>
              <a:rPr kumimoji="0" lang="en-GB" sz="15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kumimoji="0" lang="en-GB" sz="15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Benefits</a:t>
            </a:r>
            <a:r>
              <a:rPr kumimoji="0" lang="en-GB" sz="15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kumimoji="0" lang="en-GB" sz="15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of</a:t>
            </a:r>
            <a:r>
              <a:rPr kumimoji="0" lang="en-GB" sz="15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 Well-</a:t>
            </a:r>
            <a:r>
              <a:rPr kumimoji="0" lang="en-GB" sz="15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Organised</a:t>
            </a:r>
            <a:r>
              <a:rPr kumimoji="0" lang="en-GB" sz="15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kumimoji="0" lang="en-GB" sz="15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Technical</a:t>
            </a:r>
            <a:r>
              <a:rPr kumimoji="0" lang="en-GB" sz="15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kumimoji="0" lang="en-GB" sz="15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Documentation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Growth</a:t>
            </a:r>
            <a:r>
              <a:rPr kumimoji="0" lang="en-GB" sz="13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of</a:t>
            </a:r>
            <a:r>
              <a:rPr kumimoji="0" lang="en-GB" sz="13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Trust</a:t>
            </a:r>
            <a:r>
              <a:rPr kumimoji="0" lang="en-GB" sz="13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in</a:t>
            </a:r>
            <a:r>
              <a:rPr kumimoji="0" lang="en-GB" sz="13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Your</a:t>
            </a:r>
            <a:r>
              <a:rPr kumimoji="0" lang="en-GB" sz="13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Organisation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Mid-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to-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Long</a:t>
            </a:r>
            <a:r>
              <a:rPr kumimoji="0" lang="en-GB" sz="1300" b="0" i="0" u="sng" strike="noStrike" kern="0" cap="none" spc="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 </a:t>
            </a:r>
            <a:r>
              <a:rPr kumimoji="0" lang="en-GB" sz="13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Term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Advancement</a:t>
            </a:r>
            <a:r>
              <a:rPr kumimoji="0" lang="en-GB" sz="1300" b="0" i="0" u="sng" strike="noStrike" kern="0" cap="none" spc="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of</a:t>
            </a:r>
            <a:r>
              <a:rPr kumimoji="0" lang="en-GB" sz="1300" b="0" i="0" u="sng" strike="noStrike" kern="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Productivity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Mid-</a:t>
            </a:r>
            <a:r>
              <a:rPr kumimoji="0" lang="en-GB" sz="13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to-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Long</a:t>
            </a:r>
            <a:r>
              <a:rPr kumimoji="0" lang="en-GB" sz="1300" b="0" i="0" u="sng" strike="noStrike" kern="0" cap="none" spc="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 </a:t>
            </a:r>
            <a:r>
              <a:rPr kumimoji="0" lang="en-GB" sz="13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Term</a:t>
            </a:r>
            <a:r>
              <a:rPr kumimoji="0" lang="en-GB" sz="13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 </a:t>
            </a:r>
            <a:r>
              <a:rPr kumimoji="0" lang="en-GB" sz="13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Cost</a:t>
            </a:r>
            <a:r>
              <a:rPr kumimoji="0" lang="en-GB" sz="13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 </a:t>
            </a:r>
            <a:r>
              <a:rPr kumimoji="0" lang="en-GB" sz="13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Reduction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gave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notice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Top</a:t>
            </a:r>
            <a:r>
              <a:rPr kumimoji="0" lang="en-GB" sz="2400" b="0" i="1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5</a:t>
            </a:r>
            <a:r>
              <a:rPr kumimoji="0" lang="en-GB" sz="2400" b="0" i="1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Inevitable</a:t>
            </a:r>
            <a:r>
              <a:rPr kumimoji="0" lang="en-GB" sz="2400" b="0" i="1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1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Trade-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Offs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analysed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trade-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forced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face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carrying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practices.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Considering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discuss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most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efficient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procedures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order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complete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keeping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blockers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minimum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benefit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maximum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adopted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deck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66469" lvl="0" indent="0" defTabSz="914400" eaLnBrk="1" fontAlgn="auto" latinLnBrk="0" hangingPunct="1">
              <a:lnSpc>
                <a:spcPts val="25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Basics</a:t>
            </a:r>
            <a:r>
              <a:rPr kumimoji="0" lang="en-GB" sz="2400" b="0" i="1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Of</a:t>
            </a:r>
            <a:r>
              <a:rPr kumimoji="0" lang="en-GB" sz="2400" b="0" i="1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Technical</a:t>
            </a:r>
            <a:r>
              <a:rPr kumimoji="0" lang="en-GB" sz="2400" b="0" i="1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Documentation</a:t>
            </a:r>
            <a:r>
              <a:rPr kumimoji="0" lang="en-GB" sz="2400" b="0" i="1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For</a:t>
            </a:r>
            <a:r>
              <a:rPr kumimoji="0" lang="en-GB" sz="2400" b="0" i="1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Engineers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Ayca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LITTLE,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Published</a:t>
            </a:r>
            <a:r>
              <a:rPr kumimoji="0" lang="en-GB" sz="2400" b="0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DatasheetEST</a:t>
            </a:r>
            <a:r>
              <a:rPr kumimoji="0" lang="en-GB" sz="2400" b="0" i="1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by</a:t>
            </a:r>
            <a:r>
              <a:rPr kumimoji="0" lang="en-GB" sz="2400" b="0" i="1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1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TDSmaker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25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April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2018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234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inevitable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trade-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2110" marR="0" lvl="0" indent="-3594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2110" algn="l"/>
              </a:tabLst>
              <a:defRPr/>
            </a:pP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Cynical</a:t>
            </a:r>
            <a:r>
              <a:rPr kumimoji="0" lang="en-GB" sz="2400" b="1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Recursive</a:t>
            </a:r>
            <a:r>
              <a:rPr kumimoji="0" lang="en-GB" sz="2400" b="1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Dependency</a:t>
            </a:r>
            <a:r>
              <a:rPr kumimoji="0" lang="en-GB" sz="24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of</a:t>
            </a:r>
            <a:r>
              <a:rPr kumimoji="0" lang="en-GB" sz="2400" b="1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Work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2110" marR="0" lvl="0" indent="-359410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2110" algn="l"/>
              </a:tabLst>
              <a:defRPr/>
            </a:pP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Agreements</a:t>
            </a:r>
            <a:r>
              <a:rPr kumimoji="0" lang="en-GB" sz="2400" b="1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to</a:t>
            </a:r>
            <a:r>
              <a:rPr kumimoji="0" lang="en-GB" sz="2400" b="1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Make</a:t>
            </a:r>
            <a:r>
              <a:rPr kumimoji="0" lang="en-GB" sz="2400" b="1" i="0" u="sng" strike="noStrike" kern="0" cap="none" spc="-7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with</a:t>
            </a:r>
            <a:r>
              <a:rPr kumimoji="0" lang="en-GB" sz="2400" b="1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Team</a:t>
            </a:r>
            <a:r>
              <a:rPr kumimoji="0" lang="en-GB" sz="2400" b="1" i="0" u="sng" strike="noStrike" kern="0" cap="none" spc="-7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Members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2110" marR="0" lvl="0" indent="-359410" defTabSz="91440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2110" algn="l"/>
              </a:tabLst>
              <a:defRPr/>
            </a:pP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The</a:t>
            </a:r>
            <a:r>
              <a:rPr kumimoji="0" lang="en-GB" sz="24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More</a:t>
            </a:r>
            <a:r>
              <a:rPr kumimoji="0" lang="en-GB" sz="24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Stakeholders,</a:t>
            </a:r>
            <a:r>
              <a:rPr kumimoji="0" lang="en-GB" sz="24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The</a:t>
            </a:r>
            <a:r>
              <a:rPr kumimoji="0" lang="en-GB" sz="24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Less</a:t>
            </a:r>
            <a:r>
              <a:rPr kumimoji="0" lang="en-GB" sz="24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Quality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2110" marR="0" lvl="0" indent="-359410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2110" algn="l"/>
              </a:tabLst>
              <a:defRPr/>
            </a:pP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Responsibility</a:t>
            </a:r>
            <a:r>
              <a:rPr kumimoji="0" lang="en-GB" sz="24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of</a:t>
            </a:r>
            <a:r>
              <a:rPr kumimoji="0" lang="en-GB" sz="24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Continuous</a:t>
            </a:r>
            <a:r>
              <a:rPr kumimoji="0" lang="en-GB" sz="24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Maintenance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2110" marR="0" lvl="0" indent="-359410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2110" algn="l"/>
              </a:tabLst>
              <a:defRPr/>
            </a:pP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Difficulty</a:t>
            </a:r>
            <a:r>
              <a:rPr kumimoji="0" lang="en-GB" sz="24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in</a:t>
            </a:r>
            <a:r>
              <a:rPr kumimoji="0" lang="en-GB" sz="2400" b="1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Find</a:t>
            </a:r>
            <a:r>
              <a:rPr kumimoji="0" lang="en-GB" sz="24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Out</a:t>
            </a:r>
            <a:r>
              <a:rPr kumimoji="0" lang="en-GB" sz="24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the</a:t>
            </a:r>
            <a:r>
              <a:rPr kumimoji="0" lang="en-GB" sz="24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Upper</a:t>
            </a:r>
            <a:r>
              <a:rPr kumimoji="0" lang="en-GB" sz="24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Limit</a:t>
            </a:r>
            <a:r>
              <a:rPr kumimoji="0" lang="en-GB" sz="24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of</a:t>
            </a:r>
            <a:r>
              <a:rPr kumimoji="0" lang="en-GB" sz="2400" b="1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Investment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1.</a:t>
            </a:r>
            <a:r>
              <a:rPr kumimoji="0" lang="en-GB" sz="26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Cynical</a:t>
            </a:r>
            <a:r>
              <a:rPr kumimoji="0" lang="en-GB" sz="26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Recursive</a:t>
            </a:r>
            <a:r>
              <a:rPr kumimoji="0" lang="en-GB" sz="26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Dependency</a:t>
            </a:r>
            <a:r>
              <a:rPr kumimoji="0" lang="en-GB" sz="26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600" b="1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</a:t>
            </a:r>
            <a:endParaRPr kumimoji="0" lang="en-GB" sz="2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366395" lvl="0" indent="0" defTabSz="914400" eaLnBrk="1" fontAlgn="auto" latinLnBrk="0" hangingPunct="1">
              <a:lnSpc>
                <a:spcPct val="801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certain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knowledge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management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processes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heavily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dependent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specific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member,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software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engineers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22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action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resolve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dependency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enable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inherit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46685" lvl="0" indent="0" defTabSz="914400" eaLnBrk="1" fontAlgn="auto" latinLnBrk="0" hangingPunct="1">
              <a:lnSpc>
                <a:spcPts val="2110"/>
              </a:lnSpc>
              <a:spcBef>
                <a:spcPts val="9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2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means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exterminate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dependency;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2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familiar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target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knowledge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management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process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until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done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23825" lvl="0" indent="0" defTabSz="914400" eaLnBrk="1" fontAlgn="auto" latinLnBrk="0" hangingPunct="1">
              <a:lnSpc>
                <a:spcPts val="211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delegate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tasks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knowledge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management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process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complicated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deal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80"/>
              </a:lnSpc>
              <a:spcBef>
                <a:spcPts val="4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Otherwise,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lecture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costs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easily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surpass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those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so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allowed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build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coalition.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very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reason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exterminate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dependencies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recursively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dependent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1223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265" marR="0" lvl="0" indent="-329565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42265" algn="l"/>
              </a:tabLst>
              <a:defRPr/>
            </a:pP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Cynical</a:t>
            </a:r>
            <a:r>
              <a:rPr kumimoji="0" lang="en-GB" sz="26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Recursive</a:t>
            </a:r>
            <a:r>
              <a:rPr kumimoji="0" lang="en-GB" sz="26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Dependency</a:t>
            </a:r>
            <a:r>
              <a:rPr kumimoji="0" lang="en-GB" sz="26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6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endParaRPr kumimoji="0" lang="en-GB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best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solution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trade-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choose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either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strategies.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1" indent="-36131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Accept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themselves.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1" indent="-361315" defTabSz="91440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lecturing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distribute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balanced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loads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collaborative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myself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chose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Strategy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succeeded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acquiring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comprehensive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deep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domain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knowledge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skills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organise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complicated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profound information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exchange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serious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damage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my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mental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health.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78765" lvl="0" indent="0" defTabSz="914400" eaLnBrk="1" fontAlgn="auto" latinLnBrk="0" hangingPunct="1">
              <a:lnSpc>
                <a:spcPct val="8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stick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self-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contained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working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style,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Strategy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much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wiser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choice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mental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health.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982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2.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Agreements</a:t>
            </a:r>
            <a:r>
              <a:rPr kumimoji="0" lang="en-GB" sz="28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team,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quality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deliverables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heavily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depends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whereas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loads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equally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distributed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12700" marR="161290" lvl="0" indent="0" defTabSz="914400" eaLnBrk="1" fontAlgn="auto" latinLnBrk="0" hangingPunct="1">
              <a:lnSpc>
                <a:spcPct val="9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Particularly,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huger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experiences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among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members,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likely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the</a:t>
            </a:r>
            <a:r>
              <a:rPr kumimoji="0" lang="en-GB" sz="2400" b="0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review</a:t>
            </a:r>
            <a:r>
              <a:rPr kumimoji="0" lang="en-GB" sz="2400" b="0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phrase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fail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resolve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ununified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formats,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description</a:t>
            </a:r>
            <a:r>
              <a:rPr kumimoji="0" lang="en-GB" sz="2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expressions.</a:t>
            </a:r>
          </a:p>
          <a:p>
            <a:pPr marL="12700" marR="448309" lvl="0" indent="0" defTabSz="914400" eaLnBrk="1" fontAlgn="auto" latinLnBrk="0" hangingPunct="1">
              <a:lnSpc>
                <a:spcPts val="259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Creating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guideline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might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idea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watch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grammatical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collocational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mistakes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design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guideline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Interface.</a:t>
            </a:r>
          </a:p>
          <a:p>
            <a:pPr marL="12700" marR="405765" lvl="0" indent="0" defTabSz="914400" eaLnBrk="1" fontAlgn="auto" latinLnBrk="0" hangingPunct="1">
              <a:lnSpc>
                <a:spcPts val="259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writer,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turn,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likely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feel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uncomfortable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itself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circumstances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trusted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ruled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strict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guideline.</a:t>
            </a:r>
          </a:p>
        </p:txBody>
      </p:sp>
    </p:spTree>
    <p:extLst>
      <p:ext uri="{BB962C8B-B14F-4D97-AF65-F5344CB8AC3E}">
        <p14:creationId xmlns:p14="http://schemas.microsoft.com/office/powerpoint/2010/main" val="667050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ts val="3329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2.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Agreements</a:t>
            </a:r>
            <a:r>
              <a:rPr kumimoji="0" lang="en-GB" sz="28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took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initiative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made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basic</a:t>
            </a:r>
          </a:p>
          <a:p>
            <a:pPr marL="12700" marR="0" lvl="0" indent="0" defTabSz="914400" eaLnBrk="1" fontAlgn="auto" latinLnBrk="0" hangingPunct="1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agreements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members.</a:t>
            </a:r>
          </a:p>
          <a:p>
            <a:pPr marL="372110" marR="0" lvl="0" indent="-359410" defTabSz="914400" eaLnBrk="1" fontAlgn="auto" latinLnBrk="0" hangingPunct="1">
              <a:lnSpc>
                <a:spcPts val="2845"/>
              </a:lnSpc>
              <a:spcBef>
                <a:spcPts val="272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2110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Entire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Structure</a:t>
            </a:r>
            <a:r>
              <a:rPr kumimoji="0" lang="en-GB" sz="24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Sections</a:t>
            </a:r>
            <a:r>
              <a:rPr kumimoji="0" lang="en-GB" sz="2400" b="1" i="0" u="none" strike="noStrike" kern="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Chapters</a:t>
            </a:r>
          </a:p>
          <a:p>
            <a:pPr marL="371475" marR="0" lvl="0" indent="-358775" defTabSz="91440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1475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Working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Costs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Section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Chapter(Story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Point)</a:t>
            </a:r>
          </a:p>
          <a:p>
            <a:pPr marL="372110" marR="0" lvl="0" indent="-359410" defTabSz="91440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2110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Assignment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Scheme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Assignee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Section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Chapter</a:t>
            </a:r>
          </a:p>
          <a:p>
            <a:pPr marL="372110" marR="0" lvl="0" indent="-359410" defTabSz="91440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2110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Commonly</a:t>
            </a:r>
            <a:r>
              <a:rPr kumimoji="0" lang="en-GB" sz="2400" b="1" i="0" u="none" strike="noStrike" kern="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Drawing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Tools</a:t>
            </a:r>
          </a:p>
          <a:p>
            <a:pPr marL="372110" marR="0" lvl="0" indent="-359410" defTabSz="914400" eaLnBrk="1" fontAlgn="auto" latinLnBrk="0" hangingPunct="1">
              <a:lnSpc>
                <a:spcPts val="28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2110" algn="l"/>
              </a:tabLst>
              <a:defRPr/>
            </a:pP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Workflows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sng" strike="noStrike" kern="0" cap="none" spc="-10" normalizeH="0" baseline="0" noProof="0" dirty="0">
              <a:ln>
                <a:noFill/>
              </a:ln>
              <a:solidFill>
                <a:srgbClr val="0462C1"/>
              </a:solidFill>
              <a:effectLst/>
              <a:uLnTx/>
              <a:uFill>
                <a:solidFill>
                  <a:srgbClr val="0462C1"/>
                </a:solidFill>
              </a:uFill>
              <a:latin typeface="Calibri"/>
              <a:ea typeface="+mn-ea"/>
              <a:cs typeface="Calibri"/>
              <a:hlinkClick r:id="rId3"/>
            </a:endParaRPr>
          </a:p>
          <a:p>
            <a:pPr marL="12700" marR="5080" lvl="0" indent="0" defTabSz="91440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Thanks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basic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agreements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stead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strict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rules,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comfortable</a:t>
            </a:r>
            <a:r>
              <a:rPr kumimoji="0" lang="en-GB" sz="2400" b="1" i="0" u="none" strike="noStrike" kern="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working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experiences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well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insurance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quality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were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successfully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secured.</a:t>
            </a:r>
          </a:p>
        </p:txBody>
      </p:sp>
    </p:spTree>
    <p:extLst>
      <p:ext uri="{BB962C8B-B14F-4D97-AF65-F5344CB8AC3E}">
        <p14:creationId xmlns:p14="http://schemas.microsoft.com/office/powerpoint/2010/main" val="3511931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3.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Stakeholders,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Quality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354965" lvl="0" indent="0" defTabSz="91440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personal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personally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updated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modified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long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agreement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made.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However,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division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company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involved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project,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large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number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harder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accurate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timely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latest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because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passed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Broken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Telephone.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39750" lvl="0" indent="0" defTabSz="91440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worse,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painstaking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arrive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agreement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changed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updated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6985" lvl="0" indent="0" defTabSz="91440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say,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shared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among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such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huge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never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easy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deal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1095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3.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Stakeholders,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Quality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377190" lvl="0" indent="0" defTabSz="914400" eaLnBrk="1" fontAlgn="auto" latinLnBrk="0" hangingPunct="1">
              <a:lnSpc>
                <a:spcPts val="259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best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solution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trade-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focus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readers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really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minimise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number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Concretely,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had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better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cut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teeth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starts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small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scope</a:t>
            </a:r>
            <a:r>
              <a:rPr kumimoji="0" lang="en-GB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reflect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required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little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little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7620" lvl="0" indent="0" defTabSz="91440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clearly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expected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redo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scratch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deliver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magnificent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blueprint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milestones.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74930" lvl="0" indent="0" defTabSz="91440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Instead,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settle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down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small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imaginable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deliverables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grow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long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period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4127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4.</a:t>
            </a:r>
            <a:r>
              <a:rPr kumimoji="0" lang="en-GB" sz="26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Responsibility</a:t>
            </a:r>
            <a:r>
              <a:rPr kumimoji="0" lang="en-GB" sz="2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6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Continuous</a:t>
            </a:r>
            <a:r>
              <a:rPr kumimoji="0" lang="en-GB" sz="26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Maintenance</a:t>
            </a:r>
            <a:endParaRPr kumimoji="0" lang="en-GB" sz="2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75"/>
              </a:lnSpc>
              <a:spcBef>
                <a:spcPts val="4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Once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start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documentation,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quality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stay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greater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certain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level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benefits;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otherwise,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worthless.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Obsolete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confusions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after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falling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behind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latest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requirements,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nothing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lang="en-GB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harmful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rubbish.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Leaving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rubbish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does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harm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maintenance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costs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noises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searching.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60350" lvl="0" indent="0" defTabSz="914400" eaLnBrk="1" fontAlgn="auto" latinLnBrk="0" hangingPunct="1">
              <a:lnSpc>
                <a:spcPts val="211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worst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case,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costs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invested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could</a:t>
            </a:r>
            <a:r>
              <a:rPr kumimoji="0" lang="en-GB" sz="2200" b="0" i="0" u="none" strike="noStrike" kern="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forced</a:t>
            </a:r>
            <a:r>
              <a:rPr kumimoji="0" lang="en-GB" sz="22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another</a:t>
            </a:r>
            <a:r>
              <a:rPr kumimoji="0" lang="en-GB" sz="22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scratch,</a:t>
            </a:r>
            <a:r>
              <a:rPr kumimoji="0" lang="en-GB" sz="22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definitely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lead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additional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costs.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important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standard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quality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84785" lvl="0" indent="0" defTabSz="91440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chances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most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organisations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consciously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unconsciously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aware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fact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mentioned</a:t>
            </a:r>
            <a:r>
              <a:rPr kumimoji="0" lang="en-GB" sz="22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above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willing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1650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265" marR="0" lvl="0" indent="-329565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AutoNum type="arabicPeriod" startAt="4"/>
              <a:tabLst>
                <a:tab pos="342265" algn="l"/>
              </a:tabLst>
              <a:defRPr/>
            </a:pP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Responsibility</a:t>
            </a:r>
            <a:r>
              <a:rPr kumimoji="0" lang="en-GB" sz="26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6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Continuous</a:t>
            </a:r>
            <a:r>
              <a:rPr kumimoji="0" lang="en-GB" sz="26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Maintenance</a:t>
            </a:r>
            <a:endParaRPr kumimoji="0" lang="en-GB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best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solution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trade-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choose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both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strategies.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1" indent="-361315" defTabSz="91440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lang="en-GB" sz="22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quality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 technical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allocated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0" defTabSz="91440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someone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superior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authorised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such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writer's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boss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manager.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98500" marR="0" lvl="2" indent="-228600" defTabSz="91440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Tx/>
              <a:buFont typeface="Arial MT"/>
              <a:buChar char="•"/>
              <a:tabLst>
                <a:tab pos="698500" algn="l"/>
              </a:tabLst>
              <a:defRPr/>
            </a:pPr>
            <a:r>
              <a:rPr kumimoji="0" lang="en-GB" sz="19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Top</a:t>
            </a:r>
            <a:r>
              <a:rPr kumimoji="0" lang="en-GB" sz="19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9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6</a:t>
            </a:r>
            <a:r>
              <a:rPr kumimoji="0" lang="en-GB" sz="19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9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Required</a:t>
            </a:r>
            <a:r>
              <a:rPr kumimoji="0" lang="en-GB" sz="19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9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Factors</a:t>
            </a:r>
            <a:r>
              <a:rPr kumimoji="0" lang="en-GB" sz="19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9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for</a:t>
            </a:r>
            <a:r>
              <a:rPr kumimoji="0" lang="en-GB" sz="19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9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Corporate</a:t>
            </a:r>
            <a:r>
              <a:rPr kumimoji="0" lang="en-GB" sz="19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9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Technical</a:t>
            </a:r>
            <a:r>
              <a:rPr kumimoji="0" lang="en-GB" sz="19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19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Documentation</a:t>
            </a:r>
            <a:r>
              <a:rPr kumimoji="0" lang="en-GB" sz="1900" b="0" i="0" u="none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must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secured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least.</a:t>
            </a:r>
            <a:endParaRPr kumimoji="0" lang="en-GB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159385" lvl="1" indent="-361950" defTabSz="914400" eaLnBrk="1" fontAlgn="auto" latinLnBrk="0" hangingPunct="1">
              <a:lnSpc>
                <a:spcPts val="2110"/>
              </a:lnSpc>
              <a:spcBef>
                <a:spcPts val="969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>
                <a:tab pos="374015" algn="l"/>
              </a:tabLst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Involve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build</a:t>
            </a:r>
            <a:r>
              <a:rPr kumimoji="0" lang="en-GB" sz="22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coalition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done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within</a:t>
            </a:r>
            <a:r>
              <a:rPr kumimoji="0" lang="en-GB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estimated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98500" marR="0" lvl="2" indent="-228600" defTabSz="914400" eaLnBrk="1" fontAlgn="auto" latinLnBrk="0" hangingPunct="1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98500" algn="l"/>
              </a:tabLst>
              <a:defRPr/>
            </a:pP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aware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shortest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delivery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required</a:t>
            </a:r>
            <a:r>
              <a:rPr kumimoji="0" lang="en-GB" sz="1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quality.</a:t>
            </a:r>
            <a:endParaRPr kumimoji="0" lang="en-GB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5080" lvl="1" indent="-361950" defTabSz="914400" eaLnBrk="1" fontAlgn="auto" latinLnBrk="0" hangingPunct="1">
              <a:lnSpc>
                <a:spcPct val="800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>
                <a:tab pos="374015" algn="l"/>
              </a:tabLst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pay,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highly</a:t>
            </a:r>
            <a:r>
              <a:rPr kumimoji="0" lang="en-GB" sz="22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recommended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archive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values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enjoy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put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requirements,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knowledge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processes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3287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5 Inevitable Trade-Offs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5.</a:t>
            </a:r>
            <a:r>
              <a:rPr kumimoji="0" lang="en-GB" sz="26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Difficulty</a:t>
            </a:r>
            <a:r>
              <a:rPr kumimoji="0" lang="en-GB" sz="26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6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lang="en-GB" sz="26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</a:t>
            </a:r>
            <a:r>
              <a:rPr kumimoji="0" lang="en-GB" sz="26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6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Upper</a:t>
            </a:r>
            <a:r>
              <a:rPr kumimoji="0" lang="en-GB" sz="26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Limit</a:t>
            </a:r>
            <a:r>
              <a:rPr kumimoji="0" lang="en-GB" sz="26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6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Investment</a:t>
            </a:r>
            <a:endParaRPr kumimoji="0" lang="en-GB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98755" lvl="0" indent="0" defTabSz="914400" eaLnBrk="1" fontAlgn="auto" latinLnBrk="0" hangingPunct="1">
              <a:lnSpc>
                <a:spcPts val="238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fact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itself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earns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money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difficult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accurately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judge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ROI(Return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Investment).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169670" lvl="0" indent="0" defTabSz="914400" eaLnBrk="1" fontAlgn="auto" latinLnBrk="0" hangingPunct="1">
              <a:lnSpc>
                <a:spcPts val="238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often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gaps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budget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actual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due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potential contingencies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turns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after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gets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started.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76225" lvl="0" indent="0" defTabSz="914400" eaLnBrk="1" fontAlgn="auto" latinLnBrk="0" hangingPunct="1">
              <a:lnSpc>
                <a:spcPts val="238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very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reason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strongly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an</a:t>
            </a:r>
            <a:r>
              <a:rPr kumimoji="0" lang="en-GB" sz="22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ability</a:t>
            </a:r>
            <a:r>
              <a:rPr kumimoji="0" lang="en-GB" sz="22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to</a:t>
            </a:r>
            <a:r>
              <a:rPr kumimoji="0" lang="en-GB" sz="22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2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manage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resources</a:t>
            </a:r>
            <a:r>
              <a:rPr kumimoji="0" lang="en-GB" sz="22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and</a:t>
            </a:r>
            <a:r>
              <a:rPr kumimoji="0" lang="en-GB" sz="22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2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costs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5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Unfortunately,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silver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bullet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trade-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undergo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5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activities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personally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Detection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contingencies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requires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acquisition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theories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practices.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1746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3500" b="1" dirty="0">
                <a:latin typeface="Calibri (Headings)"/>
              </a:rPr>
              <a:t>3. Practical 10 Steps for Well-Organised Documentation</a:t>
            </a:r>
            <a:endParaRPr lang="en-GB" sz="35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defTabSz="914400" eaLnBrk="1" fontAlgn="auto" latinLnBrk="0" hangingPunct="1">
              <a:lnSpc>
                <a:spcPct val="70000"/>
              </a:lnSpc>
              <a:spcBef>
                <a:spcPts val="8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Considering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Top</a:t>
            </a:r>
            <a:r>
              <a:rPr kumimoji="0" lang="en-GB" sz="22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5</a:t>
            </a:r>
            <a:r>
              <a:rPr kumimoji="0" lang="en-GB" sz="22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Inevitable</a:t>
            </a:r>
            <a:r>
              <a:rPr kumimoji="0" lang="en-GB" sz="22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2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Trade-</a:t>
            </a: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Offs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chapter,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supposed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practical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steps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maximise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benefits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 document.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ts val="2495"/>
              </a:lnSpc>
              <a:spcBef>
                <a:spcPts val="205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1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To</a:t>
            </a:r>
            <a:r>
              <a:rPr kumimoji="0" lang="en-GB" sz="22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Clarify</a:t>
            </a:r>
            <a:r>
              <a:rPr kumimoji="0" lang="en-GB" sz="2200" b="1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5Ws</a:t>
            </a:r>
            <a:r>
              <a:rPr kumimoji="0" lang="en-GB" sz="22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and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22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1H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ts val="23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1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To</a:t>
            </a:r>
            <a:r>
              <a:rPr kumimoji="0" lang="en-GB" sz="22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Clarify</a:t>
            </a:r>
            <a:r>
              <a:rPr kumimoji="0" lang="en-GB" sz="2200" b="1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Ownership</a:t>
            </a:r>
            <a:r>
              <a:rPr kumimoji="0" lang="en-GB" sz="22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and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Stakeholders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ts val="23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1" i="0" u="sng" strike="noStrike" kern="0" cap="none" spc="-9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To</a:t>
            </a:r>
            <a:r>
              <a:rPr kumimoji="0" lang="en-GB" sz="2200" b="1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Determine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Where</a:t>
            </a:r>
            <a:r>
              <a:rPr kumimoji="0" lang="en-GB" sz="22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the</a:t>
            </a:r>
            <a:r>
              <a:rPr kumimoji="0" lang="en-GB" sz="22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Document</a:t>
            </a:r>
            <a:r>
              <a:rPr kumimoji="0" lang="en-GB" sz="22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is</a:t>
            </a:r>
            <a:r>
              <a:rPr kumimoji="0" lang="en-GB" sz="2200" b="1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Placed</a:t>
            </a:r>
            <a:r>
              <a:rPr kumimoji="0" lang="en-GB" sz="2200" b="1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and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Published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ts val="23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1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To</a:t>
            </a:r>
            <a:r>
              <a:rPr kumimoji="0" lang="en-GB" sz="22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List</a:t>
            </a:r>
            <a:r>
              <a:rPr kumimoji="0" lang="en-GB" sz="22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Up</a:t>
            </a:r>
            <a:r>
              <a:rPr kumimoji="0" lang="en-GB" sz="22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Information</a:t>
            </a:r>
            <a:r>
              <a:rPr kumimoji="0" lang="en-GB" sz="2200" b="1" i="0" u="sng" strike="noStrike" kern="0" cap="none" spc="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to</a:t>
            </a:r>
            <a:r>
              <a:rPr kumimoji="0" lang="en-GB" sz="22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Be</a:t>
            </a:r>
            <a:r>
              <a:rPr kumimoji="0" lang="en-GB" sz="22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on</a:t>
            </a:r>
            <a:r>
              <a:rPr kumimoji="0" lang="en-GB" sz="22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Document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ts val="23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1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To</a:t>
            </a:r>
            <a:r>
              <a:rPr kumimoji="0" lang="en-GB" sz="22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Design</a:t>
            </a:r>
            <a:r>
              <a:rPr kumimoji="0" lang="en-GB" sz="2200" b="1" i="0" u="sng" strike="noStrike" kern="0" cap="none" spc="-114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Overall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Structure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ts val="23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1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To</a:t>
            </a:r>
            <a:r>
              <a:rPr kumimoji="0" lang="en-GB" sz="22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Agree</a:t>
            </a:r>
            <a:r>
              <a:rPr kumimoji="0" lang="en-GB" sz="2200" b="1" i="0" u="sng" strike="noStrike" kern="0" cap="none" spc="-10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with</a:t>
            </a:r>
            <a:r>
              <a:rPr kumimoji="0" lang="en-GB" sz="2200" b="1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What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Format</a:t>
            </a:r>
            <a:r>
              <a:rPr kumimoji="0" lang="en-GB" sz="22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and</a:t>
            </a:r>
            <a:r>
              <a:rPr kumimoji="0" lang="en-GB" sz="2200" b="1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Description</a:t>
            </a:r>
            <a:r>
              <a:rPr kumimoji="0" lang="en-GB" sz="22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22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Tools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to</a:t>
            </a:r>
            <a:r>
              <a:rPr kumimoji="0" lang="en-GB" sz="2200" b="1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22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Use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ts val="23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1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To</a:t>
            </a:r>
            <a:r>
              <a:rPr kumimoji="0" lang="en-GB" sz="22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Evaluate</a:t>
            </a:r>
            <a:r>
              <a:rPr kumimoji="0" lang="en-GB" sz="22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Difficulty</a:t>
            </a:r>
            <a:r>
              <a:rPr kumimoji="0" lang="en-GB" sz="22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in</a:t>
            </a:r>
            <a:r>
              <a:rPr kumimoji="0" lang="en-GB" sz="2200" b="1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Documentation</a:t>
            </a:r>
            <a:r>
              <a:rPr kumimoji="0" lang="en-GB" sz="2200" b="1" i="0" u="sng" strike="noStrike" kern="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in</a:t>
            </a:r>
            <a:r>
              <a:rPr kumimoji="0" lang="en-GB" sz="2200" b="1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Each</a:t>
            </a:r>
            <a:r>
              <a:rPr kumimoji="0" lang="en-GB" sz="22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Section</a:t>
            </a:r>
            <a:r>
              <a:rPr kumimoji="0" lang="en-GB" sz="22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and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Chapter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ts val="23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1" i="0" u="sng" strike="noStrike" kern="0" cap="none" spc="-9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To</a:t>
            </a:r>
            <a:r>
              <a:rPr kumimoji="0" lang="en-GB" sz="2200" b="1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Assign</a:t>
            </a:r>
            <a:r>
              <a:rPr kumimoji="0" lang="en-GB" sz="2200" b="1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Members</a:t>
            </a:r>
            <a:r>
              <a:rPr kumimoji="0" lang="en-GB" sz="22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to</a:t>
            </a:r>
            <a:r>
              <a:rPr kumimoji="0" lang="en-GB" sz="2200" b="1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Each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Section</a:t>
            </a:r>
            <a:r>
              <a:rPr kumimoji="0" lang="en-GB" sz="22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and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Chapter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ts val="23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1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kumimoji="0" lang="en-GB" sz="2200" b="1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Review</a:t>
            </a:r>
            <a:r>
              <a:rPr kumimoji="0" lang="en-GB" sz="2200" b="1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the</a:t>
            </a:r>
            <a:r>
              <a:rPr kumimoji="0" lang="en-GB" sz="22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Document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2745" marR="0" lvl="0" indent="-369570" defTabSz="914400" eaLnBrk="1" fontAlgn="auto" latinLnBrk="0" hangingPunct="1">
              <a:lnSpc>
                <a:spcPts val="24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2745" algn="l"/>
              </a:tabLst>
              <a:defRPr/>
            </a:pPr>
            <a:r>
              <a:rPr kumimoji="0" lang="en-GB" sz="2200" b="1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To</a:t>
            </a:r>
            <a:r>
              <a:rPr kumimoji="0" lang="en-GB" sz="22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Publish</a:t>
            </a:r>
            <a:r>
              <a:rPr kumimoji="0" lang="en-GB" sz="22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the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 Document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6330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Clarify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5Ws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1H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410209" lvl="0" indent="0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factors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expected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clear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job,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WHY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Purpose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Problems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solved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and/or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Benefits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provided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Things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order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achieve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WHY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Assignee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responsible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Duration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Timing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finish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task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entire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WHERE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Host/Store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place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save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and/or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open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contents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Procedures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progress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things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8105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14960" marR="0" lvl="0" indent="-30226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14960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Clarify</a:t>
            </a:r>
            <a:r>
              <a:rPr kumimoji="0" lang="en-GB" sz="24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5Ws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Above</a:t>
            </a:r>
            <a:r>
              <a:rPr kumimoji="0" lang="en-GB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all,</a:t>
            </a:r>
            <a:r>
              <a:rPr kumimoji="0" lang="en-GB" sz="2000" b="1" i="0" u="none" strike="noStrike" kern="0" cap="none" spc="4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clarify</a:t>
            </a:r>
            <a:r>
              <a:rPr kumimoji="0" lang="en-GB" sz="20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WHY</a:t>
            </a:r>
            <a:r>
              <a:rPr kumimoji="0" lang="en-GB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most</a:t>
            </a:r>
            <a:r>
              <a:rPr kumimoji="0" lang="en-GB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important.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8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must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understand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trouble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absence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problems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solved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working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exchange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the</a:t>
            </a:r>
            <a:r>
              <a:rPr kumimoji="0" lang="en-GB" sz="20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0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responsibility</a:t>
            </a:r>
            <a:r>
              <a:rPr kumimoji="0" lang="en-GB" sz="20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of</a:t>
            </a:r>
            <a:r>
              <a:rPr kumimoji="0" lang="en-GB" sz="20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continuous</a:t>
            </a:r>
            <a:r>
              <a:rPr kumimoji="0" lang="en-GB" sz="20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0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maintenance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16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necessity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asking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themselves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questions.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1" indent="-36131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0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lang="en-GB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</a:t>
            </a:r>
            <a:r>
              <a:rPr kumimoji="0" lang="en-GB" sz="20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lang="en-GB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trouble</a:t>
            </a:r>
            <a:r>
              <a:rPr kumimoji="0" lang="en-GB" sz="20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were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someone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charge</a:t>
            </a:r>
            <a:r>
              <a:rPr kumimoji="0" lang="en-GB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pass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away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right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away?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1" indent="-361315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0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someone</a:t>
            </a:r>
            <a:r>
              <a:rPr kumimoji="0" lang="en-GB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charge</a:t>
            </a:r>
            <a:r>
              <a:rPr kumimoji="0" lang="en-GB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lang="en-GB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trouble</a:t>
            </a:r>
            <a:r>
              <a:rPr kumimoji="0" lang="en-GB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were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away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right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away?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4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answer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either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question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YES,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clearly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necessary.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43204" lvl="0" indent="0" defTabSz="914400" eaLnBrk="1" fontAlgn="auto" latinLnBrk="0" hangingPunct="1">
              <a:lnSpc>
                <a:spcPct val="8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(The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rest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4Hs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1W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supposed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clear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procedures,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please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next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page.)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9718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2.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Clarify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Ownership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Ownership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means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charge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design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composition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review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release</a:t>
            </a:r>
            <a:r>
              <a:rPr kumimoji="0" lang="en-GB" sz="24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phases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workflows</a:t>
            </a:r>
            <a:r>
              <a:rPr kumimoji="0" lang="en-GB" sz="2400" b="1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of</a:t>
            </a:r>
            <a:r>
              <a:rPr kumimoji="0" lang="en-GB" sz="24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documentation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440690" lvl="0" indent="0" defTabSz="914400" eaLnBrk="1" fontAlgn="auto" latinLnBrk="0" hangingPunct="1">
              <a:lnSpc>
                <a:spcPts val="259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stays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obscure,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cares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the</a:t>
            </a:r>
            <a:r>
              <a:rPr kumimoji="0" lang="en-GB" sz="24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responsibility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of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continuous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maintenance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declared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earliest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phase.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782955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readers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 providers</a:t>
            </a:r>
            <a:r>
              <a:rPr kumimoji="0" lang="en-GB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here.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necessary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define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comprehend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who</a:t>
            </a:r>
            <a:r>
              <a:rPr kumimoji="0" lang="en-GB" sz="24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the</a:t>
            </a:r>
            <a:r>
              <a:rPr kumimoji="0" lang="en-GB" sz="2400" b="1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readers</a:t>
            </a:r>
            <a:r>
              <a:rPr kumimoji="0" lang="en-GB" sz="24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are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the</a:t>
            </a:r>
            <a:r>
              <a:rPr kumimoji="0" lang="en-GB" sz="24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scope</a:t>
            </a:r>
            <a:r>
              <a:rPr kumimoji="0" lang="en-GB" sz="24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24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of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information</a:t>
            </a:r>
            <a:r>
              <a:rPr kumimoji="0" lang="en-GB" sz="2400" b="1" i="0" u="sng" strike="noStrike" kern="0" cap="none" spc="-1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provision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9618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2.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Clarify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Ownership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Stakeholders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division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assigns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ownership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corresponding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documentation.</a:t>
            </a:r>
          </a:p>
          <a:p>
            <a:pPr marL="12700" marR="771525" lvl="0" indent="0" defTabSz="914400" eaLnBrk="1" fontAlgn="auto" latinLnBrk="0" hangingPunct="1">
              <a:lnSpc>
                <a:spcPts val="259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contrast,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fixed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annual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maintenance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projects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assignee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traditionally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supposed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charge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every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year.</a:t>
            </a:r>
          </a:p>
          <a:p>
            <a:pPr marL="12700" marR="433705" lvl="0" indent="0" defTabSz="914400" eaLnBrk="1" fontAlgn="auto" latinLnBrk="0" hangingPunct="1">
              <a:lnSpc>
                <a:spcPts val="259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fact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bringing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ambiguous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ownership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absence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document,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ownership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myself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released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fixed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version(in exchange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loads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pains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the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cynical</a:t>
            </a:r>
            <a:r>
              <a:rPr kumimoji="0" lang="en-GB" sz="2400" b="0" i="0" u="sng" strike="noStrike" kern="0" cap="none" spc="-7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recursive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dependency</a:t>
            </a:r>
            <a:r>
              <a:rPr kumimoji="0" lang="en-GB" sz="24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of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work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).</a:t>
            </a:r>
          </a:p>
          <a:p>
            <a:pPr marL="12700" marR="114300" lvl="0" indent="0" defTabSz="914400" eaLnBrk="1" fontAlgn="auto" latinLnBrk="0" hangingPunct="1">
              <a:lnSpc>
                <a:spcPct val="9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fails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ownership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crystal,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better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task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boss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action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together(in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hope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those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superior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help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them).</a:t>
            </a:r>
          </a:p>
        </p:txBody>
      </p:sp>
    </p:spTree>
    <p:extLst>
      <p:ext uri="{BB962C8B-B14F-4D97-AF65-F5344CB8AC3E}">
        <p14:creationId xmlns:p14="http://schemas.microsoft.com/office/powerpoint/2010/main" val="2612772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29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12700" marR="703580" lvl="0" indent="356235" defTabSz="914400" eaLnBrk="1" fontAlgn="auto" latinLnBrk="0" hangingPunct="1">
              <a:lnSpc>
                <a:spcPct val="89200"/>
              </a:lnSpc>
              <a:spcBef>
                <a:spcPts val="455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Determine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Where</a:t>
            </a:r>
            <a:r>
              <a:rPr kumimoji="0" lang="en-GB" sz="2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Placed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Published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issue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commonly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faces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"Where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managed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and/or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released?"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36575" lvl="0" indent="0" algn="just" defTabSz="914400" eaLnBrk="1" fontAlgn="auto" latinLnBrk="0" hangingPunct="1">
              <a:lnSpc>
                <a:spcPts val="23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compare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determine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adopt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after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careful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inspection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considering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7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</a:t>
            </a:r>
            <a:r>
              <a:rPr kumimoji="0" lang="en-GB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blockers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reading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2" indent="-259079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Poor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searchability,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readability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accessibility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2" indent="-259079" defTabSz="914400" eaLnBrk="1" fontAlgn="auto" latinLnBrk="0" hangingPunct="1">
              <a:lnSpc>
                <a:spcPts val="2355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Poor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experiences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lead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near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future.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Edit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blockers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updating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2" indent="-259079" defTabSz="91440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Appropriate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format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(e.g.,</a:t>
            </a:r>
            <a:r>
              <a:rPr kumimoji="0" lang="en-GB" sz="2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HTML,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Markdown,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WYSIWYG)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2" indent="-259079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Leave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certain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inconvenience</a:t>
            </a:r>
            <a:r>
              <a:rPr kumimoji="0" lang="en-GB" sz="2000" b="0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keeping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the</a:t>
            </a:r>
            <a:r>
              <a:rPr kumimoji="0" lang="en-GB" sz="20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review</a:t>
            </a:r>
            <a:r>
              <a:rPr kumimoji="0" lang="en-GB" sz="20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phase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must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accurate.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6431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30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342265" marR="0" lvl="0" indent="-329565" defTabSz="914400" eaLnBrk="1" fontAlgn="auto" latinLnBrk="0" hangingPunct="1">
              <a:lnSpc>
                <a:spcPts val="297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>
                <a:tab pos="342265" algn="l"/>
              </a:tabLst>
              <a:defRPr/>
            </a:pPr>
            <a:r>
              <a:rPr kumimoji="0" lang="en-GB" sz="26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6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Determine</a:t>
            </a:r>
            <a:r>
              <a:rPr kumimoji="0" lang="en-GB" sz="2600" b="1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Where</a:t>
            </a:r>
            <a:r>
              <a:rPr kumimoji="0" lang="en-GB" sz="26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6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6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6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Placed</a:t>
            </a:r>
            <a:r>
              <a:rPr kumimoji="0" lang="en-GB" sz="26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6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Published</a:t>
            </a:r>
            <a:endParaRPr kumimoji="0" lang="en-GB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My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adopted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rendering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engine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called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Honkit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process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AWS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S3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hosts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HTML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files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parsed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Markdown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files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publishes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static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pages.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4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method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needs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steps.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1" indent="-361315" defTabSz="914400" eaLnBrk="1" fontAlgn="auto" latinLnBrk="0" hangingPunct="1">
              <a:lnSpc>
                <a:spcPts val="2495"/>
              </a:lnSpc>
              <a:spcBef>
                <a:spcPts val="205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Create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branch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main</a:t>
            </a:r>
            <a:r>
              <a:rPr kumimoji="0" lang="en-GB" sz="22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corresponding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repository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edit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1" indent="-361315" defTabSz="914400" eaLnBrk="1" fontAlgn="auto" latinLnBrk="0" hangingPunct="1">
              <a:lnSpc>
                <a:spcPts val="23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Review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merge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branch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main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1104900" lvl="1" indent="-361950" defTabSz="914400" eaLnBrk="1" fontAlgn="auto" latinLnBrk="0" hangingPunct="1">
              <a:lnSpc>
                <a:spcPct val="7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GitHub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Actions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automatically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deploys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static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files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onto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S3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</a:t>
            </a:r>
            <a:r>
              <a:rPr kumimoji="0" lang="en-GB" sz="22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document,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triggered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action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merger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main</a:t>
            </a:r>
            <a:r>
              <a:rPr kumimoji="0" lang="en-GB" sz="22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branch.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13995" lvl="0" indent="0" defTabSz="914400" eaLnBrk="1" fontAlgn="auto" latinLnBrk="0" hangingPunct="1">
              <a:lnSpc>
                <a:spcPct val="70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reference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costs,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VPN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connection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necessary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index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tree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structure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side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menu,</a:t>
            </a:r>
            <a:r>
              <a:rPr kumimoji="0" lang="en-GB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secures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searchability,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readability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accessibility.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41300" lvl="0" indent="0" defTabSz="914400" eaLnBrk="1" fontAlgn="auto" latinLnBrk="0" hangingPunct="1">
              <a:lnSpc>
                <a:spcPct val="7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edit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costs,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updated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always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reviewed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members,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secures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accuracy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reliability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6394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31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ts val="3329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AutoNum type="arabicPeriod" startAt="4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List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lang="en-GB" sz="2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lang="en-GB" sz="2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80100"/>
              </a:lnSpc>
              <a:spcBef>
                <a:spcPts val="5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5Ws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and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1H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little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bit,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needed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under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circumstance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where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2065" lvl="0" indent="0" defTabSz="914400" eaLnBrk="1" fontAlgn="auto" latinLnBrk="0" hangingPunct="1">
              <a:lnSpc>
                <a:spcPts val="230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engineers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involved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development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information,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ts val="2840"/>
              </a:lnSpc>
              <a:spcBef>
                <a:spcPts val="27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Architecture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Infrastructure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Sequence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Chart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Micro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DB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chart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Table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Column,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Entity-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Relation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Outer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r>
              <a:rPr kumimoji="0" lang="en-GB" sz="24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Collaboration</a:t>
            </a:r>
            <a:r>
              <a:rPr kumimoji="0" lang="en-GB" sz="24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ts val="2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Troubleshooting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7687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32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ts val="3329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AutoNum type="arabicPeriod" startAt="5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r>
              <a:rPr kumimoji="0" lang="en-GB" sz="2800" b="1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Overall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Structure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80100"/>
              </a:lnSpc>
              <a:spcBef>
                <a:spcPts val="5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sort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the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listed-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up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information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to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be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on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the</a:t>
            </a:r>
            <a:r>
              <a:rPr kumimoji="0" lang="en-GB" sz="24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document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descending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order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large/high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small/low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amount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importance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below.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1" indent="-361315" defTabSz="914400" eaLnBrk="1" fontAlgn="auto" latinLnBrk="0" hangingPunct="1">
              <a:lnSpc>
                <a:spcPct val="100000"/>
              </a:lnSpc>
              <a:spcBef>
                <a:spcPts val="272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Entire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Structure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31215" marR="0" lvl="2" indent="-361315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31215" algn="l"/>
              </a:tabLst>
              <a:defRPr/>
            </a:pP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Infrastructure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31215" marR="0" lvl="2" indent="-361315" defTabSz="914400" eaLnBrk="1" fontAlgn="auto" latinLnBrk="0" hangingPunct="1">
              <a:lnSpc>
                <a:spcPts val="2355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31215" algn="l"/>
              </a:tabLst>
              <a:defRPr/>
            </a:pP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Communications</a:t>
            </a:r>
            <a:r>
              <a:rPr kumimoji="0" lang="en-GB" sz="20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between</a:t>
            </a:r>
            <a:r>
              <a:rPr kumimoji="0" lang="en-GB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Micro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1" indent="-361315" defTabSz="914400" eaLnBrk="1" fontAlgn="auto" latinLnBrk="0" hangingPunct="1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DB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31215" marR="0" lvl="2" indent="-361315" defTabSz="91440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31215" algn="l"/>
              </a:tabLst>
              <a:defRPr/>
            </a:pP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Table</a:t>
            </a:r>
            <a:r>
              <a:rPr kumimoji="0" lang="en-GB" sz="20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Structures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31215" marR="0" lvl="2" indent="-361315" defTabSz="914400" eaLnBrk="1" fontAlgn="auto" latinLnBrk="0" hangingPunct="1">
              <a:lnSpc>
                <a:spcPts val="2355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31215" algn="l"/>
              </a:tabLst>
              <a:defRPr/>
            </a:pP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Entity-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Relation</a:t>
            </a:r>
            <a:r>
              <a:rPr kumimoji="0" lang="en-GB" sz="20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Chart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3.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7512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5.</a:t>
            </a:r>
            <a:r>
              <a:rPr kumimoji="0" lang="en-GB" sz="2800" b="1" i="0" u="none" strike="noStrike" kern="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Design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Overall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Structure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there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ceiling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kept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pursuing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quality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document,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wiser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efficient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roughly</a:t>
            </a:r>
            <a:r>
              <a:rPr kumimoji="0" lang="en-GB" sz="24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outline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entire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structure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filter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truly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information.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detail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contents,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components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turns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inconsistent.</a:t>
            </a:r>
          </a:p>
          <a:p>
            <a:pPr marL="12700" marR="313690" lvl="0" indent="0" defTabSz="914400" eaLnBrk="1" fontAlgn="auto" latinLnBrk="0" hangingPunct="1">
              <a:lnSpc>
                <a:spcPts val="259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updates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title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structure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sections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and/or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chapters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possible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allowed.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structure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once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fixed.</a:t>
            </a: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optimisation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adjusted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structure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contents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usually</a:t>
            </a: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observed,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worry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updates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way.</a:t>
            </a:r>
          </a:p>
        </p:txBody>
      </p:sp>
    </p:spTree>
    <p:extLst>
      <p:ext uri="{BB962C8B-B14F-4D97-AF65-F5344CB8AC3E}">
        <p14:creationId xmlns:p14="http://schemas.microsoft.com/office/powerpoint/2010/main" val="3964493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12700" marR="0" lvl="0" indent="0" defTabSz="914400" eaLnBrk="1" fontAlgn="auto" latinLnBrk="0" hangingPunct="1">
              <a:lnSpc>
                <a:spcPts val="3115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6.</a:t>
            </a:r>
            <a:r>
              <a:rPr kumimoji="0" lang="en-GB" sz="2600" b="1" i="0" u="none" strike="noStrike" kern="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6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</a:t>
            </a:r>
            <a:r>
              <a:rPr kumimoji="0" lang="en-GB" sz="26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6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6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Format</a:t>
            </a:r>
            <a:r>
              <a:rPr kumimoji="0" lang="en-GB" sz="2600" b="1" i="0" u="none" strike="noStrike" kern="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6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Description</a:t>
            </a:r>
            <a:r>
              <a:rPr kumimoji="0" lang="en-GB" sz="26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Tools</a:t>
            </a:r>
            <a:r>
              <a:rPr kumimoji="0" lang="en-GB" sz="26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6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6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endParaRPr kumimoji="0" lang="en-GB" sz="2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writing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format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chart-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drawing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vary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documentation,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rarely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recognised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personal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07010" lvl="0" indent="0" defTabSz="914400" eaLnBrk="1" fontAlgn="auto" latinLnBrk="0" hangingPunct="1">
              <a:lnSpc>
                <a:spcPct val="8000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writing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format,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the</a:t>
            </a:r>
            <a:r>
              <a:rPr kumimoji="0" lang="en-GB" sz="2200" b="1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casual</a:t>
            </a:r>
            <a:r>
              <a:rPr kumimoji="0" lang="en-GB" sz="22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style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allowed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the</a:t>
            </a:r>
            <a:r>
              <a:rPr kumimoji="0" lang="en-GB" sz="22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readers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supposed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existing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members,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whereas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the</a:t>
            </a:r>
            <a:r>
              <a:rPr kumimoji="0" lang="en-GB" sz="22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2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consultative</a:t>
            </a:r>
            <a:r>
              <a:rPr kumimoji="0" lang="en-GB" sz="22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2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style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appropriate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supposed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new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comers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another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division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corporation.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2069" lvl="0" indent="0" defTabSz="914400" eaLnBrk="1" fontAlgn="auto" latinLnBrk="0" hangingPunct="1">
              <a:lnSpc>
                <a:spcPct val="8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Regarding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chart-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drawing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tool,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writer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secure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authority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edit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even</a:t>
            </a:r>
            <a:r>
              <a:rPr kumimoji="0" lang="en-GB" sz="22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after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assignee</a:t>
            </a:r>
            <a:r>
              <a:rPr kumimoji="0" lang="en-GB" sz="2200" b="1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leaves.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27329" lvl="0" indent="0" defTabSz="914400" eaLnBrk="1" fontAlgn="auto" latinLnBrk="0" hangingPunct="1">
              <a:lnSpc>
                <a:spcPct val="8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example,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images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saved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Google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Drive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embedded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document,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reference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errors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definitely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expected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happen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once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assignee's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account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deleted.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adopted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draw.io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compatible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Honkit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after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plain-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text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based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engines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6"/>
              </a:rPr>
              <a:t>Mermaid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7"/>
              </a:rPr>
              <a:t>PlantUML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lost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candidacies.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95275" lvl="0" indent="0" defTabSz="914400" eaLnBrk="1" fontAlgn="auto" latinLnBrk="0" hangingPunct="1">
              <a:lnSpc>
                <a:spcPts val="211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Charts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saved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SVG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files,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referred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Markdown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files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versions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managed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GitHub.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86787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900" marR="0" lvl="0" indent="-330200" defTabSz="91440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Tx/>
              <a:buAutoNum type="arabicPeriod" startAt="7"/>
              <a:tabLst>
                <a:tab pos="342900" algn="l"/>
              </a:tabLst>
              <a:defRPr/>
            </a:pPr>
            <a:r>
              <a:rPr kumimoji="0" lang="en-GB" sz="26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6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Evaluate</a:t>
            </a:r>
            <a:r>
              <a:rPr kumimoji="0" lang="en-GB" sz="26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Difficulty</a:t>
            </a:r>
            <a:r>
              <a:rPr kumimoji="0" lang="en-GB" sz="26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6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6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6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lang="en-GB" sz="26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Section</a:t>
            </a:r>
            <a:r>
              <a:rPr kumimoji="0" lang="en-GB" sz="26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6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Chapter</a:t>
            </a:r>
            <a:endParaRPr kumimoji="0" lang="en-GB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510"/>
              </a:lnSpc>
              <a:spcBef>
                <a:spcPts val="2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differences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much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section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chapter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5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conceptually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abstract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precisely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agree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difficult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verbalise.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71120" lvl="0" indent="0" defTabSz="914400" eaLnBrk="1" fontAlgn="auto" latinLnBrk="0" hangingPunct="1">
              <a:lnSpc>
                <a:spcPts val="238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My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evaluate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difficulty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criterion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readers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charts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section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chapter</a:t>
            </a:r>
            <a:r>
              <a:rPr kumimoji="0" lang="en-GB" sz="22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scored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below.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[MUST]</a:t>
            </a:r>
            <a:r>
              <a:rPr kumimoji="0" lang="en-GB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complicate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profound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understand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chart: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[SHOULD]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Understandable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texts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painstaking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charts: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[MAY]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Charts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effect: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compared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points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above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velocity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determined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were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going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complete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sprint.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16670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12700" marR="0" lvl="0" indent="0" defTabSz="914400" eaLnBrk="1" fontAlgn="auto" latinLnBrk="0" hangingPunct="1">
              <a:lnSpc>
                <a:spcPts val="3115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8.</a:t>
            </a:r>
            <a:r>
              <a:rPr kumimoji="0" lang="en-GB" sz="26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6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Assign</a:t>
            </a:r>
            <a:r>
              <a:rPr kumimoji="0" lang="en-GB" sz="26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lang="en-GB" sz="26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6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lang="en-GB" sz="26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Section</a:t>
            </a:r>
            <a:r>
              <a:rPr kumimoji="0" lang="en-GB" sz="26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6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Chapter</a:t>
            </a:r>
            <a:endParaRPr kumimoji="0" lang="en-GB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most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efficient</a:t>
            </a:r>
            <a:r>
              <a:rPr kumimoji="0" lang="en-GB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way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best-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informed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charge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specific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section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chapter,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loads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heavily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concentrated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26364" lvl="0" indent="0" defTabSz="914400" eaLnBrk="1" fontAlgn="auto" latinLnBrk="0" hangingPunct="1">
              <a:lnSpc>
                <a:spcPct val="8000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contrast,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fair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distribution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sections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chapters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cause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additional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investigation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composition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costs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assignee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familiar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specific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field.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4615" lvl="0" indent="0" defTabSz="914400" eaLnBrk="1" fontAlgn="auto" latinLnBrk="0" hangingPunct="1">
              <a:lnSpc>
                <a:spcPts val="211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My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former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method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first,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had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quickly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tasks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others,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finally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switched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latter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way.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94310" lvl="0" indent="0" defTabSz="914400" eaLnBrk="1" fontAlgn="auto" latinLnBrk="0" hangingPunct="1">
              <a:lnSpc>
                <a:spcPts val="211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unfamiliar</a:t>
            </a:r>
            <a:r>
              <a:rPr kumimoji="0" lang="en-GB" sz="2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field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seriously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hard,</a:t>
            </a:r>
            <a:r>
              <a:rPr kumimoji="0" lang="en-GB" sz="2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needless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say;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however,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earnestly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communicated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expert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successfully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put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expertise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5250" lvl="0" indent="0" defTabSz="914400" eaLnBrk="1" fontAlgn="auto" latinLnBrk="0" hangingPunct="1">
              <a:lnSpc>
                <a:spcPct val="8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enjoyed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acquiring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knowledge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overcoming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hardship,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story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suggests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afraid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unknown</a:t>
            </a:r>
            <a:r>
              <a:rPr kumimoji="0" lang="en-GB" sz="22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because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experience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2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bring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positive</a:t>
            </a:r>
            <a:r>
              <a:rPr kumimoji="0" lang="en-GB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feedback.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25839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37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68935" marR="0" lvl="0" indent="-356235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AutoNum type="arabicPeriod" startAt="9"/>
              <a:tabLst>
                <a:tab pos="368935" algn="l"/>
              </a:tabLst>
              <a:defRPr/>
            </a:pPr>
            <a:r>
              <a:rPr kumimoji="0" lang="en-GB" sz="2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Review</a:t>
            </a:r>
            <a:r>
              <a:rPr kumimoji="0" lang="en-GB" sz="2800" b="1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According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workflows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of</a:t>
            </a:r>
            <a:r>
              <a:rPr kumimoji="0" lang="en-GB" sz="24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corporate</a:t>
            </a:r>
            <a:r>
              <a:rPr kumimoji="0" lang="en-GB" sz="24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technical</a:t>
            </a:r>
            <a:r>
              <a:rPr kumimoji="0" lang="en-GB" sz="2400" b="0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documentation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phase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charge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review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point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view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readers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design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contents.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772160" lvl="0" indent="0" defTabSz="914400" eaLnBrk="1" fontAlgn="auto" latinLnBrk="0" hangingPunct="1">
              <a:lnSpc>
                <a:spcPts val="259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Concretely,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reviewer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expected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give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feedback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249"/>
              </a:buClr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Is</a:t>
            </a:r>
            <a:r>
              <a:rPr kumimoji="0" lang="en-GB" sz="2400" b="1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it</a:t>
            </a:r>
            <a:r>
              <a:rPr kumimoji="0" lang="en-GB" sz="2400" b="1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scientific?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3C4249"/>
              </a:buClr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Is</a:t>
            </a:r>
            <a:r>
              <a:rPr kumimoji="0" lang="en-GB" sz="2400" b="1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it</a:t>
            </a:r>
            <a:r>
              <a:rPr kumimoji="0" lang="en-GB" sz="2400" b="1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efficient?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Clr>
                <a:srgbClr val="3C4249"/>
              </a:buClr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Is</a:t>
            </a:r>
            <a:r>
              <a:rPr kumimoji="0" lang="en-GB" sz="2400" b="1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it</a:t>
            </a:r>
            <a:r>
              <a:rPr kumimoji="0" lang="en-GB" sz="2400" b="1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impressive?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2575" marR="0" lvl="1" indent="-269875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3C4249"/>
              </a:buClr>
              <a:buSzTx/>
              <a:buFont typeface="Arial MT"/>
              <a:buChar char="•"/>
              <a:tabLst>
                <a:tab pos="282575" algn="l"/>
              </a:tabLst>
              <a:defRPr/>
            </a:pP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Are</a:t>
            </a:r>
            <a:r>
              <a:rPr kumimoji="0" lang="en-GB" sz="2400" b="1" i="0" u="sng" strike="noStrike" kern="0" cap="none" spc="-10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the</a:t>
            </a:r>
            <a:r>
              <a:rPr kumimoji="0" lang="en-GB" sz="2400" b="1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target</a:t>
            </a:r>
            <a:r>
              <a:rPr kumimoji="0" lang="en-GB" sz="2400" b="1" i="0" u="sng" strike="noStrike" kern="0" cap="none" spc="-9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24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readers</a:t>
            </a:r>
            <a:r>
              <a:rPr kumimoji="0" lang="en-GB" sz="2400" b="1" i="0" u="sng" strike="noStrike" kern="0" cap="none" spc="-9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kumimoji="0" lang="en-GB" sz="24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clear?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7898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GB" altLang="ja-JP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3. Practical 10 Steps for Well-Organised Documentation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10.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</a:t>
            </a:r>
            <a:r>
              <a:rPr kumimoji="0" lang="en-GB" sz="2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5880" lvl="0" indent="0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After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review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passed,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proceeds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release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phase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workflows</a:t>
            </a:r>
            <a:r>
              <a:rPr kumimoji="0" lang="en-GB" sz="24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of</a:t>
            </a:r>
            <a:r>
              <a:rPr kumimoji="0" lang="en-GB" sz="24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corporate</a:t>
            </a:r>
            <a:r>
              <a:rPr kumimoji="0" lang="en-GB" sz="24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technical</a:t>
            </a:r>
            <a:r>
              <a:rPr kumimoji="0" lang="en-GB" sz="2400" b="0" i="0" u="sng" strike="noStrike" kern="0" cap="none" spc="-8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documentation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810260" lvl="0" indent="0" defTabSz="914400" eaLnBrk="1" fontAlgn="auto" latinLnBrk="0" hangingPunct="1">
              <a:lnSpc>
                <a:spcPts val="259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published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intended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stakeholders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acquire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required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knowledge,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worthless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refer.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379095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After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release,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best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them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available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feedback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order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enhance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long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team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ownership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properly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document,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organisation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enjoy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Top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3</a:t>
            </a:r>
            <a:r>
              <a:rPr kumimoji="0" lang="en-GB" sz="24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Benefits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of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Well-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Organised</a:t>
            </a:r>
            <a:r>
              <a:rPr kumimoji="0" lang="en-GB" sz="24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Corporate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Technical</a:t>
            </a:r>
            <a:r>
              <a:rPr kumimoji="0" lang="en-GB" sz="24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Documentation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rgbClr val="3C4249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5203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40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80670" marR="0" lvl="0" indent="-267970" defTabSz="914400" eaLnBrk="1" fontAlgn="auto" latinLnBrk="0" hangingPunct="1">
              <a:lnSpc>
                <a:spcPts val="2225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0670" algn="l"/>
              </a:tabLst>
              <a:defRPr/>
            </a:pPr>
            <a:r>
              <a:rPr kumimoji="0" lang="en-GB" sz="1900" b="1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Top</a:t>
            </a:r>
            <a:r>
              <a:rPr kumimoji="0" lang="en-GB" sz="19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19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5</a:t>
            </a:r>
            <a:r>
              <a:rPr kumimoji="0" lang="en-GB" sz="1900" b="1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19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Inevitable</a:t>
            </a:r>
            <a:r>
              <a:rPr kumimoji="0" lang="en-GB" sz="19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kumimoji="0" lang="en-GB" sz="19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Trade-</a:t>
            </a:r>
            <a:r>
              <a:rPr kumimoji="0" lang="en-GB" sz="1900" b="1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 action="ppaction://hlinksldjump"/>
              </a:rPr>
              <a:t>Offs</a:t>
            </a:r>
            <a:endParaRPr kumimoji="0" lang="en-GB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Cynical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Recursive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Dependency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of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 action="ppaction://hlinksldjump"/>
              </a:rPr>
              <a:t> Work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ts val="1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Agreements</a:t>
            </a:r>
            <a:r>
              <a:rPr kumimoji="0" lang="en-GB" sz="1700" b="0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to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Make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with</a:t>
            </a:r>
            <a:r>
              <a:rPr kumimoji="0" lang="en-GB" sz="1700" b="0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17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Team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 action="ppaction://hlinksldjump"/>
              </a:rPr>
              <a:t>Members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The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More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Stakeholders,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The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Less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 action="ppaction://hlinksldjump"/>
              </a:rPr>
              <a:t>Quality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Responsibility</a:t>
            </a:r>
            <a:r>
              <a:rPr kumimoji="0" lang="en-GB" sz="17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of</a:t>
            </a:r>
            <a:r>
              <a:rPr kumimoji="0" lang="en-GB" sz="1700" b="0" i="0" u="sng" strike="noStrike" kern="0" cap="none" spc="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Continuous</a:t>
            </a:r>
            <a:r>
              <a:rPr kumimoji="0" lang="en-GB" sz="17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 action="ppaction://hlinksldjump"/>
              </a:rPr>
              <a:t>Maintenance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Difficulty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in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Find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Out</a:t>
            </a:r>
            <a:r>
              <a:rPr kumimoji="0" lang="en-GB" sz="17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the</a:t>
            </a:r>
            <a:r>
              <a:rPr kumimoji="0" lang="en-GB" sz="17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Upper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Limit</a:t>
            </a:r>
            <a:r>
              <a:rPr kumimoji="0" lang="en-GB" sz="17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of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 action="ppaction://hlinksldjump"/>
              </a:rPr>
              <a:t> Investment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230"/>
              </a:lnSpc>
              <a:spcBef>
                <a:spcPts val="305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280670" algn="l"/>
              </a:tabLst>
              <a:defRPr/>
            </a:pPr>
            <a:r>
              <a:rPr kumimoji="0" lang="en-GB" sz="19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Practical</a:t>
            </a:r>
            <a:r>
              <a:rPr kumimoji="0" lang="en-GB" sz="19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19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10</a:t>
            </a:r>
            <a:r>
              <a:rPr kumimoji="0" lang="en-GB" sz="1900" b="1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19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Steps</a:t>
            </a:r>
            <a:r>
              <a:rPr kumimoji="0" lang="en-GB" sz="1900" b="1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1900" b="1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for</a:t>
            </a:r>
            <a:r>
              <a:rPr kumimoji="0" lang="en-GB" sz="1900" b="1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1900" b="1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Well-</a:t>
            </a:r>
            <a:r>
              <a:rPr kumimoji="0" lang="en-GB" sz="19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Organised</a:t>
            </a:r>
            <a:r>
              <a:rPr kumimoji="0" lang="en-GB" sz="1900" b="1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 </a:t>
            </a:r>
            <a:r>
              <a:rPr kumimoji="0" lang="en-GB" sz="1900" b="1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 action="ppaction://hlinksldjump"/>
              </a:rPr>
              <a:t>Documentation</a:t>
            </a:r>
            <a:endParaRPr kumimoji="0" lang="en-GB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980" algn="l"/>
              </a:tabLst>
              <a:defRPr/>
            </a:pPr>
            <a:r>
              <a:rPr kumimoji="0" lang="en-GB" sz="17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To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Clarify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5Ws</a:t>
            </a:r>
            <a:r>
              <a:rPr kumimoji="0" lang="en-GB" sz="17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and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 </a:t>
            </a:r>
            <a:r>
              <a:rPr kumimoji="0" lang="en-GB" sz="17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 action="ppaction://hlinksldjump"/>
              </a:rPr>
              <a:t>1H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To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Clarify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Ownership</a:t>
            </a:r>
            <a:r>
              <a:rPr kumimoji="0" lang="en-GB" sz="17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and</a:t>
            </a:r>
            <a:r>
              <a:rPr kumimoji="0" lang="en-GB" sz="17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 action="ppaction://hlinksldjump"/>
              </a:rPr>
              <a:t>Stakeholders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To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Determine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Where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the</a:t>
            </a:r>
            <a:r>
              <a:rPr kumimoji="0" lang="en-GB" sz="17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Document</a:t>
            </a:r>
            <a:r>
              <a:rPr kumimoji="0" lang="en-GB" sz="17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is</a:t>
            </a:r>
            <a:r>
              <a:rPr kumimoji="0" lang="en-GB" sz="17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Placed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and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 action="ppaction://hlinksldjump"/>
              </a:rPr>
              <a:t>Published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To</a:t>
            </a:r>
            <a:r>
              <a:rPr kumimoji="0" lang="en-GB" sz="17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List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Up</a:t>
            </a:r>
            <a:r>
              <a:rPr kumimoji="0" lang="en-GB" sz="17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Information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to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Be on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 action="ppaction://hlinksldjump"/>
              </a:rPr>
              <a:t>Document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 action="ppaction://hlinksldjump"/>
              </a:rPr>
              <a:t>To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 action="ppaction://hlinksldjump"/>
              </a:rPr>
              <a:t>Design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 action="ppaction://hlinksldjump"/>
              </a:rPr>
              <a:t>Overall</a:t>
            </a:r>
            <a:r>
              <a:rPr kumimoji="0" lang="en-GB" sz="17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 action="ppaction://hlinksldjump"/>
              </a:rPr>
              <a:t>Structure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To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Agree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with</a:t>
            </a:r>
            <a:r>
              <a:rPr kumimoji="0" lang="en-GB" sz="17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What</a:t>
            </a:r>
            <a:r>
              <a:rPr kumimoji="0" lang="en-GB" sz="17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Format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and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Description</a:t>
            </a:r>
            <a:r>
              <a:rPr kumimoji="0" lang="en-GB" sz="1700" b="0" i="0" u="sng" strike="noStrike" kern="0" cap="none" spc="-7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Tools</a:t>
            </a:r>
            <a:r>
              <a:rPr kumimoji="0" lang="en-GB" sz="17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to</a:t>
            </a:r>
            <a:r>
              <a:rPr kumimoji="0" lang="en-GB" sz="17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 action="ppaction://hlinksldjump"/>
              </a:rPr>
              <a:t> Use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To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Evaluate</a:t>
            </a:r>
            <a:r>
              <a:rPr kumimoji="0" lang="en-GB" sz="17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Difficulty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in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Documentation</a:t>
            </a:r>
            <a:r>
              <a:rPr kumimoji="0" lang="en-GB" sz="17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in</a:t>
            </a:r>
            <a:r>
              <a:rPr kumimoji="0" lang="en-GB" sz="17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Each</a:t>
            </a:r>
            <a:r>
              <a:rPr kumimoji="0" lang="en-GB" sz="17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Section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and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 action="ppaction://hlinksldjump"/>
              </a:rPr>
              <a:t>Chapter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To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Assign</a:t>
            </a:r>
            <a:r>
              <a:rPr kumimoji="0" lang="en-GB" sz="17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Members</a:t>
            </a:r>
            <a:r>
              <a:rPr kumimoji="0" lang="en-GB" sz="17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to</a:t>
            </a:r>
            <a:r>
              <a:rPr kumimoji="0" lang="en-GB" sz="17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Each</a:t>
            </a:r>
            <a:r>
              <a:rPr kumimoji="0" lang="en-GB" sz="17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Section</a:t>
            </a:r>
            <a:r>
              <a:rPr kumimoji="0" lang="en-GB" sz="17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and</a:t>
            </a:r>
            <a:r>
              <a:rPr kumimoji="0" lang="en-GB" sz="1700" b="0" i="0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 action="ppaction://hlinksldjump"/>
              </a:rPr>
              <a:t>Chapter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345" marR="0" lvl="1" indent="-258445" defTabSz="91440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28345" algn="l"/>
              </a:tabLst>
              <a:defRPr/>
            </a:pPr>
            <a:r>
              <a:rPr kumimoji="0" lang="en-GB" sz="17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To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Review</a:t>
            </a:r>
            <a:r>
              <a:rPr kumimoji="0" lang="en-GB" sz="17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the</a:t>
            </a:r>
            <a:r>
              <a:rPr kumimoji="0" lang="en-GB" sz="17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 action="ppaction://hlinksldjump"/>
              </a:rPr>
              <a:t>Document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41045" marR="0" lvl="1" indent="-285750" defTabSz="914400" eaLnBrk="1" fontAlgn="auto" latinLnBrk="0" hangingPunct="1">
              <a:lnSpc>
                <a:spcPts val="1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>
                <a:tab pos="741045" algn="l"/>
              </a:tabLst>
              <a:defRPr/>
            </a:pPr>
            <a:r>
              <a:rPr kumimoji="0" lang="en-GB" sz="1700" b="0" i="0" u="sng" strike="noStrike" kern="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 action="ppaction://hlinksldjump"/>
              </a:rPr>
              <a:t>To</a:t>
            </a:r>
            <a:r>
              <a:rPr kumimoji="0" lang="en-GB" sz="17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 action="ppaction://hlinksldjump"/>
              </a:rPr>
              <a:t>Publish</a:t>
            </a:r>
            <a:r>
              <a:rPr kumimoji="0" lang="en-GB" sz="17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 action="ppaction://hlinksldjump"/>
              </a:rPr>
              <a:t>the</a:t>
            </a:r>
            <a:r>
              <a:rPr kumimoji="0" lang="en-GB" sz="17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 action="ppaction://hlinksldjump"/>
              </a:rPr>
              <a:t> </a:t>
            </a:r>
            <a:r>
              <a:rPr kumimoji="0" lang="en-GB" sz="17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 action="ppaction://hlinksldjump"/>
              </a:rPr>
              <a:t>Document</a:t>
            </a:r>
            <a:endParaRPr kumimoji="0" lang="en-GB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Epilogue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Epilogue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42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105346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400" b="0" i="0" u="none" strike="noStrike" kern="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hardly</a:t>
            </a:r>
            <a:r>
              <a:rPr kumimoji="0" lang="en-GB" sz="24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leads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reasonable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assessment regardless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importance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difficulty.</a:t>
            </a:r>
          </a:p>
          <a:p>
            <a:pPr marL="12700" marR="726440" lvl="0" indent="0" defTabSz="914400" eaLnBrk="1" fontAlgn="auto" latinLnBrk="0" hangingPunct="1">
              <a:lnSpc>
                <a:spcPts val="259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impression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most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software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engineers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coding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culture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tradition.</a:t>
            </a: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Surely,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usually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reflect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latest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designs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long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appropriately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maintained,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"Read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it!"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sense.</a:t>
            </a:r>
          </a:p>
          <a:p>
            <a:pPr marL="12700" marR="234315" lvl="0" indent="0" defTabSz="914400" eaLnBrk="1" fontAlgn="auto" latinLnBrk="0" hangingPunct="1">
              <a:lnSpc>
                <a:spcPts val="259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mentioned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sng" strike="noStrike" kern="0" cap="none" spc="-9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To</a:t>
            </a:r>
            <a:r>
              <a:rPr kumimoji="0" lang="en-GB" sz="2400" b="0" i="1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Communicate</a:t>
            </a:r>
            <a:r>
              <a:rPr kumimoji="0" lang="en-GB" sz="2400" b="0" i="1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between</a:t>
            </a:r>
            <a:r>
              <a:rPr kumimoji="0" lang="en-GB" sz="2400" b="0" i="1" u="sng" strike="noStrike" kern="0" cap="none" spc="-7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Developers</a:t>
            </a:r>
            <a:r>
              <a:rPr kumimoji="0" lang="en-GB" sz="2400" b="0" i="1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and</a:t>
            </a:r>
            <a:r>
              <a:rPr kumimoji="0" lang="en-GB" sz="2400" b="0" i="1" u="sng" strike="noStrike" kern="0" cap="none" spc="-4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1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Non-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Developer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most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tasks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cannot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completed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developers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able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expertise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understandable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non-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developers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well.</a:t>
            </a:r>
          </a:p>
          <a:p>
            <a:pPr marL="12700" marR="105410" lvl="0" indent="0" defTabSz="914400" eaLnBrk="1" fontAlgn="auto" latinLnBrk="0" hangingPunct="1">
              <a:lnSpc>
                <a:spcPts val="259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Fortunately,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documentation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rooted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division,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comparatively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properly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evaluated.</a:t>
            </a: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Epilogue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122555" lvl="0" indent="0" algn="just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companies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February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2024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developers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habitually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tendency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trust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memories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Source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codes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write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someone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else's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ones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month,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assure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hardly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remember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contexts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reflected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codes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implementor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made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approve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codes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reviewer.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54635" lvl="0" indent="0" algn="just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Worklogs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important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role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past-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memory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highly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thankful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leaving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record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yourself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past.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requires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certain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level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skills,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actually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concludes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much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kind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gentle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yourself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future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someone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else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leaving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working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logs.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01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suggest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software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engineers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teeth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3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daily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working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log.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534795" lvl="0" indent="0" defTabSz="914400" eaLnBrk="1" fontAlgn="auto" latinLnBrk="0" hangingPunct="1">
              <a:lnSpc>
                <a:spcPct val="8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practice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help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smoothly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technical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documentation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complicated,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profound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painstaking.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20522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45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1305" marR="0" lvl="0" indent="-268605" defTabSz="914400" eaLnBrk="1" fontAlgn="auto" latinLnBrk="0" hangingPunct="1">
              <a:lnSpc>
                <a:spcPts val="2775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Basics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Of</a:t>
            </a:r>
            <a:r>
              <a:rPr kumimoji="0" lang="en-GB" sz="24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Technical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Documentation</a:t>
            </a:r>
            <a:r>
              <a:rPr kumimoji="0" lang="en-GB" sz="24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For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Engineers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7710" marR="0" lvl="1" indent="-227329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771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12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November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2023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1305" marR="0" lvl="0" indent="-268605" defTabSz="914400" eaLnBrk="1" fontAlgn="auto" latinLnBrk="0" hangingPunct="1">
              <a:lnSpc>
                <a:spcPts val="2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Dictionary.com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7710" marR="0" lvl="1" indent="-227329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771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12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November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2023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1305" marR="0" lvl="0" indent="-268605" defTabSz="914400" eaLnBrk="1" fontAlgn="auto" latinLnBrk="0" hangingPunct="1">
              <a:lnSpc>
                <a:spcPts val="2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0000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ja-JP" altLang="en-US" sz="2000" b="0" i="0" u="sng" strike="noStrike" kern="0" cap="none" spc="1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Yu Gothic"/>
                <a:cs typeface="Yu Gothic"/>
                <a:hlinkClick r:id="rId5"/>
              </a:rPr>
              <a:t>英辞郎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Pro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kumimoji="0" lang="en-GB" sz="24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Lite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7710" marR="0" lvl="1" indent="-227329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771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12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November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2023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1305" marR="0" lvl="0" indent="-268605" defTabSz="914400" eaLnBrk="1" fontAlgn="auto" latinLnBrk="0" hangingPunct="1">
              <a:lnSpc>
                <a:spcPts val="2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Dive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Deeper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into</a:t>
            </a:r>
            <a:r>
              <a:rPr kumimoji="0" lang="en-GB" sz="24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Present-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Day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English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Vol.5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-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Hidden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Feature</a:t>
            </a:r>
            <a:r>
              <a:rPr kumimoji="0" lang="en-GB" sz="2400" b="0" i="0" u="sng" strike="noStrike" kern="0" cap="none" spc="-6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of</a:t>
            </a:r>
            <a:r>
              <a:rPr kumimoji="0" lang="en-GB" sz="2400" b="0" i="0" u="sng" strike="noStrike" kern="0" cap="none" spc="-5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Language-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8505" marR="0" lvl="1" indent="-268605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850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25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February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2024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1305" marR="0" lvl="0" indent="-268605" defTabSz="914400" eaLnBrk="1" fontAlgn="auto" latinLnBrk="0" hangingPunct="1">
              <a:lnSpc>
                <a:spcPts val="2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[PBI</a:t>
            </a:r>
            <a:r>
              <a:rPr kumimoji="0" lang="en-GB" sz="24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] </a:t>
            </a:r>
            <a:r>
              <a:rPr kumimoji="0" lang="ja-JP" altLang="en-US" sz="2000" b="0" i="0" u="sng" strike="noStrike" kern="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Yu Gothic"/>
                <a:cs typeface="Yu Gothic"/>
                <a:hlinkClick r:id="rId6"/>
              </a:rPr>
              <a:t>技術仕様ドキュメント作成</a:t>
            </a:r>
            <a:endParaRPr kumimoji="0" lang="ja-JP" alt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738505" marR="0" lvl="1" indent="-268605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850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Accessible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1305" marR="0" lvl="0" indent="-268605" defTabSz="914400" eaLnBrk="1" fontAlgn="auto" latinLnBrk="0" hangingPunct="1">
              <a:lnSpc>
                <a:spcPts val="2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1305" algn="l"/>
              </a:tabLst>
              <a:defRPr/>
            </a:pP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[SBI][</a:t>
            </a:r>
            <a:r>
              <a:rPr kumimoji="0" lang="ja-JP" altLang="en-US" sz="20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Yu Gothic"/>
                <a:cs typeface="Yu Gothic"/>
                <a:hlinkClick r:id="rId7"/>
              </a:rPr>
              <a:t>技術仕様ドキュメント</a:t>
            </a:r>
            <a:r>
              <a:rPr kumimoji="0" lang="en-US" altLang="ja-JP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] 7</a:t>
            </a:r>
            <a:r>
              <a:rPr kumimoji="0" lang="en-US" altLang="ja-JP" sz="2400" b="0" i="0" u="sng" strike="noStrike" kern="0" cap="none" spc="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. </a:t>
            </a:r>
            <a:r>
              <a:rPr kumimoji="0" lang="ja-JP" altLang="en-US" sz="20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Yu Gothic"/>
                <a:cs typeface="Yu Gothic"/>
                <a:hlinkClick r:id="rId7"/>
              </a:rPr>
              <a:t>社外システム連携</a:t>
            </a:r>
            <a:endParaRPr kumimoji="0" lang="ja-JP" alt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738505" marR="0" lvl="1" indent="-268605" defTabSz="914400" eaLnBrk="1" fontAlgn="auto" latinLnBrk="0" hangingPunct="1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850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Accessible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4403</Words>
  <Application>Microsoft Office PowerPoint</Application>
  <PresentationFormat>Widescreen</PresentationFormat>
  <Paragraphs>458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 MT</vt:lpstr>
      <vt:lpstr>Calibri (Headings)</vt:lpstr>
      <vt:lpstr>Yu Gothic</vt:lpstr>
      <vt:lpstr>Arial</vt:lpstr>
      <vt:lpstr>Calibri</vt:lpstr>
      <vt:lpstr>Calibri Light</vt:lpstr>
      <vt:lpstr>Office テーマ</vt:lpstr>
      <vt:lpstr>Science of Corporate Technical Documentation for Software Engineers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Agenda</vt:lpstr>
      <vt:lpstr>1. Prologue</vt:lpstr>
      <vt:lpstr>1. Prologue</vt:lpstr>
      <vt:lpstr>1. Prologue</vt:lpstr>
      <vt:lpstr>2. Top 5 Inevitable Trade-Offs</vt:lpstr>
      <vt:lpstr>2. Top 5 Inevitable Trade-Offs</vt:lpstr>
      <vt:lpstr>2. Top 5 Inevitable Trade-Offs</vt:lpstr>
      <vt:lpstr>2. Top 5 Inevitable Trade-Offs</vt:lpstr>
      <vt:lpstr>2. Top 5 Inevitable Trade-Offs</vt:lpstr>
      <vt:lpstr>2. Top 5 Inevitable Trade-Offs</vt:lpstr>
      <vt:lpstr>2. Top 5 Inevitable Trade-Offs</vt:lpstr>
      <vt:lpstr>2. Top 5 Inevitable Trade-Offs</vt:lpstr>
      <vt:lpstr>2. Top 5 Inevitable Trade-Offs</vt:lpstr>
      <vt:lpstr>2. Top 5 Inevitable Trade-Offs</vt:lpstr>
      <vt:lpstr>2. Top 5 Inevitable Trade-Offs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3. Practical 10 Steps for Well-Organised Documentation</vt:lpstr>
      <vt:lpstr>4. Summary</vt:lpstr>
      <vt:lpstr>4. Summary</vt:lpstr>
      <vt:lpstr>5. Epilogue</vt:lpstr>
      <vt:lpstr>5. Epilogue</vt:lpstr>
      <vt:lpstr>5. Epilogue</vt:lpstr>
      <vt:lpstr>6. References</vt:lpstr>
      <vt:lpstr>6.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48</cp:revision>
  <dcterms:modified xsi:type="dcterms:W3CDTF">2025-08-31T17:51:30Z</dcterms:modified>
</cp:coreProperties>
</file>