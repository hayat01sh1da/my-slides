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87" r:id="rId3"/>
    <p:sldId id="407" r:id="rId4"/>
    <p:sldId id="387" r:id="rId5"/>
    <p:sldId id="286" r:id="rId6"/>
    <p:sldId id="421" r:id="rId7"/>
    <p:sldId id="280" r:id="rId8"/>
    <p:sldId id="311" r:id="rId9"/>
    <p:sldId id="259" r:id="rId10"/>
    <p:sldId id="330" r:id="rId11"/>
    <p:sldId id="412" r:id="rId12"/>
    <p:sldId id="413" r:id="rId13"/>
    <p:sldId id="325" r:id="rId14"/>
    <p:sldId id="354" r:id="rId15"/>
    <p:sldId id="326" r:id="rId16"/>
    <p:sldId id="336" r:id="rId17"/>
    <p:sldId id="414" r:id="rId18"/>
    <p:sldId id="415" r:id="rId19"/>
    <p:sldId id="416" r:id="rId20"/>
    <p:sldId id="357" r:id="rId21"/>
    <p:sldId id="358" r:id="rId22"/>
    <p:sldId id="359" r:id="rId23"/>
    <p:sldId id="360" r:id="rId24"/>
    <p:sldId id="417" r:id="rId25"/>
    <p:sldId id="408" r:id="rId26"/>
    <p:sldId id="409" r:id="rId27"/>
    <p:sldId id="418" r:id="rId28"/>
    <p:sldId id="419" r:id="rId29"/>
    <p:sldId id="410" r:id="rId30"/>
    <p:sldId id="411" r:id="rId31"/>
    <p:sldId id="420" r:id="rId32"/>
    <p:sldId id="385" r:id="rId33"/>
    <p:sldId id="386" r:id="rId34"/>
    <p:sldId id="328" r:id="rId35"/>
    <p:sldId id="295" r:id="rId36"/>
    <p:sldId id="28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B17DC35C-3175-44C5-8BBF-A9BEDFFEA4F3}"/>
    <pc:docChg chg="custSel addSld modSld">
      <pc:chgData name="Hayato Ishida" userId="585fa0fa6384767c" providerId="LiveId" clId="{B17DC35C-3175-44C5-8BBF-A9BEDFFEA4F3}" dt="2025-08-31T17:51:46.370" v="11"/>
      <pc:docMkLst>
        <pc:docMk/>
      </pc:docMkLst>
      <pc:sldChg chg="addSp delSp modSp mod">
        <pc:chgData name="Hayato Ishida" userId="585fa0fa6384767c" providerId="LiveId" clId="{B17DC35C-3175-44C5-8BBF-A9BEDFFEA4F3}" dt="2025-08-31T17:50:28.819" v="9"/>
        <pc:sldMkLst>
          <pc:docMk/>
          <pc:sldMk cId="155858466" sldId="286"/>
        </pc:sldMkLst>
        <pc:spChg chg="del">
          <ac:chgData name="Hayato Ishida" userId="585fa0fa6384767c" providerId="LiveId" clId="{B17DC35C-3175-44C5-8BBF-A9BEDFFEA4F3}" dt="2025-08-31T17:48:27.637" v="4" actId="478"/>
          <ac:spMkLst>
            <pc:docMk/>
            <pc:sldMk cId="155858466" sldId="286"/>
            <ac:spMk id="2" creationId="{7E713E1F-29CF-E040-E610-4D093AE47379}"/>
          </ac:spMkLst>
        </pc:spChg>
        <pc:spChg chg="del">
          <ac:chgData name="Hayato Ishida" userId="585fa0fa6384767c" providerId="LiveId" clId="{B17DC35C-3175-44C5-8BBF-A9BEDFFEA4F3}" dt="2025-08-31T17:48:27.637" v="4" actId="478"/>
          <ac:spMkLst>
            <pc:docMk/>
            <pc:sldMk cId="155858466" sldId="286"/>
            <ac:spMk id="3" creationId="{EFAE5F0B-0A42-EBC3-C48E-169F283E9E59}"/>
          </ac:spMkLst>
        </pc:spChg>
        <pc:spChg chg="del">
          <ac:chgData name="Hayato Ishida" userId="585fa0fa6384767c" providerId="LiveId" clId="{B17DC35C-3175-44C5-8BBF-A9BEDFFEA4F3}" dt="2025-08-31T17:48:27.637" v="4" actId="478"/>
          <ac:spMkLst>
            <pc:docMk/>
            <pc:sldMk cId="155858466" sldId="286"/>
            <ac:spMk id="4" creationId="{F4BA5F45-400F-5CE7-8E7A-BB3FD084744E}"/>
          </ac:spMkLst>
        </pc:spChg>
        <pc:spChg chg="add del mod">
          <ac:chgData name="Hayato Ishida" userId="585fa0fa6384767c" providerId="LiveId" clId="{B17DC35C-3175-44C5-8BBF-A9BEDFFEA4F3}" dt="2025-08-31T17:48:28.295" v="5" actId="478"/>
          <ac:spMkLst>
            <pc:docMk/>
            <pc:sldMk cId="155858466" sldId="286"/>
            <ac:spMk id="6" creationId="{6832DB05-CA62-2360-BD3D-943470C0C9D3}"/>
          </ac:spMkLst>
        </pc:spChg>
        <pc:spChg chg="add mod">
          <ac:chgData name="Hayato Ishida" userId="585fa0fa6384767c" providerId="LiveId" clId="{B17DC35C-3175-44C5-8BBF-A9BEDFFEA4F3}" dt="2025-08-31T17:50:28.819" v="9"/>
          <ac:spMkLst>
            <pc:docMk/>
            <pc:sldMk cId="155858466" sldId="286"/>
            <ac:spMk id="7" creationId="{248D93AB-3049-559B-FCE9-3E029E573A9C}"/>
          </ac:spMkLst>
        </pc:spChg>
        <pc:spChg chg="add mod">
          <ac:chgData name="Hayato Ishida" userId="585fa0fa6384767c" providerId="LiveId" clId="{B17DC35C-3175-44C5-8BBF-A9BEDFFEA4F3}" dt="2025-08-31T17:50:28.819" v="9"/>
          <ac:spMkLst>
            <pc:docMk/>
            <pc:sldMk cId="155858466" sldId="286"/>
            <ac:spMk id="8" creationId="{2F47F3ED-ED2B-CEE8-9669-CC9F79A04115}"/>
          </ac:spMkLst>
        </pc:spChg>
        <pc:graphicFrameChg chg="add mod">
          <ac:chgData name="Hayato Ishida" userId="585fa0fa6384767c" providerId="LiveId" clId="{B17DC35C-3175-44C5-8BBF-A9BEDFFEA4F3}" dt="2025-08-31T17:50:28.819" v="9"/>
          <ac:graphicFrameMkLst>
            <pc:docMk/>
            <pc:sldMk cId="155858466" sldId="286"/>
            <ac:graphicFrameMk id="9" creationId="{008D2BB9-5D3B-6D7E-C534-C8212EF6C919}"/>
          </ac:graphicFrameMkLst>
        </pc:graphicFrameChg>
      </pc:sldChg>
      <pc:sldChg chg="addSp delSp modSp mod">
        <pc:chgData name="Hayato Ishida" userId="585fa0fa6384767c" providerId="LiveId" clId="{B17DC35C-3175-44C5-8BBF-A9BEDFFEA4F3}" dt="2025-08-31T17:49:58.723" v="7"/>
        <pc:sldMkLst>
          <pc:docMk/>
          <pc:sldMk cId="654251065" sldId="287"/>
        </pc:sldMkLst>
        <pc:spChg chg="del">
          <ac:chgData name="Hayato Ishida" userId="585fa0fa6384767c" providerId="LiveId" clId="{B17DC35C-3175-44C5-8BBF-A9BEDFFEA4F3}" dt="2025-08-31T17:48:20.405" v="0" actId="478"/>
          <ac:spMkLst>
            <pc:docMk/>
            <pc:sldMk cId="654251065" sldId="287"/>
            <ac:spMk id="2" creationId="{BEB26856-67BC-B898-EB45-4071E4915C0F}"/>
          </ac:spMkLst>
        </pc:spChg>
        <pc:spChg chg="del">
          <ac:chgData name="Hayato Ishida" userId="585fa0fa6384767c" providerId="LiveId" clId="{B17DC35C-3175-44C5-8BBF-A9BEDFFEA4F3}" dt="2025-08-31T17:48:20.405" v="0" actId="478"/>
          <ac:spMkLst>
            <pc:docMk/>
            <pc:sldMk cId="654251065" sldId="287"/>
            <ac:spMk id="3" creationId="{82DE2316-5461-1C57-355F-7F182080C5E0}"/>
          </ac:spMkLst>
        </pc:spChg>
        <pc:spChg chg="del">
          <ac:chgData name="Hayato Ishida" userId="585fa0fa6384767c" providerId="LiveId" clId="{B17DC35C-3175-44C5-8BBF-A9BEDFFEA4F3}" dt="2025-08-31T17:48:20.405" v="0" actId="478"/>
          <ac:spMkLst>
            <pc:docMk/>
            <pc:sldMk cId="654251065" sldId="287"/>
            <ac:spMk id="4" creationId="{11AE95FE-E32D-86CD-2B58-D7ABFF1A513D}"/>
          </ac:spMkLst>
        </pc:spChg>
        <pc:spChg chg="add del mod">
          <ac:chgData name="Hayato Ishida" userId="585fa0fa6384767c" providerId="LiveId" clId="{B17DC35C-3175-44C5-8BBF-A9BEDFFEA4F3}" dt="2025-08-31T17:48:21.147" v="1" actId="478"/>
          <ac:spMkLst>
            <pc:docMk/>
            <pc:sldMk cId="654251065" sldId="287"/>
            <ac:spMk id="7" creationId="{5AE6F486-61AE-980E-E829-F0754FBD4744}"/>
          </ac:spMkLst>
        </pc:spChg>
        <pc:spChg chg="add del mod">
          <ac:chgData name="Hayato Ishida" userId="585fa0fa6384767c" providerId="LiveId" clId="{B17DC35C-3175-44C5-8BBF-A9BEDFFEA4F3}" dt="2025-08-31T17:48:21.147" v="1" actId="478"/>
          <ac:spMkLst>
            <pc:docMk/>
            <pc:sldMk cId="654251065" sldId="287"/>
            <ac:spMk id="9" creationId="{89C06D71-7D6C-02E5-0ED0-FB32EFD18A23}"/>
          </ac:spMkLst>
        </pc:spChg>
        <pc:spChg chg="add mod">
          <ac:chgData name="Hayato Ishida" userId="585fa0fa6384767c" providerId="LiveId" clId="{B17DC35C-3175-44C5-8BBF-A9BEDFFEA4F3}" dt="2025-08-31T17:49:58.723" v="7"/>
          <ac:spMkLst>
            <pc:docMk/>
            <pc:sldMk cId="654251065" sldId="287"/>
            <ac:spMk id="11" creationId="{56BE99D2-362E-8875-DD78-1E8BEEF859EA}"/>
          </ac:spMkLst>
        </pc:spChg>
        <pc:spChg chg="add mod">
          <ac:chgData name="Hayato Ishida" userId="585fa0fa6384767c" providerId="LiveId" clId="{B17DC35C-3175-44C5-8BBF-A9BEDFFEA4F3}" dt="2025-08-31T17:49:58.723" v="7"/>
          <ac:spMkLst>
            <pc:docMk/>
            <pc:sldMk cId="654251065" sldId="287"/>
            <ac:spMk id="12" creationId="{D3692207-7D87-B58D-3BD2-A4F94A16D68C}"/>
          </ac:spMkLst>
        </pc:spChg>
        <pc:spChg chg="add mod">
          <ac:chgData name="Hayato Ishida" userId="585fa0fa6384767c" providerId="LiveId" clId="{B17DC35C-3175-44C5-8BBF-A9BEDFFEA4F3}" dt="2025-08-31T17:49:58.723" v="7"/>
          <ac:spMkLst>
            <pc:docMk/>
            <pc:sldMk cId="654251065" sldId="287"/>
            <ac:spMk id="13" creationId="{92AC2A39-236F-48F8-FD90-863CD23AFCAE}"/>
          </ac:spMkLst>
        </pc:spChg>
        <pc:picChg chg="del">
          <ac:chgData name="Hayato Ishida" userId="585fa0fa6384767c" providerId="LiveId" clId="{B17DC35C-3175-44C5-8BBF-A9BEDFFEA4F3}" dt="2025-08-31T17:48:20.405" v="0" actId="478"/>
          <ac:picMkLst>
            <pc:docMk/>
            <pc:sldMk cId="654251065" sldId="287"/>
            <ac:picMk id="5" creationId="{37F09B1E-DE0D-6BDD-7148-456775DF6F36}"/>
          </ac:picMkLst>
        </pc:picChg>
        <pc:picChg chg="add mod">
          <ac:chgData name="Hayato Ishida" userId="585fa0fa6384767c" providerId="LiveId" clId="{B17DC35C-3175-44C5-8BBF-A9BEDFFEA4F3}" dt="2025-08-31T17:49:58.723" v="7"/>
          <ac:picMkLst>
            <pc:docMk/>
            <pc:sldMk cId="654251065" sldId="287"/>
            <ac:picMk id="10" creationId="{760926E1-9C23-34B5-9F3A-1ABC6BAC002E}"/>
          </ac:picMkLst>
        </pc:picChg>
      </pc:sldChg>
      <pc:sldChg chg="addSp delSp modSp mod">
        <pc:chgData name="Hayato Ishida" userId="585fa0fa6384767c" providerId="LiveId" clId="{B17DC35C-3175-44C5-8BBF-A9BEDFFEA4F3}" dt="2025-08-31T17:51:46.370" v="11"/>
        <pc:sldMkLst>
          <pc:docMk/>
          <pc:sldMk cId="417452178" sldId="387"/>
        </pc:sldMkLst>
        <pc:spChg chg="add del mod">
          <ac:chgData name="Hayato Ishida" userId="585fa0fa6384767c" providerId="LiveId" clId="{B17DC35C-3175-44C5-8BBF-A9BEDFFEA4F3}" dt="2025-08-31T17:48:24.487" v="3" actId="478"/>
          <ac:spMkLst>
            <pc:docMk/>
            <pc:sldMk cId="417452178" sldId="387"/>
            <ac:spMk id="3" creationId="{231C796B-036B-FE10-DB24-317FEB32F19B}"/>
          </ac:spMkLst>
        </pc:spChg>
        <pc:spChg chg="add del mod">
          <ac:chgData name="Hayato Ishida" userId="585fa0fa6384767c" providerId="LiveId" clId="{B17DC35C-3175-44C5-8BBF-A9BEDFFEA4F3}" dt="2025-08-31T17:48:24.487" v="3" actId="478"/>
          <ac:spMkLst>
            <pc:docMk/>
            <pc:sldMk cId="417452178" sldId="387"/>
            <ac:spMk id="5" creationId="{0FA012AC-34CE-B0FD-EDDC-D67775067A02}"/>
          </ac:spMkLst>
        </pc:spChg>
        <pc:spChg chg="del">
          <ac:chgData name="Hayato Ishida" userId="585fa0fa6384767c" providerId="LiveId" clId="{B17DC35C-3175-44C5-8BBF-A9BEDFFEA4F3}" dt="2025-08-31T17:48:23.897" v="2" actId="478"/>
          <ac:spMkLst>
            <pc:docMk/>
            <pc:sldMk cId="417452178" sldId="387"/>
            <ac:spMk id="6" creationId="{4CC4D21A-B798-902A-AD2F-CCEF45BA0CC8}"/>
          </ac:spMkLst>
        </pc:spChg>
        <pc:spChg chg="del">
          <ac:chgData name="Hayato Ishida" userId="585fa0fa6384767c" providerId="LiveId" clId="{B17DC35C-3175-44C5-8BBF-A9BEDFFEA4F3}" dt="2025-08-31T17:48:23.897" v="2" actId="478"/>
          <ac:spMkLst>
            <pc:docMk/>
            <pc:sldMk cId="417452178" sldId="387"/>
            <ac:spMk id="7" creationId="{F4EECFEB-CDB9-69A5-6CEA-9BCBE6B4DFDF}"/>
          </ac:spMkLst>
        </pc:spChg>
        <pc:spChg chg="del">
          <ac:chgData name="Hayato Ishida" userId="585fa0fa6384767c" providerId="LiveId" clId="{B17DC35C-3175-44C5-8BBF-A9BEDFFEA4F3}" dt="2025-08-31T17:48:23.897" v="2" actId="478"/>
          <ac:spMkLst>
            <pc:docMk/>
            <pc:sldMk cId="417452178" sldId="387"/>
            <ac:spMk id="8" creationId="{951EF88E-FFFA-549B-2569-5C543AFB3E96}"/>
          </ac:spMkLst>
        </pc:spChg>
        <pc:spChg chg="add mod">
          <ac:chgData name="Hayato Ishida" userId="585fa0fa6384767c" providerId="LiveId" clId="{B17DC35C-3175-44C5-8BBF-A9BEDFFEA4F3}" dt="2025-08-31T17:50:16.963" v="8"/>
          <ac:spMkLst>
            <pc:docMk/>
            <pc:sldMk cId="417452178" sldId="387"/>
            <ac:spMk id="9" creationId="{D19EA41E-B5F2-7BCF-1EBF-2E9B36B37101}"/>
          </ac:spMkLst>
        </pc:spChg>
        <pc:spChg chg="add mod">
          <ac:chgData name="Hayato Ishida" userId="585fa0fa6384767c" providerId="LiveId" clId="{B17DC35C-3175-44C5-8BBF-A9BEDFFEA4F3}" dt="2025-08-31T17:50:16.963" v="8"/>
          <ac:spMkLst>
            <pc:docMk/>
            <pc:sldMk cId="417452178" sldId="387"/>
            <ac:spMk id="10" creationId="{4CDDC420-867E-0827-B09D-72EC6611F64C}"/>
          </ac:spMkLst>
        </pc:spChg>
        <pc:spChg chg="add mod">
          <ac:chgData name="Hayato Ishida" userId="585fa0fa6384767c" providerId="LiveId" clId="{B17DC35C-3175-44C5-8BBF-A9BEDFFEA4F3}" dt="2025-08-31T17:51:46.370" v="11"/>
          <ac:spMkLst>
            <pc:docMk/>
            <pc:sldMk cId="417452178" sldId="387"/>
            <ac:spMk id="12" creationId="{8D1133C4-3B0B-1536-D086-0208A891FF47}"/>
          </ac:spMkLst>
        </pc:spChg>
        <pc:spChg chg="add mod">
          <ac:chgData name="Hayato Ishida" userId="585fa0fa6384767c" providerId="LiveId" clId="{B17DC35C-3175-44C5-8BBF-A9BEDFFEA4F3}" dt="2025-08-31T17:51:46.370" v="11"/>
          <ac:spMkLst>
            <pc:docMk/>
            <pc:sldMk cId="417452178" sldId="387"/>
            <ac:spMk id="13" creationId="{B49BC7AE-48DF-1DBD-496A-B2B983924FF6}"/>
          </ac:spMkLst>
        </pc:spChg>
        <pc:spChg chg="add mod">
          <ac:chgData name="Hayato Ishida" userId="585fa0fa6384767c" providerId="LiveId" clId="{B17DC35C-3175-44C5-8BBF-A9BEDFFEA4F3}" dt="2025-08-31T17:51:46.370" v="11"/>
          <ac:spMkLst>
            <pc:docMk/>
            <pc:sldMk cId="417452178" sldId="387"/>
            <ac:spMk id="14" creationId="{E2C1F1BA-D9B0-37AF-D4F4-11ED96753CB1}"/>
          </ac:spMkLst>
        </pc:spChg>
        <pc:graphicFrameChg chg="add mod">
          <ac:chgData name="Hayato Ishida" userId="585fa0fa6384767c" providerId="LiveId" clId="{B17DC35C-3175-44C5-8BBF-A9BEDFFEA4F3}" dt="2025-08-31T17:50:16.963" v="8"/>
          <ac:graphicFrameMkLst>
            <pc:docMk/>
            <pc:sldMk cId="417452178" sldId="387"/>
            <ac:graphicFrameMk id="11" creationId="{0CCCF0FC-E64B-BB9E-8451-0C03033EF085}"/>
          </ac:graphicFrameMkLst>
        </pc:graphicFrameChg>
      </pc:sldChg>
      <pc:sldChg chg="addSp modSp add">
        <pc:chgData name="Hayato Ishida" userId="585fa0fa6384767c" providerId="LiveId" clId="{B17DC35C-3175-44C5-8BBF-A9BEDFFEA4F3}" dt="2025-08-31T17:50:53.606" v="10"/>
        <pc:sldMkLst>
          <pc:docMk/>
          <pc:sldMk cId="2144758710" sldId="421"/>
        </pc:sldMkLst>
        <pc:spChg chg="add mod">
          <ac:chgData name="Hayato Ishida" userId="585fa0fa6384767c" providerId="LiveId" clId="{B17DC35C-3175-44C5-8BBF-A9BEDFFEA4F3}" dt="2025-08-31T17:50:53.606" v="10"/>
          <ac:spMkLst>
            <pc:docMk/>
            <pc:sldMk cId="2144758710" sldId="421"/>
            <ac:spMk id="2" creationId="{0EBF673B-2D8D-BCB2-972E-F1CDC2AFB848}"/>
          </ac:spMkLst>
        </pc:spChg>
        <pc:spChg chg="add mod">
          <ac:chgData name="Hayato Ishida" userId="585fa0fa6384767c" providerId="LiveId" clId="{B17DC35C-3175-44C5-8BBF-A9BEDFFEA4F3}" dt="2025-08-31T17:50:53.606" v="10"/>
          <ac:spMkLst>
            <pc:docMk/>
            <pc:sldMk cId="2144758710" sldId="421"/>
            <ac:spMk id="3" creationId="{4F227F68-5A84-BF58-3C6B-EB45B50E5CDB}"/>
          </ac:spMkLst>
        </pc:spChg>
        <pc:graphicFrameChg chg="add mod">
          <ac:chgData name="Hayato Ishida" userId="585fa0fa6384767c" providerId="LiveId" clId="{B17DC35C-3175-44C5-8BBF-A9BEDFFEA4F3}" dt="2025-08-31T17:50:53.606" v="10"/>
          <ac:graphicFrameMkLst>
            <pc:docMk/>
            <pc:sldMk cId="2144758710" sldId="421"/>
            <ac:graphicFrameMk id="4" creationId="{DD9ECE9F-1C9B-E803-FCEC-C8D69B8B483A}"/>
          </ac:graphicFrameMkLst>
        </pc:graphicFrameChg>
      </pc:sldChg>
    </pc:docChg>
  </pc:docChgLst>
  <pc:docChgLst>
    <pc:chgData name="Hayato Ishida" userId="585fa0fa6384767c" providerId="LiveId" clId="{5F51A180-4AA0-44D0-86C8-CE01EEB08EF3}"/>
    <pc:docChg chg="custSel modSld">
      <pc:chgData name="Hayato Ishida" userId="585fa0fa6384767c" providerId="LiveId" clId="{5F51A180-4AA0-44D0-86C8-CE01EEB08EF3}" dt="2025-05-03T11:45:50.144" v="8"/>
      <pc:docMkLst>
        <pc:docMk/>
      </pc:docMkLst>
      <pc:sldChg chg="addSp delSp modSp mod">
        <pc:chgData name="Hayato Ishida" userId="585fa0fa6384767c" providerId="LiveId" clId="{5F51A180-4AA0-44D0-86C8-CE01EEB08EF3}" dt="2025-05-03T11:45:50.144" v="8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5F51A180-4AA0-44D0-86C8-CE01EEB08EF3}" dt="2025-05-03T11:44:41.925" v="7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5F51A180-4AA0-44D0-86C8-CE01EEB08EF3}" dt="2025-05-03T11:43:59.361" v="6"/>
        <pc:sldMkLst>
          <pc:docMk/>
          <pc:sldMk cId="654251065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ZQ84YJ-necessity-of-chatting-hours-for-team-building-what-psychological-safety-i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slide" Target="slide9.xml"/><Relationship Id="rId7" Type="http://schemas.openxmlformats.org/officeDocument/2006/relationships/slide" Target="slide2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20.xml"/><Relationship Id="rId11" Type="http://schemas.openxmlformats.org/officeDocument/2006/relationships/slide" Target="slide34.xml"/><Relationship Id="rId5" Type="http://schemas.openxmlformats.org/officeDocument/2006/relationships/slide" Target="slide15.xml"/><Relationship Id="rId10" Type="http://schemas.openxmlformats.org/officeDocument/2006/relationships/slide" Target="slide32.xml"/><Relationship Id="rId4" Type="http://schemas.openxmlformats.org/officeDocument/2006/relationships/slide" Target="slide13.xml"/><Relationship Id="rId9" Type="http://schemas.openxmlformats.org/officeDocument/2006/relationships/slide" Target="slide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what-is/scrum/#%3A~%3Atext%3DScrum%20is%20a%20management%20framework%2Cexperience%2C%20and%20adapt%20to%20chang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featured-insights/mckinsey-explainers/what-is-psychological-safety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lphaomegatranslations.com/foreign-language/what-causes-the-death-of-a-language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what-is/scrum/#%3A~%3Atext%3DScrum%20is%20a%20management%20framework%2Cexperience%2C%20and%20adapt%20to%20chang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tlassian.com/team-playbook/plays/working-agreements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what-is/scrum/#%3A~%3Atext%3DScrum%20is%20a%20management%20framework%2Cexperience%2C%20and%20adapt%20to%20chang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what-is/scrum/#%3A~%3Atext%3DScrum%20is%20a%20management%20framework%2Cexperience%2C%20and%20adapt%20to%20chang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ecruit-ms.co.jp/glossary/dtl/0000000230/" TargetMode="External"/><Relationship Id="rId4" Type="http://schemas.openxmlformats.org/officeDocument/2006/relationships/hyperlink" Target="https://www.mckinsey.com/featured-insights/mckinsey-explainers/what-is-psychological-safety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Necessity of Chatting Hours for</a:t>
            </a:r>
            <a:b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</a:br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Team Building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9384CEEA-9ED1-6887-AFE8-7BA71E626EBF}"/>
              </a:ext>
            </a:extLst>
          </p:cNvPr>
          <p:cNvSpPr txBox="1">
            <a:spLocks/>
          </p:cNvSpPr>
          <p:nvPr/>
        </p:nvSpPr>
        <p:spPr>
          <a:xfrm>
            <a:off x="1470870" y="3514157"/>
            <a:ext cx="9144000" cy="55577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2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 </a:t>
            </a:r>
            <a:r>
              <a:rPr lang="en-GB" sz="3200" b="1" i="0" u="none" strike="noStrike" baseline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-What Psychological Safety Is-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 (Headings)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On: 16 July 2024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60926E1-9C23-34B5-9F3A-1ABC6BAC0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11" name="タイトル 1">
            <a:extLst>
              <a:ext uri="{FF2B5EF4-FFF2-40B4-BE49-F238E27FC236}">
                <a16:creationId xmlns:a16="http://schemas.microsoft.com/office/drawing/2014/main" id="{56BE99D2-362E-8875-DD78-1E8BEEF85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D3692207-7D87-B58D-3BD2-A4F94A16D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92AC2A39-236F-48F8-FD90-863CD23AF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タイトル 1">
            <a:extLst>
              <a:ext uri="{FF2B5EF4-FFF2-40B4-BE49-F238E27FC236}">
                <a16:creationId xmlns:a16="http://schemas.microsoft.com/office/drawing/2014/main" id="{8D1133C4-3B0B-1536-D086-0208A891F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B49BC7AE-48DF-1DBD-496A-B2B983924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  <p:sp>
        <p:nvSpPr>
          <p:cNvPr id="14" name="スライド番号プレースホルダー 3">
            <a:extLst>
              <a:ext uri="{FF2B5EF4-FFF2-40B4-BE49-F238E27FC236}">
                <a16:creationId xmlns:a16="http://schemas.microsoft.com/office/drawing/2014/main" id="{E2C1F1BA-D9B0-37AF-D4F4-11ED9675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248D93AB-3049-559B-FCE9-3E029E573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8" name="スライド番号プレースホルダー 3">
            <a:extLst>
              <a:ext uri="{FF2B5EF4-FFF2-40B4-BE49-F238E27FC236}">
                <a16:creationId xmlns:a16="http://schemas.microsoft.com/office/drawing/2014/main" id="{2F47F3ED-ED2B-CEE8-9669-CC9F79A04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08D2BB9-5D3B-6D7E-C534-C8212EF6C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639481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A87306-DD9A-6CB2-CE6C-BAB01FA6F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BF673B-2D8D-BCB2-972E-F1CDC2AFB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4F227F68-5A84-BF58-3C6B-EB45B50E5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9ECE9F-1C9B-E803-FCEC-C8D69B8B4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201498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758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B07924-CCE9-7E85-27EA-0BEC0F58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404D5D6D-C95D-7C8F-EDA9-ED98ED327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411B530C-8774-7CAD-6B70-13A97B9F3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</a:t>
            </a:r>
            <a:r>
              <a:rPr lang="en-GB" altLang="ja-JP" sz="1400"/>
              <a:t>Tech Conferences</a:t>
            </a:r>
            <a:endParaRPr lang="en-GB" altLang="ja-JP" sz="1400" dirty="0"/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Agenda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Prologue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What Psychological Safety Is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Psychological Safety at Your Workplace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6" action="ppaction://hlinksldjump"/>
              </a:rPr>
              <a:t>Top 3 Requirements for Psychological Safety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7" action="ppaction://hlinksldjump"/>
              </a:rPr>
              <a:t>How to Grow Psychological Safety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Font typeface="Arial" panose="020B0604020202020204" pitchFamily="34" charset="0"/>
              <a:buAutoNum type="arabicPeriod"/>
            </a:pPr>
            <a:r>
              <a:rPr lang="en-GB" altLang="ja-JP" sz="2400" dirty="0">
                <a:sym typeface="Arial"/>
                <a:hlinkClick r:id="rId8" action="ppaction://hlinksldjump"/>
              </a:rPr>
              <a:t>Effectiveness of Chatting Hours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Font typeface="Arial" panose="020B0604020202020204" pitchFamily="34" charset="0"/>
              <a:buAutoNum type="arabicPeriod"/>
            </a:pPr>
            <a:r>
              <a:rPr lang="en-GB" altLang="ja-JP" sz="2400" dirty="0">
                <a:sym typeface="Arial"/>
                <a:hlinkClick r:id="rId9" action="ppaction://hlinksldjump"/>
              </a:rPr>
              <a:t>Feedback from Members of My Team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10" action="ppaction://hlinksldjump"/>
              </a:rPr>
              <a:t>Summary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11" action="ppaction://hlinksldjump"/>
              </a:rPr>
              <a:t>References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Prologue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Prologue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84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Our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holds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chatting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hour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15:00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16:00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every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Wednesday.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5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adopt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Scrum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development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method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DS(Daily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Standup)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30</a:t>
            </a:r>
          </a:p>
          <a:p>
            <a:pPr marL="12700" marR="0" lvl="0" indent="0" algn="l" defTabSz="914400" rtl="0" eaLnBrk="1" fontAlgn="auto" latinLnBrk="0" hangingPunct="1">
              <a:lnSpc>
                <a:spcPts val="2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minutes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morning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every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business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day.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300"/>
              </a:lnSpc>
              <a:spcBef>
                <a:spcPts val="515"/>
              </a:spcBef>
              <a:spcAft>
                <a:spcPts val="0"/>
              </a:spcAft>
              <a:buClrTx/>
              <a:buSzTx/>
              <a:buFontTx/>
              <a:buNone/>
              <a:tabLst>
                <a:tab pos="930275" algn="l"/>
              </a:tabLst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shares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 items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than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status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SBIs(Spring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Backlog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Items)	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generally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managed.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Tasks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than</a:t>
            </a: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SBIs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2355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Handling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enquiries,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Documents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submit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etc.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Business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Concerns,</a:t>
            </a:r>
            <a:r>
              <a:rPr kumimoji="0" lang="en-GB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Bothers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235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Request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sharing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expertise</a:t>
            </a:r>
            <a:r>
              <a:rPr kumimoji="0" lang="en-GB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technical/domain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knowledge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etc.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ts val="28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Private</a:t>
            </a: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Concerns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Weekend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outing,</a:t>
            </a:r>
            <a:r>
              <a:rPr kumimoji="0" lang="en-GB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Child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bearing,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Favourite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sweets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etc.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Prologue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11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881380" lvl="0" indent="0" algn="just" defTabSz="914400" rtl="0" eaLnBrk="1" fontAlgn="auto" latinLnBrk="0" hangingPunct="1">
              <a:lnSpc>
                <a:spcPct val="901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 of team member has increased,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duration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sharing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private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concerns has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been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incremented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often failed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closed within the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allocated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time.</a:t>
            </a:r>
          </a:p>
          <a:p>
            <a:pPr marL="12700" marR="407034" lvl="0" indent="0" algn="l" defTabSz="914400" rtl="0" eaLnBrk="1" fontAlgn="auto" latinLnBrk="0" hangingPunct="1">
              <a:lnSpc>
                <a:spcPts val="2590"/>
              </a:lnSpc>
              <a:spcBef>
                <a:spcPts val="5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trigger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chatting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hour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focus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discuss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private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events.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ct val="98500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Sharing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private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concerns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 change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characters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other members.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other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words,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securing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psychological</a:t>
            </a:r>
            <a:r>
              <a:rPr kumimoji="0" lang="en-GB" sz="2400" b="1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1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safety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allows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frank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business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discussion,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ultimately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leads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building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However,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came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wonder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if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chatting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hour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really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worked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icebreaking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activity</a:t>
            </a: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because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been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feeling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stressed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out.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511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Prologue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12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brought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such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ambiguous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stress?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turned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later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on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elements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are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closely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related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cause.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First</a:t>
            </a: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all,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psychological safety?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requirements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secure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psychological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safety?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grow psychological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safety?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50190" lvl="0" indent="0" algn="l" defTabSz="914400" rtl="0" eaLnBrk="1" fontAlgn="auto" latinLnBrk="0" hangingPunct="1">
              <a:lnSpc>
                <a:spcPct val="988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Looking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closer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factors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above,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contemplate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necessity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chatting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hour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an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icebreaking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activity and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shared 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opinion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 team members.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Here,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will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what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deliberate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feedback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them.</a:t>
            </a:r>
          </a:p>
        </p:txBody>
      </p:sp>
    </p:spTree>
    <p:extLst>
      <p:ext uri="{BB962C8B-B14F-4D97-AF65-F5344CB8AC3E}">
        <p14:creationId xmlns:p14="http://schemas.microsoft.com/office/powerpoint/2010/main" val="756556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What Psychological Safety Is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What Psychological Safety Is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14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Quote</a:t>
            </a:r>
            <a:endParaRPr kumimoji="0" lang="en-GB" sz="3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43510" lvl="0" indent="0" defTabSz="914400" eaLnBrk="1" fontAlgn="auto" latinLnBrk="0" hangingPunct="1">
              <a:lnSpc>
                <a:spcPct val="9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Psychological</a:t>
            </a:r>
            <a:r>
              <a:rPr kumimoji="0" lang="en-GB" sz="2400" b="0" i="1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safety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means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feeling</a:t>
            </a:r>
            <a:r>
              <a:rPr kumimoji="0" lang="en-GB" sz="2400" b="0" i="1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safe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take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interpersonal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risks,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speak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up, 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disagree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openly,</a:t>
            </a:r>
            <a:r>
              <a:rPr kumimoji="0" lang="en-GB" sz="2400" b="0" i="1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surface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concerns</a:t>
            </a:r>
            <a:r>
              <a:rPr kumimoji="0" lang="en-GB" sz="2400" b="0" i="1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without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fear</a:t>
            </a:r>
            <a:r>
              <a:rPr kumimoji="0" lang="en-GB" sz="2400" b="0" i="1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negative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repercussions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or </a:t>
            </a:r>
            <a:r>
              <a:rPr kumimoji="0" lang="en-GB" sz="2400" b="0" i="1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pressure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sugarcoat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bad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news.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Psychological</a:t>
            </a:r>
            <a:r>
              <a:rPr kumimoji="0" lang="en-GB" sz="2400" b="0" i="1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safety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nurtures an environment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where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people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feel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encouraged</a:t>
            </a:r>
            <a:r>
              <a:rPr kumimoji="0" lang="en-GB" sz="2400" b="0" i="1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share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creative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ideas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without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fear</a:t>
            </a:r>
            <a:r>
              <a:rPr kumimoji="0" lang="en-GB" sz="2400" b="0" i="1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1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personal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judgment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stepping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on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toes.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this</a:t>
            </a:r>
            <a:r>
              <a:rPr kumimoji="0" lang="en-GB" sz="2400" b="0" i="1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kind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1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environment,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feels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safe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share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feedback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others,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including</a:t>
            </a:r>
            <a:r>
              <a:rPr kumimoji="0" lang="en-GB" sz="2400" b="0" i="1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negative upward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feedback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leaders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about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where </a:t>
            </a:r>
            <a:r>
              <a:rPr kumimoji="0" lang="en-GB" sz="2400" b="0" i="1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improvements</a:t>
            </a:r>
            <a:r>
              <a:rPr kumimoji="0" lang="en-GB" sz="2400" b="0" i="1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changes</a:t>
            </a:r>
            <a:r>
              <a:rPr kumimoji="0" lang="en-GB" sz="2400" b="0" i="1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needed.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It's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OK</a:t>
            </a:r>
            <a:r>
              <a:rPr kumimoji="0" lang="en-GB" sz="2400" b="0" i="1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admit 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mistakes,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vulnerable, </a:t>
            </a:r>
            <a:r>
              <a:rPr kumimoji="0" lang="en-GB" sz="2400" b="0" i="1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speak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truth</a:t>
            </a:r>
            <a:r>
              <a:rPr kumimoji="0" lang="en-GB" sz="2400" b="0" i="1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 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power.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psychological</a:t>
            </a:r>
            <a:r>
              <a:rPr kumimoji="0" lang="en-GB" sz="2400" b="0" i="1" u="none" strike="noStrike" kern="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safety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present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the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workplace </a:t>
            </a:r>
            <a:r>
              <a:rPr kumimoji="0" lang="en-GB" sz="2400" b="0" i="1" u="none" strike="noStrike" kern="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home,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creates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more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innovative,</a:t>
            </a:r>
            <a:r>
              <a:rPr kumimoji="0" lang="en-GB" sz="2400" b="0" i="1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stronger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community.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535045" marR="0" lvl="0" indent="0" defTabSz="914400" eaLnBrk="1" fontAlgn="auto" latinLnBrk="0" hangingPunct="1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Reference:</a:t>
            </a:r>
            <a:r>
              <a:rPr kumimoji="0" lang="en-GB" sz="18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ll.8-10,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Sarah-Claire</a:t>
            </a:r>
            <a:r>
              <a:rPr kumimoji="0" lang="en-GB" sz="1800" b="0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Jordan,</a:t>
            </a:r>
            <a:r>
              <a:rPr kumimoji="0" lang="en-GB" sz="1800" b="0" i="0" u="none" strike="noStrike" kern="0" cap="none" spc="4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800" b="0" i="1" u="heavy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Alpha</a:t>
            </a:r>
            <a:r>
              <a:rPr kumimoji="0" lang="en-GB" sz="1800" b="0" i="1" u="heavy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1800" b="0" i="1" u="heavy" strike="noStrike" kern="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Omega</a:t>
            </a:r>
            <a:r>
              <a:rPr kumimoji="0" lang="en-GB" sz="1800" b="0" i="1" u="heavy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Translations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Psychological Safety at Your Workplace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1934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Psychological Safety at Your Workplace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16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70485" lvl="0" indent="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Psychological safety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workplace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deeply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depends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 whether</a:t>
            </a:r>
            <a:r>
              <a:rPr kumimoji="0" lang="en-GB" sz="24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frank </a:t>
            </a:r>
            <a:r>
              <a:rPr kumimoji="0" lang="en-GB" sz="2400" b="1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discussion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with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our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stakeholders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372745" lvl="0" indent="0" algn="l" defTabSz="914400" rtl="0" eaLnBrk="1" fontAlgn="auto" latinLnBrk="0" hangingPunct="1">
              <a:lnSpc>
                <a:spcPts val="259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because our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tasks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tend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rather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need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close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collaborations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someone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else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self-concluded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regardless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division,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title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position.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Important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sure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identify</a:t>
            </a:r>
            <a:r>
              <a:rPr kumimoji="0" lang="en-GB" sz="24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discussion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</a:t>
            </a:r>
            <a:r>
              <a:rPr kumimoji="0" lang="en-GB" sz="2400" b="1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humanity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others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2870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Psychological Safety at Your Workplace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Let's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discussion.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238125" lvl="0" indent="-270510" algn="l" defTabSz="914400" rtl="0" eaLnBrk="1" fontAlgn="auto" latinLnBrk="0" hangingPunct="1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Tx/>
              <a:buSzTx/>
              <a:buFontTx/>
              <a:buAutoNum type="alphaUcPeriod"/>
              <a:tabLst>
                <a:tab pos="351790" algn="l"/>
              </a:tabLst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 of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test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cases increases,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longer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lead time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CI(Continuous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Integration)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becomes,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prefer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same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assertions in a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common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context,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would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also idealistically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separate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each. 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trade-off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makes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hard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right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decision.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5080" lvl="0" indent="-270510" algn="l" defTabSz="914400" rtl="0" eaLnBrk="1" fontAlgn="auto" latinLnBrk="0" hangingPunct="1">
              <a:lnSpc>
                <a:spcPct val="9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Tx/>
              <a:buAutoNum type="alphaUcPeriod"/>
              <a:tabLst>
                <a:tab pos="351790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update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applied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columns,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corresponding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test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case should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a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common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context. </a:t>
            </a: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However,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expects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 of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updated,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column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column.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why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prefer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put assertions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separately.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a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result,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taken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in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order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value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role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SPEC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testing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framework.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0263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Psychological Safety at Your Workplace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315595" lvl="0" indent="0" algn="l" defTabSz="914400" rtl="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precedent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character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B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discussed</a:t>
            </a:r>
            <a:r>
              <a:rPr kumimoji="0" lang="en-GB" sz="24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trade-off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idealistic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test </a:t>
            </a:r>
            <a:r>
              <a:rPr kumimoji="0" lang="en-GB" sz="2400" b="1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case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separation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CI lead time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tried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find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most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reasonable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answer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605155" lvl="0" indent="0" algn="l" defTabSz="914400" rtl="0" eaLnBrk="1" fontAlgn="auto" latinLnBrk="0" hangingPunct="1">
              <a:lnSpc>
                <a:spcPct val="8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context,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just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insist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opinion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a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supportive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idea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better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solution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NEVER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referred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each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other's</a:t>
            </a:r>
            <a:r>
              <a:rPr kumimoji="0" lang="en-GB" sz="24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humanity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93725" lvl="0" indent="0" algn="l" defTabSz="914400" rtl="0" eaLnBrk="1" fontAlgn="auto" latinLnBrk="0" hangingPunct="1">
              <a:lnSpc>
                <a:spcPct val="8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Were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character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think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character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 is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unacceptable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a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person </a:t>
            </a:r>
            <a:r>
              <a:rPr kumimoji="0" lang="en-GB" sz="2400" b="0" i="0" u="none" strike="noStrike" kern="1200" cap="none" spc="-5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since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B's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opinion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does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get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along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mine,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would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happen?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just" defTabSz="914400" rtl="0" eaLnBrk="1" fontAlgn="auto" latinLnBrk="0" hangingPunct="1">
              <a:lnSpc>
                <a:spcPts val="2300"/>
              </a:lnSpc>
              <a:spcBef>
                <a:spcPts val="9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Whether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their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opinions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same or not,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having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constructive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discussion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key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point,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would come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alert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 other once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 are sure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1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evaluated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based on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argument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366395" lvl="0" indent="0" algn="l" defTabSz="914400" rtl="0" eaLnBrk="1" fontAlgn="auto" latinLnBrk="0" hangingPunct="1">
              <a:lnSpc>
                <a:spcPct val="8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will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absolutely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prevent innovative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ideas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emerging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 and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establish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conservative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organisation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members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best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effort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protect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themselves.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8071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3. Psychological Safety at Your Workplace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19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A1BACAA0-B3CB-BF26-9353-A33CBA6E0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82930" lvl="0" indent="0" defTabSz="914400" eaLnBrk="1" fontAlgn="auto" latinLnBrk="0" hangingPunct="1">
              <a:lnSpc>
                <a:spcPct val="901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Repeatedly,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most important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sure</a:t>
            </a:r>
            <a:r>
              <a:rPr kumimoji="0" lang="en-GB" sz="24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identify</a:t>
            </a:r>
            <a:r>
              <a:rPr kumimoji="0" lang="en-GB" sz="2400" b="1" i="0" u="none" strike="noStrike" kern="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1" i="0" u="none" strike="noStrike" kern="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a discussion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humanity 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others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 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truly wish 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secure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psychological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safety.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seems self-evident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organisations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adopt </a:t>
            </a:r>
            <a:r>
              <a:rPr kumimoji="0" lang="en-GB" sz="2400" b="0" i="0" u="heavy" strike="noStrike" kern="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Scrum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a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development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method,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principle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definitely worth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being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articulated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Working</a:t>
            </a:r>
            <a:r>
              <a:rPr kumimoji="0" lang="en-GB" sz="2400" b="0" i="0" u="heavy" strike="noStrike" kern="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400" b="0" i="0" u="heavy" strike="noStrike" kern="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Agreements</a:t>
            </a:r>
            <a:r>
              <a:rPr kumimoji="0" lang="en-GB" sz="24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0816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altLang="ja-JP" sz="4000" b="1" dirty="0">
                <a:latin typeface="Calibri (Headings)"/>
              </a:rPr>
              <a:t>4. Top 3 Requirements for Psychological Safety</a:t>
            </a:r>
            <a:endParaRPr lang="en-GB" sz="40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6303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4. Top 3 Requirements for Psychological Safety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9EE58D-D452-4512-F877-040E586E9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22860" lvl="0" indent="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Organising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essence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quote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contents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the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last</a:t>
            </a:r>
            <a:r>
              <a:rPr kumimoji="0" lang="en-GB" sz="2400" b="0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chapter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will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sure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requirements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fulfilled.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able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sure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organisation.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need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organisation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while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needs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likewise.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able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frankly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open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opinions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emotions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anyone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else.</a:t>
            </a:r>
          </a:p>
          <a:p>
            <a:pPr marL="728980" marR="0" lvl="1" indent="-259715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alert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based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other's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gender,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nationality,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title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position.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denied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by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above.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358140" lvl="1" indent="-259079" algn="l" defTabSz="914400" rtl="0" eaLnBrk="1" fontAlgn="auto" latinLnBrk="0" hangingPunct="1">
              <a:lnSpc>
                <a:spcPts val="2160"/>
              </a:lnSpc>
              <a:spcBef>
                <a:spcPts val="55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There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agreement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frankly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sharing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opinions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emotions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separate</a:t>
            </a:r>
            <a:r>
              <a:rPr kumimoji="0" lang="en-GB" sz="20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 </a:t>
            </a:r>
            <a:r>
              <a:rPr kumimoji="0" lang="en-GB" sz="2000" b="0" i="0" u="none" strike="noStrike" kern="1200" cap="none" spc="-4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evaluation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humanity.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177290" marR="0" lvl="2" indent="-250190" algn="l" defTabSz="914400" rtl="0" eaLnBrk="1" fontAlgn="auto" latinLnBrk="0" hangingPunct="1">
              <a:lnSpc>
                <a:spcPct val="100000"/>
              </a:lnSpc>
              <a:spcBef>
                <a:spcPts val="309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6655" algn="l"/>
                <a:tab pos="1177290" algn="l"/>
              </a:tabLst>
              <a:defRPr/>
            </a:pP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Never</a:t>
            </a:r>
            <a:r>
              <a:rPr kumimoji="0" lang="en-GB" sz="16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attack</a:t>
            </a:r>
            <a:r>
              <a:rPr kumimoji="0" lang="en-GB" sz="16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humanity</a:t>
            </a:r>
            <a:r>
              <a:rPr kumimoji="0" lang="en-GB" sz="1600" b="1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even</a:t>
            </a:r>
            <a:r>
              <a:rPr kumimoji="0" lang="en-GB" sz="16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though</a:t>
            </a:r>
            <a:r>
              <a:rPr kumimoji="0" lang="en-GB" sz="1600" b="1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6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other's</a:t>
            </a:r>
            <a:r>
              <a:rPr kumimoji="0" lang="en-GB" sz="16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opinions</a:t>
            </a:r>
            <a:r>
              <a:rPr kumimoji="0" lang="en-GB" sz="1600" b="1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16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emotions</a:t>
            </a:r>
            <a:r>
              <a:rPr kumimoji="0" lang="en-GB" sz="16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16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different</a:t>
            </a:r>
            <a:r>
              <a:rPr kumimoji="0" lang="en-GB" sz="16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1600" b="1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6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yours!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8040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How to Grow Psychological Safety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5164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How to Grow Psychological Safety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224154" lvl="0" indent="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 hand,</a:t>
            </a:r>
            <a:r>
              <a:rPr kumimoji="0" lang="en-GB" sz="24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-8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Top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3</a:t>
            </a:r>
            <a:r>
              <a:rPr kumimoji="0" lang="en-GB" sz="2400" b="0" i="0" u="heavy" strike="noStrike" kern="1200" cap="none" spc="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Requirements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for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Psychological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Safety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mentioned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the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last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chapter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hard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fulfilled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without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knowing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what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75945" lvl="0" indent="0" algn="l" defTabSz="914400" rtl="0" eaLnBrk="1" fontAlgn="auto" latinLnBrk="0" hangingPunct="1">
              <a:lnSpc>
                <a:spcPts val="259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Having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chat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over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dinner or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going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play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outside of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going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effective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means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produce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psychological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safety.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case,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much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understanding</a:t>
            </a:r>
            <a:r>
              <a:rPr kumimoji="0" lang="en-GB" sz="240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totally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depends</a:t>
            </a:r>
            <a:r>
              <a:rPr kumimoji="0" lang="en-GB" sz="24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much</a:t>
            </a:r>
            <a:r>
              <a:rPr kumimoji="0" lang="en-GB" sz="24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</a:t>
            </a:r>
            <a:r>
              <a:rPr kumimoji="0" lang="en-GB" sz="24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  <a:p>
            <a:pPr marL="12700" marR="481965" lvl="0" indent="0" algn="l" defTabSz="914400" rtl="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say,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finding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common</a:t>
            </a:r>
            <a:r>
              <a:rPr kumimoji="0" lang="en-GB" sz="24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 the </a:t>
            </a:r>
            <a:r>
              <a:rPr kumimoji="0" lang="en-GB" sz="24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key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maximise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amount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1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ts val="259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a 1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1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conversation,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difficult,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but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more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people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concerned,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smaller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intersection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common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become,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is a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huge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dilemma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context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organisation.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7677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5. How to Grow Psychological Safety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5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Workplace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community</a:t>
            </a:r>
            <a:r>
              <a:rPr kumimoji="0" lang="en-GB" sz="22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those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people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gather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were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born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raised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ts val="25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different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backgrounds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but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same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business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interests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follows.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ct val="100000"/>
              </a:lnSpc>
              <a:spcBef>
                <a:spcPts val="14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development</a:t>
            </a:r>
            <a:r>
              <a:rPr kumimoji="0" lang="en-GB" sz="22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a specific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programming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in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specific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service</a:t>
            </a:r>
          </a:p>
          <a:p>
            <a:pPr marL="282575" marR="1530985" lvl="0" indent="-270510" algn="l" defTabSz="914400" rtl="0" eaLnBrk="1" fontAlgn="auto" latinLnBrk="0" hangingPunct="1">
              <a:lnSpc>
                <a:spcPts val="238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phrases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requirements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definition,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design, </a:t>
            </a:r>
            <a:r>
              <a:rPr kumimoji="0" lang="en-GB" sz="2200" b="0" i="0" u="none" strike="noStrike" kern="1200" cap="none" spc="-4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implementation,</a:t>
            </a:r>
            <a:r>
              <a:rPr kumimoji="0" lang="en-GB" sz="22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release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maintenance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 inhouse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product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sense,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2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highly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likely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able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find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common</a:t>
            </a:r>
            <a:r>
              <a:rPr kumimoji="0" lang="en-GB" sz="22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business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concerns.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702310" lvl="0" indent="0" algn="l" defTabSz="914400" rtl="0" eaLnBrk="1" fontAlgn="auto" latinLnBrk="0" hangingPunct="1">
              <a:lnSpc>
                <a:spcPts val="238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rarely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find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someone</a:t>
            </a:r>
            <a:r>
              <a:rPr kumimoji="0" lang="en-GB" sz="22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spends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free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time</a:t>
            </a:r>
            <a:r>
              <a:rPr kumimoji="0" lang="en-GB" sz="22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2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super</a:t>
            </a:r>
            <a:r>
              <a:rPr kumimoji="0" lang="en-GB" sz="2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lucky </a:t>
            </a:r>
            <a:r>
              <a:rPr kumimoji="0" lang="en-GB" sz="2200" b="0" i="0" u="none" strike="noStrike" kern="1200" cap="none" spc="-4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provided</a:t>
            </a:r>
            <a:r>
              <a:rPr kumimoji="0" lang="en-GB" sz="2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found</a:t>
            </a:r>
            <a:r>
              <a:rPr kumimoji="0" lang="en-GB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2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anyone.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4090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Effectiveness of Chatting Hours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8244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Effectiveness of Chatting Hours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26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1179830" lvl="0" indent="0" algn="l" defTabSz="914400" rtl="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carefully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analyse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the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scepticism</a:t>
            </a:r>
            <a:r>
              <a:rPr kumimoji="0" lang="en-GB" sz="2400" b="0" i="0" u="heavy" strike="noStrike" kern="1200" cap="none" spc="-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and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stress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caused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by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the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chatting</a:t>
            </a:r>
            <a:r>
              <a:rPr kumimoji="0" lang="en-GB" sz="2400" b="0" i="0" u="heavy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hour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mentioned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in</a:t>
            </a:r>
            <a:r>
              <a:rPr kumimoji="0" lang="en-GB" sz="2400" b="0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the 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 action="ppaction://hlinksldjump"/>
              </a:rPr>
              <a:t>prologue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reasons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turned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86360" lvl="0" indent="-361950" algn="just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650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is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generous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wide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variety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topics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including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business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concerns. </a:t>
            </a: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However,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focused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much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private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concerns, which minimised the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intersection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common</a:t>
            </a:r>
            <a:r>
              <a:rPr kumimoji="0" lang="en-GB" sz="24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26034" lvl="0" indent="-361950" algn="l" defTabSz="914400" rtl="0" eaLnBrk="1" fontAlgn="auto" latinLnBrk="0" hangingPunct="1">
              <a:lnSpc>
                <a:spcPts val="2300"/>
              </a:lnSpc>
              <a:spcBef>
                <a:spcPts val="98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tiny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intersection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catch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interests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few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members,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distribution</a:t>
            </a:r>
            <a:r>
              <a:rPr kumimoji="0" lang="en-GB" sz="24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chances </a:t>
            </a:r>
            <a:r>
              <a:rPr kumimoji="0" lang="en-GB" sz="2400" b="1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speech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 quite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unfair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5080" lvl="0" indent="-361950" algn="l" defTabSz="914400" rtl="0" eaLnBrk="1" fontAlgn="auto" latinLnBrk="0" hangingPunct="1">
              <a:lnSpc>
                <a:spcPct val="8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a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result,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failed 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maximise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intersection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common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interests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play </a:t>
            </a:r>
            <a:r>
              <a:rPr kumimoji="0" lang="en-GB" sz="2400" b="1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role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icebreaking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activity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provided uncomfortable atmosphere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caused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awkward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</a:t>
            </a:r>
            <a:r>
              <a:rPr kumimoji="0" lang="en-GB" sz="24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frequent</a:t>
            </a:r>
            <a:r>
              <a:rPr kumimoji="0" lang="en-GB" sz="24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silence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going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against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building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7197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Effectiveness of Chatting Hours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27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Whatever</a:t>
            </a:r>
            <a:r>
              <a:rPr kumimoji="0" lang="en-GB" sz="17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topic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set, important</a:t>
            </a:r>
            <a:r>
              <a:rPr kumimoji="0" lang="en-GB" sz="17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1700" b="0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1700" b="1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 </a:t>
            </a:r>
            <a:r>
              <a:rPr kumimoji="0" lang="en-GB" sz="1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lang="en-GB" sz="17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agenda</a:t>
            </a:r>
            <a:r>
              <a:rPr kumimoji="0" lang="en-GB" sz="1700" b="1" i="0" u="none" strike="noStrike" kern="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maximises</a:t>
            </a:r>
            <a:r>
              <a:rPr kumimoji="0" lang="en-GB" sz="1700" b="1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700" b="1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1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intersection</a:t>
            </a:r>
            <a:r>
              <a:rPr kumimoji="0" lang="en-GB" sz="17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700" b="1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common</a:t>
            </a:r>
            <a:r>
              <a:rPr kumimoji="0" lang="en-GB" sz="1700" b="1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1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interests</a:t>
            </a:r>
            <a:r>
              <a:rPr kumimoji="0" lang="en-GB" sz="17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  <a:p>
            <a:pPr marL="12700" marR="0" lvl="0" indent="0" defTabSz="914400" eaLnBrk="1" fontAlgn="auto" latinLnBrk="0" hangingPunct="1">
              <a:lnSpc>
                <a:spcPts val="1735"/>
              </a:lnSpc>
              <a:spcBef>
                <a:spcPts val="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17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17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good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</a:t>
            </a:r>
            <a:r>
              <a:rPr kumimoji="0" lang="en-GB" sz="17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frank</a:t>
            </a:r>
            <a:r>
              <a:rPr kumimoji="0" lang="en-GB" sz="17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chat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should</a:t>
            </a:r>
            <a:r>
              <a:rPr kumimoji="0" lang="en-GB" sz="17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17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17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small</a:t>
            </a:r>
            <a:r>
              <a:rPr kumimoji="0" lang="en-GB" sz="17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talk,</a:t>
            </a:r>
            <a:r>
              <a:rPr kumimoji="0" lang="en-GB" sz="17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lang="en-GB" sz="17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r>
              <a:rPr kumimoji="0" lang="en-GB" sz="17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1700" b="0" i="0" u="none" strike="noStrike" kern="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good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it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ought</a:t>
            </a:r>
            <a:r>
              <a:rPr kumimoji="0" lang="en-GB" sz="17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17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17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1700" b="0" i="0" u="none" strike="noStrike" kern="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talk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about</a:t>
            </a:r>
            <a:r>
              <a:rPr kumimoji="0" lang="en-GB" sz="17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</a:p>
          <a:p>
            <a:pPr marL="12700" marR="0" lvl="0" indent="0" defTabSz="914400" eaLnBrk="1" fontAlgn="auto" latinLnBrk="0" hangingPunct="1">
              <a:lnSpc>
                <a:spcPts val="1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</a:t>
            </a:r>
            <a:r>
              <a:rPr kumimoji="0" lang="en-GB" sz="17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affairs.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3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90500" marR="0" lvl="0" indent="-178435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1135" algn="l"/>
              </a:tabLst>
              <a:defRPr/>
            </a:pP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Business</a:t>
            </a:r>
            <a:r>
              <a:rPr kumimoji="0" lang="en-GB" sz="17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Tips</a:t>
            </a:r>
          </a:p>
          <a:p>
            <a:pPr marL="637540" marR="0" lvl="1" indent="-1682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38175" algn="l"/>
              </a:tabLst>
              <a:defRPr/>
            </a:pP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Share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twists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effective</a:t>
            </a:r>
            <a:r>
              <a:rPr kumimoji="0" lang="en-GB" sz="1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tools</a:t>
            </a:r>
            <a:r>
              <a:rPr kumimoji="0" lang="en-GB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1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etc.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90500" marR="0" lvl="0" indent="-178435" defTabSz="91440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1135" algn="l"/>
              </a:tabLst>
              <a:defRPr/>
            </a:pP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Upcoming</a:t>
            </a:r>
            <a:r>
              <a:rPr kumimoji="0" lang="en-GB" sz="17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PBIs(Product</a:t>
            </a:r>
            <a:r>
              <a:rPr kumimoji="0" lang="en-GB" sz="17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Backlog</a:t>
            </a:r>
            <a:r>
              <a:rPr kumimoji="0" lang="en-GB" sz="1700" b="0" i="0" u="none" strike="noStrike" kern="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Items)</a:t>
            </a:r>
          </a:p>
          <a:p>
            <a:pPr marL="637540" marR="0" lvl="1" indent="-1682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38175" algn="l"/>
              </a:tabLst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Casually</a:t>
            </a:r>
            <a:r>
              <a:rPr kumimoji="0" lang="en-GB" sz="14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talk about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items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supposed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worked</a:t>
            </a:r>
            <a:r>
              <a:rPr kumimoji="0" lang="en-GB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lang="en-GB" sz="14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sprint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37540" marR="0" lvl="1" indent="-168275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38175" algn="l"/>
              </a:tabLst>
              <a:defRPr/>
            </a:pP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excuse</a:t>
            </a:r>
            <a:r>
              <a:rPr kumimoji="0" lang="en-GB" sz="14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</a:t>
            </a:r>
            <a:r>
              <a:rPr kumimoji="0" lang="en-GB" sz="1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chatting</a:t>
            </a:r>
            <a:r>
              <a:rPr kumimoji="0" lang="en-GB" sz="14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hour</a:t>
            </a:r>
            <a:r>
              <a:rPr kumimoji="0" lang="en-GB" sz="1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allows</a:t>
            </a:r>
            <a:r>
              <a:rPr kumimoji="0" lang="en-GB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</a:t>
            </a:r>
            <a:r>
              <a:rPr kumimoji="0" lang="en-GB" sz="14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hit</a:t>
            </a:r>
            <a:r>
              <a:rPr kumimoji="0" lang="en-GB" sz="14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</a:t>
            </a:r>
            <a:r>
              <a:rPr kumimoji="0" lang="en-GB" sz="14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creative</a:t>
            </a:r>
            <a:r>
              <a:rPr kumimoji="0" lang="en-GB" sz="14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 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productive</a:t>
            </a:r>
            <a:r>
              <a:rPr kumimoji="0" lang="en-GB" sz="14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flexibility.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90500" marR="0" lvl="0" indent="-178435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1135" algn="l"/>
              </a:tabLst>
              <a:defRPr/>
            </a:pPr>
            <a:r>
              <a:rPr kumimoji="0" lang="en-GB" sz="17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17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News</a:t>
            </a:r>
          </a:p>
          <a:p>
            <a:pPr marL="637540" marR="0" lvl="1" indent="-1682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38175" algn="l"/>
              </a:tabLst>
              <a:defRPr/>
            </a:pP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Exchange</a:t>
            </a:r>
            <a:r>
              <a:rPr kumimoji="0" lang="en-GB" sz="14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 about</a:t>
            </a:r>
            <a:r>
              <a:rPr kumimoji="0" lang="en-GB" sz="1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programming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languages</a:t>
            </a:r>
            <a:r>
              <a:rPr kumimoji="0" lang="en-GB" sz="14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frameworks</a:t>
            </a:r>
            <a:r>
              <a:rPr kumimoji="0" lang="en-GB" sz="1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</a:t>
            </a:r>
            <a:r>
              <a:rPr kumimoji="0" lang="en-GB" sz="1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</a:t>
            </a:r>
            <a:r>
              <a:rPr kumimoji="0" lang="en-GB" sz="1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90500" marR="0" lvl="0" indent="-178435" defTabSz="91440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1135" algn="l"/>
              </a:tabLst>
              <a:defRPr/>
            </a:pP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Knowledge</a:t>
            </a:r>
            <a:r>
              <a:rPr kumimoji="0" lang="en-GB" sz="17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Source</a:t>
            </a:r>
            <a:r>
              <a:rPr kumimoji="0" lang="en-GB" sz="17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Sharing</a:t>
            </a:r>
          </a:p>
          <a:p>
            <a:pPr marL="637540" marR="0" lvl="1" indent="-1682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38175" algn="l"/>
              </a:tabLst>
              <a:defRPr/>
            </a:pP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Exchange</a:t>
            </a:r>
            <a:r>
              <a:rPr kumimoji="0" lang="en-GB" sz="14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 about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14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blogs</a:t>
            </a:r>
            <a:r>
              <a:rPr kumimoji="0" lang="en-GB" sz="14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learning</a:t>
            </a:r>
            <a:r>
              <a:rPr kumimoji="0" lang="en-GB" sz="14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sessions</a:t>
            </a:r>
            <a:r>
              <a:rPr kumimoji="0" lang="en-GB" sz="1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usually</a:t>
            </a:r>
            <a:r>
              <a:rPr kumimoji="0" lang="en-GB" sz="14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watch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90500" marR="0" lvl="0" indent="-178435" defTabSz="914400" eaLnBrk="1" fontAlgn="auto" latinLnBrk="0" hangingPunct="1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1135" algn="l"/>
              </a:tabLst>
              <a:defRPr/>
            </a:pP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Discussion</a:t>
            </a:r>
            <a:r>
              <a:rPr kumimoji="0" lang="en-GB" sz="17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about</a:t>
            </a:r>
            <a:r>
              <a:rPr kumimoji="0" lang="en-GB" sz="1700" b="0" i="0" u="none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Scrum</a:t>
            </a:r>
            <a:r>
              <a:rPr kumimoji="0" lang="en-GB" sz="1700" b="0" i="0" u="none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development</a:t>
            </a:r>
            <a:r>
              <a:rPr kumimoji="0" lang="en-GB" sz="17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method</a:t>
            </a:r>
          </a:p>
          <a:p>
            <a:pPr marL="637540" marR="0" lvl="1" indent="-1682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38175" algn="l"/>
              </a:tabLst>
              <a:defRPr/>
            </a:pP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Opinions</a:t>
            </a:r>
            <a:r>
              <a:rPr kumimoji="0" lang="en-GB" sz="14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lang="en-GB" sz="1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r>
              <a:rPr kumimoji="0" lang="en-GB" sz="14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members</a:t>
            </a:r>
            <a:r>
              <a:rPr kumimoji="0" lang="en-GB" sz="1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than</a:t>
            </a:r>
            <a:r>
              <a:rPr kumimoji="0" lang="en-GB" sz="14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Scrum</a:t>
            </a:r>
            <a:r>
              <a:rPr kumimoji="0" lang="en-GB" sz="1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master</a:t>
            </a:r>
            <a:r>
              <a:rPr kumimoji="0" lang="en-GB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1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also </a:t>
            </a:r>
            <a:r>
              <a:rPr kumimoji="0" lang="en-GB" sz="1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important.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2015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6. Effectiveness of Chatting Hours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28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members</a:t>
            </a: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personalities.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Hardworking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good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at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long-hour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conversation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idea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good</a:t>
            </a:r>
            <a:r>
              <a:rPr kumimoji="0" lang="en-GB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they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personal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conversation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Earnest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discussion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about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highly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abstract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concepts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technical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affairs.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let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unclear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points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willing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try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hard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arrive</a:t>
            </a:r>
            <a:r>
              <a:rPr kumimoji="0" lang="en-GB" sz="20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agreement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Tries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hard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discuss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what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right or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wrong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find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best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solution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considering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trade-offs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150495" lvl="0" indent="0" algn="l" defTabSz="914400" rtl="0" eaLnBrk="1" fontAlgn="auto" latinLnBrk="0" hangingPunct="1">
              <a:lnSpc>
                <a:spcPct val="80000"/>
              </a:lnSpc>
              <a:spcBef>
                <a:spcPts val="14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why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suggest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should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talk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mainly about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business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concerns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chatting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hour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one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day.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4147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7. Feedback from Members of My Team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9460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7. Feedback from Members of My Team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30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82575" marR="5080" lvl="0" indent="-270510" algn="l" defTabSz="914400" rtl="0" eaLnBrk="1" fontAlgn="auto" latinLnBrk="0" hangingPunct="1">
              <a:lnSpc>
                <a:spcPct val="70000"/>
              </a:lnSpc>
              <a:spcBef>
                <a:spcPts val="8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A: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hard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equally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distribute</a:t>
            </a:r>
            <a:r>
              <a:rPr kumimoji="0" lang="en-GB" sz="20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changes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speech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because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depends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talkative </a:t>
            </a:r>
            <a:r>
              <a:rPr kumimoji="0" lang="en-GB" sz="2000" b="0" i="0" u="none" strike="noStrike" kern="1200" cap="none" spc="-4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topic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provided.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420370" lvl="0" indent="-270510" algn="l" defTabSz="914400" rtl="0" eaLnBrk="1" fontAlgn="auto" latinLnBrk="0" hangingPunct="1">
              <a:lnSpc>
                <a:spcPct val="7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B: It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painstaking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convey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non-verbal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elements</a:t>
            </a:r>
            <a:r>
              <a:rPr kumimoji="0" lang="en-GB" sz="20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remote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work,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we </a:t>
            </a:r>
            <a:r>
              <a:rPr kumimoji="0" lang="en-GB" sz="2000" b="0" i="0" u="none" strike="noStrike" kern="1200" cap="none" spc="-4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articulate</a:t>
            </a:r>
            <a:r>
              <a:rPr kumimoji="0" lang="en-GB" sz="20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our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opinions.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a</a:t>
            </a:r>
            <a:r>
              <a:rPr kumimoji="0" lang="en-GB" sz="17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</a:t>
            </a:r>
            <a:r>
              <a:rPr kumimoji="0" lang="en-GB" sz="17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quality</a:t>
            </a:r>
            <a:r>
              <a:rPr kumimoji="0" lang="en-GB" sz="17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work,</a:t>
            </a:r>
            <a:r>
              <a:rPr kumimoji="0" lang="en-GB" sz="17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 the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activity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be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made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</a:t>
            </a:r>
            <a:r>
              <a:rPr kumimoji="0" lang="en-GB" sz="17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17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</a:t>
            </a: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17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practice.</a:t>
            </a:r>
            <a:endParaRPr kumimoji="0" lang="en-GB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772160" lvl="0" indent="-27051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activity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intended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blowing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off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steam,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private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concerns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should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000" b="0" i="0" u="none" strike="noStrike" kern="1200" cap="none" spc="-4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focused</a:t>
            </a:r>
            <a:r>
              <a:rPr kumimoji="0" lang="en-GB" sz="2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17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happy</a:t>
            </a: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being</a:t>
            </a:r>
            <a:r>
              <a:rPr kumimoji="0" lang="en-GB" sz="17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selective</a:t>
            </a:r>
            <a:r>
              <a:rPr kumimoji="0" lang="en-GB" sz="17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topic</a:t>
            </a:r>
            <a:endParaRPr kumimoji="0" lang="en-GB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243840" lvl="0" indent="-270510" algn="l" defTabSz="914400" rtl="0" eaLnBrk="1" fontAlgn="auto" latinLnBrk="0" hangingPunct="1">
              <a:lnSpc>
                <a:spcPct val="7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D: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enough</a:t>
            </a:r>
            <a:r>
              <a:rPr kumimoji="0" lang="en-GB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maintain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current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situation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the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activity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also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play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role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lang="en-GB" sz="2000" b="0" i="0" u="none" strike="noStrike" kern="1200" cap="none" spc="-4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Background</a:t>
            </a:r>
            <a:r>
              <a:rPr kumimoji="0" lang="en-GB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Music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Podcast.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9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lang="en-GB" sz="17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least,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members</a:t>
            </a:r>
            <a:r>
              <a:rPr kumimoji="0" lang="en-GB" sz="17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got</a:t>
            </a:r>
            <a:r>
              <a:rPr kumimoji="0" lang="en-GB" sz="17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agree that</a:t>
            </a:r>
            <a:r>
              <a:rPr kumimoji="0" lang="en-GB" sz="17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silence</a:t>
            </a: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does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17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negative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feedback.</a:t>
            </a:r>
            <a:endParaRPr kumimoji="0" lang="en-GB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222885" lvl="0" indent="-270510" algn="l" defTabSz="914400" rtl="0" eaLnBrk="1" fontAlgn="auto" latinLnBrk="0" hangingPunct="1">
              <a:lnSpc>
                <a:spcPct val="7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GM(Group Manager):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better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switch</a:t>
            </a:r>
            <a:r>
              <a:rPr kumimoji="0" lang="en-GB" sz="20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speaker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topic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once specific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duration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over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 </a:t>
            </a:r>
            <a:r>
              <a:rPr kumimoji="0" lang="en-GB" sz="2000" b="0" i="0" u="none" strike="noStrike" kern="1200" cap="none" spc="-43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topic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exhausted.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Once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members</a:t>
            </a:r>
            <a:r>
              <a:rPr kumimoji="0" lang="en-GB" sz="17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see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speech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mandatory,</a:t>
            </a: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members</a:t>
            </a:r>
            <a:r>
              <a:rPr kumimoji="0" lang="en-GB" sz="17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17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happy</a:t>
            </a:r>
            <a:r>
              <a:rPr kumimoji="0" lang="en-GB" sz="17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joining</a:t>
            </a: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activity.</a:t>
            </a:r>
            <a:endParaRPr kumimoji="0" lang="en-GB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19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hand,</a:t>
            </a:r>
            <a:r>
              <a:rPr kumimoji="0" lang="en-GB" sz="17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self-openness</a:t>
            </a:r>
            <a:r>
              <a:rPr kumimoji="0" lang="en-GB" sz="17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pulls</a:t>
            </a:r>
            <a:r>
              <a:rPr kumimoji="0" lang="en-GB" sz="17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17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trigger</a:t>
            </a:r>
            <a:r>
              <a:rPr kumimoji="0" lang="en-GB" sz="17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17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psychological</a:t>
            </a: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safety.</a:t>
            </a:r>
            <a:endParaRPr kumimoji="0" lang="en-GB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1172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7. Feedback from Members of My Team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31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581FCEBD-6E62-A03A-71ED-E222D7C9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There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were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disagreement</a:t>
            </a:r>
            <a:r>
              <a:rPr kumimoji="0" lang="en-GB" sz="20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about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points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I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opinion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ts val="23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chatting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hour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for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building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 blowing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off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steam?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9775" marR="648970" lvl="1" indent="-269875" algn="l" defTabSz="914400" rtl="0" eaLnBrk="1" fontAlgn="auto" latinLnBrk="0" hangingPunct="1">
              <a:lnSpc>
                <a:spcPct val="70000"/>
              </a:lnSpc>
              <a:spcBef>
                <a:spcPts val="56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9775" algn="l"/>
                <a:tab pos="740410" algn="l"/>
              </a:tabLst>
              <a:defRPr/>
            </a:pP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within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business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hours,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 the activity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 building. </a:t>
            </a:r>
            <a:r>
              <a:rPr kumimoji="0" lang="en-GB" sz="17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realise it,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 should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1700" b="0" i="0" u="none" strike="noStrike" kern="1200" cap="none" spc="-3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selective</a:t>
            </a:r>
            <a:r>
              <a:rPr kumimoji="0" lang="en-GB" sz="17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topic</a:t>
            </a:r>
            <a:r>
              <a:rPr kumimoji="0" lang="en-GB" sz="17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order</a:t>
            </a: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maximise</a:t>
            </a:r>
            <a:r>
              <a:rPr kumimoji="0" lang="en-GB" sz="17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intersection</a:t>
            </a:r>
            <a:r>
              <a:rPr kumimoji="0" lang="en-GB" sz="17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7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common</a:t>
            </a:r>
            <a:r>
              <a:rPr kumimoji="0" lang="en-GB" sz="17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interests.</a:t>
            </a:r>
            <a:endParaRPr kumimoji="0" lang="en-GB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9775" marR="60960" lvl="1" indent="-269875" algn="l" defTabSz="914400" rtl="0" eaLnBrk="1" fontAlgn="auto" latinLnBrk="0" hangingPunct="1">
              <a:lnSpc>
                <a:spcPct val="70000"/>
              </a:lnSpc>
              <a:spcBef>
                <a:spcPts val="4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9775" algn="l"/>
                <a:tab pos="740410" algn="l"/>
              </a:tabLst>
              <a:defRPr/>
            </a:pP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 the activity is 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blowing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off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steam, we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 not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gather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members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1 hour is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too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long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spend </a:t>
            </a:r>
            <a:r>
              <a:rPr kumimoji="0" lang="en-GB" sz="1700" b="0" i="0" u="none" strike="noStrike" kern="1200" cap="none" spc="-3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business</a:t>
            </a:r>
            <a:r>
              <a:rPr kumimoji="0" lang="en-GB" sz="17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hours.</a:t>
            </a:r>
            <a:endParaRPr kumimoji="0" lang="en-GB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82575" marR="0" lvl="0" indent="-270510" algn="l" defTabSz="914400" rtl="0" eaLnBrk="1" fontAlgn="auto" latinLnBrk="0" hangingPunct="1">
              <a:lnSpc>
                <a:spcPts val="2345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2575" algn="l"/>
                <a:tab pos="283210" algn="l"/>
              </a:tabLst>
              <a:defRPr/>
            </a:pP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Does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anyone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problem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about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psychological</a:t>
            </a:r>
            <a:r>
              <a:rPr kumimoji="0" lang="en-GB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safety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the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team?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9775" marR="5080" lvl="1" indent="-269875" algn="l" defTabSz="914400" rtl="0" eaLnBrk="1" fontAlgn="auto" latinLnBrk="0" hangingPunct="1">
              <a:lnSpc>
                <a:spcPct val="70000"/>
              </a:lnSpc>
              <a:spcBef>
                <a:spcPts val="55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9775" algn="l"/>
                <a:tab pos="740410" algn="l"/>
              </a:tabLst>
              <a:defRPr/>
            </a:pP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 not, the activity is no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needed because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 building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targets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establishment of psychological 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safety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via </a:t>
            </a:r>
            <a:r>
              <a:rPr kumimoji="0" lang="en-GB" sz="1700" b="0" i="0" u="none" strike="noStrike" kern="1200" cap="none" spc="-3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icebreaking</a:t>
            </a:r>
            <a:r>
              <a:rPr kumimoji="0" lang="en-GB" sz="17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activities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mutual</a:t>
            </a:r>
            <a:r>
              <a:rPr kumimoji="0" lang="en-GB" sz="17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understanding.</a:t>
            </a:r>
            <a:endParaRPr kumimoji="0" lang="en-GB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9775" marR="620395" lvl="1" indent="-269875" algn="l" defTabSz="914400" rtl="0" eaLnBrk="1" fontAlgn="auto" latinLnBrk="0" hangingPunct="1">
              <a:lnSpc>
                <a:spcPct val="7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9775" algn="l"/>
                <a:tab pos="740410" algn="l"/>
              </a:tabLst>
              <a:defRPr/>
            </a:pP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 the activity is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treated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fallback destination of sharing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private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concerns,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keeping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time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DS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the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best </a:t>
            </a:r>
            <a:r>
              <a:rPr kumimoji="0" lang="en-GB" sz="1700" b="0" i="0" u="none" strike="noStrike" kern="1200" cap="none" spc="-3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approach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17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take.</a:t>
            </a:r>
            <a:endParaRPr kumimoji="0" lang="en-GB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224154" lvl="0" indent="0" algn="l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Exchanging opinion of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implicit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agreement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made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crystal what was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cause of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scepticism and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stress to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chatting </a:t>
            </a:r>
            <a:r>
              <a:rPr kumimoji="0" lang="en-GB" sz="1700" b="0" i="0" u="none" strike="noStrike" kern="1200" cap="none" spc="-3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hour,</a:t>
            </a:r>
            <a:r>
              <a:rPr kumimoji="0" lang="en-GB" sz="17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lang="en-GB" sz="17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may</a:t>
            </a:r>
            <a:r>
              <a:rPr kumimoji="0" lang="en-GB" sz="17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lead</a:t>
            </a:r>
            <a:r>
              <a:rPr kumimoji="0" lang="en-GB" sz="17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</a:t>
            </a:r>
            <a:r>
              <a:rPr kumimoji="0" lang="en-GB" sz="17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next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time.</a:t>
            </a:r>
          </a:p>
          <a:p>
            <a:pPr marL="12700" marR="70485" lvl="0" indent="0" algn="l" defTabSz="914400" rtl="0" eaLnBrk="1" fontAlgn="auto" latinLnBrk="0" hangingPunct="1">
              <a:lnSpc>
                <a:spcPct val="7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will 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keep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carefully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watching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activity 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next couple of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times and </a:t>
            </a:r>
            <a:r>
              <a:rPr kumimoji="0" lang="en-GB" sz="17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say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 unless 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 do not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find </a:t>
            </a:r>
            <a:r>
              <a:rPr kumimoji="0" lang="en-GB" sz="17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sign </a:t>
            </a:r>
            <a:r>
              <a:rPr kumimoji="0" lang="en-GB" sz="1700" b="0" i="0" u="none" strike="noStrike" kern="1200" cap="none" spc="-3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17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improvement.</a:t>
            </a:r>
            <a:endParaRPr kumimoji="0" lang="en-GB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8651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8.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87880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8.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33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74015" marR="5080" lvl="0" indent="-361950" algn="l" defTabSz="914400" rtl="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chatting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hour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means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secure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psychological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safety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via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icebreaking </a:t>
            </a:r>
            <a:r>
              <a:rPr kumimoji="0" lang="en-GB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activity</a:t>
            </a:r>
            <a:r>
              <a:rPr kumimoji="0" lang="en-GB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mutual</a:t>
            </a:r>
            <a:r>
              <a:rPr kumimoji="0" lang="en-GB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understanding.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640080" lvl="1" indent="-259079" algn="l" defTabSz="914400" rtl="0" eaLnBrk="1" fontAlgn="auto" latinLnBrk="0" hangingPunct="1">
              <a:lnSpc>
                <a:spcPts val="216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most important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find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best </a:t>
            </a:r>
            <a:r>
              <a:rPr kumimoji="0" lang="en-GB" sz="20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way 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maximise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intersection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common </a:t>
            </a:r>
            <a:r>
              <a:rPr kumimoji="0" lang="en-GB" sz="2000" b="1" i="0" u="none" strike="noStrike" kern="1200" cap="none" spc="-4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interests</a:t>
            </a:r>
            <a:r>
              <a:rPr kumimoji="0" lang="en-GB" sz="20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among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your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team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members.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28980" algn="l"/>
                <a:tab pos="729615" algn="l"/>
              </a:tabLst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problem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about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psychological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safety,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activity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needed.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-361950" algn="l" defTabSz="914400" rtl="0" eaLnBrk="1" fontAlgn="auto" latinLnBrk="0" hangingPunct="1">
              <a:lnSpc>
                <a:spcPts val="2735"/>
              </a:lnSpc>
              <a:spcBef>
                <a:spcPts val="69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74015" algn="l"/>
                <a:tab pos="374650" algn="l"/>
              </a:tabLst>
              <a:defRPr/>
            </a:pPr>
            <a:r>
              <a:rPr kumimoji="0" lang="en-GB" sz="2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secure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psychological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safety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requires</a:t>
            </a:r>
            <a:r>
              <a:rPr kumimoji="0" lang="en-GB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requirements</a:t>
            </a:r>
            <a:r>
              <a:rPr kumimoji="0" lang="en-GB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0" lvl="0" indent="0" algn="l" defTabSz="914400" rtl="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fulfilled.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8312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31215" algn="l"/>
                <a:tab pos="831850" algn="l"/>
              </a:tabLst>
              <a:defRPr/>
            </a:pPr>
            <a:r>
              <a:rPr kumimoji="0" lang="en-GB" sz="20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able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sure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lang="en-GB" sz="20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member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organisation.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8312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31215" algn="l"/>
                <a:tab pos="831850" algn="l"/>
              </a:tabLst>
              <a:defRPr/>
            </a:pPr>
            <a:r>
              <a:rPr kumimoji="0" lang="en-GB" sz="20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able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frankly</a:t>
            </a:r>
            <a:r>
              <a:rPr kumimoji="0" lang="en-GB" sz="20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open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opinions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emotions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anyone</a:t>
            </a:r>
            <a:r>
              <a:rPr kumimoji="0" lang="en-GB" sz="20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else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831215" marR="0" lvl="0" indent="-36195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31215" algn="l"/>
                <a:tab pos="831850" algn="l"/>
              </a:tabLst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0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0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lang="en-GB" sz="2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denied</a:t>
            </a:r>
            <a:r>
              <a:rPr kumimoji="0" lang="en-GB" sz="20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lang="en-GB" sz="20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above.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74015" marR="222885" lvl="0" indent="-361950" algn="l" defTabSz="914400" rtl="0" eaLnBrk="1" fontAlgn="auto" latinLnBrk="0" hangingPunct="1">
              <a:lnSpc>
                <a:spcPts val="259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3.</a:t>
            </a:r>
            <a:r>
              <a:rPr kumimoji="0" lang="en-GB" sz="2400" b="1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identify</a:t>
            </a:r>
            <a:r>
              <a:rPr kumimoji="0" lang="en-GB" sz="24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discussion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humanity</a:t>
            </a:r>
            <a:r>
              <a:rPr kumimoji="0" lang="en-GB" sz="24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 </a:t>
            </a:r>
            <a:r>
              <a:rPr kumimoji="0" lang="en-GB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the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agreement</a:t>
            </a:r>
            <a:r>
              <a:rPr kumimoji="0" lang="en-GB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organisation must</a:t>
            </a:r>
            <a:r>
              <a:rPr kumimoji="0" lang="en-GB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make.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477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9.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9575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9. References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96154D-0AC4-47C9-B8EE-32ED60A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35</a:t>
            </a:fld>
            <a:endParaRPr lang="en-GB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A3A8506-B2C4-48D9-8B66-4EF42A11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2575" marR="0" lvl="0" indent="-270510" algn="l" defTabSz="914400" rtl="0" eaLnBrk="1" fontAlgn="auto" latinLnBrk="0" hangingPunct="1">
              <a:lnSpc>
                <a:spcPts val="2775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3210" algn="l"/>
              </a:tabLst>
              <a:defRPr/>
            </a:pP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What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is</a:t>
            </a:r>
            <a:r>
              <a:rPr kumimoji="0" lang="en-GB" sz="2400" b="0" i="0" u="heavy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Scrum?</a:t>
            </a:r>
            <a:r>
              <a:rPr kumimoji="0" lang="en-GB" sz="2400" b="0" i="0" u="heavy" strike="noStrike" kern="120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-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 </a:t>
            </a:r>
            <a:r>
              <a:rPr kumimoji="0" lang="en-GB" sz="2400" b="0" i="0" u="heavy" strike="noStrike" kern="120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3"/>
              </a:rPr>
              <a:t>AWS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39775" marR="0" lvl="1" indent="-270510" algn="l" defTabSz="914400" rtl="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40410" algn="l"/>
              </a:tabLst>
              <a:defRPr/>
            </a:pP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Last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Accessed</a:t>
            </a:r>
            <a:r>
              <a:rPr kumimoji="0" lang="en-GB" sz="20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On: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17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February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2024</a:t>
            </a:r>
          </a:p>
          <a:p>
            <a:pPr marL="282575" marR="0" lvl="0" indent="-270510" algn="l" defTabSz="914400" rtl="0" eaLnBrk="1" fontAlgn="auto" latinLnBrk="0" hangingPunct="1">
              <a:lnSpc>
                <a:spcPts val="26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3210" algn="l"/>
              </a:tabLst>
              <a:defRPr/>
            </a:pP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What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is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psychological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safety?</a:t>
            </a:r>
            <a:r>
              <a:rPr kumimoji="0" lang="en-GB" sz="2400" b="0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-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McKinsey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&amp;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 </a:t>
            </a:r>
            <a:r>
              <a:rPr kumimoji="0" lang="en-GB" sz="2400" b="0" i="0" u="heavy" strike="noStrike" kern="120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4"/>
              </a:rPr>
              <a:t>Company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Last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Accessed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On: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17</a:t>
            </a:r>
            <a:r>
              <a:rPr kumimoji="0" lang="en-GB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February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2024</a:t>
            </a:r>
          </a:p>
          <a:p>
            <a:pPr marL="282575" marR="0" lvl="0" indent="-270510" algn="l" defTabSz="914400" rtl="0" eaLnBrk="1" fontAlgn="auto" latinLnBrk="0" hangingPunct="1">
              <a:lnSpc>
                <a:spcPts val="26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6666"/>
              <a:buFont typeface="Arial MT"/>
              <a:buChar char="•"/>
              <a:tabLst>
                <a:tab pos="283210" algn="l"/>
              </a:tabLst>
              <a:defRPr/>
            </a:pPr>
            <a:r>
              <a:rPr kumimoji="0" lang="en-GB" sz="2400" b="0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Working</a:t>
            </a:r>
            <a:r>
              <a:rPr kumimoji="0" lang="en-GB" sz="2400" b="0" i="0" u="heavy" strike="noStrike" kern="1200" cap="none" spc="-3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400" b="0" i="0" u="heavy" strike="noStrike" kern="1200" cap="none" spc="-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agreements</a:t>
            </a:r>
            <a:r>
              <a:rPr kumimoji="0" lang="en-GB" sz="2400" b="0" i="0" u="heavy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400" b="0" i="0" u="heavy" strike="noStrike" kern="120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-</a:t>
            </a:r>
            <a:r>
              <a:rPr kumimoji="0" lang="en-GB" sz="2400" b="0" i="0" u="heavy" strike="noStrike" kern="120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 </a:t>
            </a:r>
            <a:r>
              <a:rPr kumimoji="0" lang="en-GB" sz="2400" b="0" i="0" u="heavy" strike="noStrike" kern="120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Calibri"/>
                <a:ea typeface="+mn-ea"/>
                <a:cs typeface="Calibri"/>
                <a:hlinkClick r:id="rId5"/>
              </a:rPr>
              <a:t>ATLASSIAN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28980" marR="0" lvl="1" indent="-259715" algn="l" defTabSz="914400" rtl="0" eaLnBrk="1" fontAlgn="auto" latinLnBrk="0" hangingPunct="1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buClrTx/>
              <a:buSzPct val="140000"/>
              <a:buFont typeface="Arial MT"/>
              <a:buChar char="•"/>
              <a:tabLst>
                <a:tab pos="729615" algn="l"/>
              </a:tabLst>
              <a:defRPr/>
            </a:pP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Last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Accessed</a:t>
            </a:r>
            <a:r>
              <a:rPr kumimoji="0" lang="en-GB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On: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13</a:t>
            </a: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November</a:t>
            </a:r>
            <a:r>
              <a:rPr kumimoji="0" lang="en-GB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30412465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2807</Words>
  <Application>Microsoft Office PowerPoint</Application>
  <PresentationFormat>Widescreen</PresentationFormat>
  <Paragraphs>312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 MT</vt:lpstr>
      <vt:lpstr>Calibri (Headings)</vt:lpstr>
      <vt:lpstr>Arial</vt:lpstr>
      <vt:lpstr>Calibri</vt:lpstr>
      <vt:lpstr>Calibri Light</vt:lpstr>
      <vt:lpstr>Office テーマ</vt:lpstr>
      <vt:lpstr>Necessity of Chatting Hours for Team Building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Agenda</vt:lpstr>
      <vt:lpstr>1. Prologue</vt:lpstr>
      <vt:lpstr>1. Prologue</vt:lpstr>
      <vt:lpstr>1. Prologue</vt:lpstr>
      <vt:lpstr>1. Prologue</vt:lpstr>
      <vt:lpstr>2. What Psychological Safety Is</vt:lpstr>
      <vt:lpstr>2. What Psychological Safety Is</vt:lpstr>
      <vt:lpstr>3. Psychological Safety at Your Workplace</vt:lpstr>
      <vt:lpstr>3. Psychological Safety at Your Workplace</vt:lpstr>
      <vt:lpstr>3. Psychological Safety at Your Workplace</vt:lpstr>
      <vt:lpstr>3. Psychological Safety at Your Workplace</vt:lpstr>
      <vt:lpstr>3. Psychological Safety at Your Workplace</vt:lpstr>
      <vt:lpstr>4. Top 3 Requirements for Psychological Safety</vt:lpstr>
      <vt:lpstr>4. Top 3 Requirements for Psychological Safety</vt:lpstr>
      <vt:lpstr>5. How to Grow Psychological Safety</vt:lpstr>
      <vt:lpstr>5. How to Grow Psychological Safety</vt:lpstr>
      <vt:lpstr>5. How to Grow Psychological Safety</vt:lpstr>
      <vt:lpstr>6. Effectiveness of Chatting Hours</vt:lpstr>
      <vt:lpstr>6. Effectiveness of Chatting Hours</vt:lpstr>
      <vt:lpstr>6. Effectiveness of Chatting Hours</vt:lpstr>
      <vt:lpstr>6. Effectiveness of Chatting Hours</vt:lpstr>
      <vt:lpstr>7. Feedback from Members of My Team</vt:lpstr>
      <vt:lpstr>7. Feedback from Members of My Team</vt:lpstr>
      <vt:lpstr>7. Feedback from Members of My Team</vt:lpstr>
      <vt:lpstr>8. Summary</vt:lpstr>
      <vt:lpstr>8. Summary</vt:lpstr>
      <vt:lpstr>9. References</vt:lpstr>
      <vt:lpstr>9.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38</cp:revision>
  <dcterms:modified xsi:type="dcterms:W3CDTF">2025-08-31T17:51:46Z</dcterms:modified>
</cp:coreProperties>
</file>